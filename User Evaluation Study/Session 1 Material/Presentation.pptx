
<file path=[Content_Types].xml><?xml version="1.0" encoding="utf-8"?>
<Types xmlns="http://schemas.openxmlformats.org/package/2006/content-types">
  <Default Extension="png" ContentType="image/png"/>
  <Default Extension="svg" ContentType="image/svg+xml"/>
  <Default Extension="emf" ContentType="image/x-emf"/>
  <Default Extension="wmf" ContentType="image/x-w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ppt/comments/modernComment_12B_6FD4C911.xml" ContentType="application/vnd.ms-powerpoint.comments+xml"/>
  <Override PartName="/ppt/comments/modernComment_120_AEF4E05A.xml" ContentType="application/vnd.ms-powerpoint.comments+xml"/>
  <Override PartName="/ppt/comments/modernComment_12E_D02EBCF8.xml" ContentType="application/vnd.ms-powerpoint.comments+xml"/>
  <Override PartName="/ppt/comments/modernComment_144_14350F82.xml" ContentType="application/vnd.ms-powerpoint.comments+xml"/>
  <Override PartName="/ppt/comments/modernComment_145_412BA2A8.xml" ContentType="application/vnd.ms-powerpoint.comments+xml"/>
  <Override PartName="/ppt/comments/modernComment_103_D7C51B82.xml" ContentType="application/vnd.ms-powerpoint.comments+xml"/>
  <Override PartName="/ppt/comments/modernComment_146_878702EB.xml" ContentType="application/vnd.ms-powerpoint.comments+xml"/>
  <Override PartName="/ppt/authors.xml" ContentType="application/vnd.ms-powerpoint.author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autoCompressPictures="0">
  <p:sldMasterIdLst>
    <p:sldMasterId id="2147483694" r:id="rId1"/>
  </p:sldMasterIdLst>
  <p:notesMasterIdLst>
    <p:notesMasterId r:id="rId29"/>
  </p:notesMasterIdLst>
  <p:handoutMasterIdLst>
    <p:handoutMasterId r:id="rId30"/>
  </p:handoutMasterIdLst>
  <p:sldIdLst>
    <p:sldId id="299" r:id="rId2"/>
    <p:sldId id="303" r:id="rId3"/>
    <p:sldId id="288" r:id="rId4"/>
    <p:sldId id="302" r:id="rId5"/>
    <p:sldId id="324" r:id="rId6"/>
    <p:sldId id="325" r:id="rId7"/>
    <p:sldId id="338" r:id="rId8"/>
    <p:sldId id="339" r:id="rId9"/>
    <p:sldId id="259" r:id="rId10"/>
    <p:sldId id="301" r:id="rId11"/>
    <p:sldId id="300" r:id="rId12"/>
    <p:sldId id="291" r:id="rId13"/>
    <p:sldId id="326" r:id="rId14"/>
    <p:sldId id="292" r:id="rId15"/>
    <p:sldId id="293" r:id="rId16"/>
    <p:sldId id="281" r:id="rId17"/>
    <p:sldId id="327" r:id="rId18"/>
    <p:sldId id="329" r:id="rId19"/>
    <p:sldId id="330" r:id="rId20"/>
    <p:sldId id="331" r:id="rId21"/>
    <p:sldId id="332" r:id="rId22"/>
    <p:sldId id="333" r:id="rId23"/>
    <p:sldId id="334" r:id="rId24"/>
    <p:sldId id="335" r:id="rId25"/>
    <p:sldId id="336" r:id="rId26"/>
    <p:sldId id="337" r:id="rId27"/>
    <p:sldId id="264" r:id="rId28"/>
  </p:sldIdLst>
  <p:sldSz cx="7620000" cy="5715000"/>
  <p:notesSz cx="6858000" cy="9144000"/>
  <p:defaultTextStyle>
    <a:defPPr>
      <a:defRPr lang="en-US"/>
    </a:defPPr>
    <a:lvl1pPr marL="0" algn="l" defTabSz="713232" rtl="0" eaLnBrk="1" latinLnBrk="0" hangingPunct="1">
      <a:defRPr sz="1404" kern="1200">
        <a:solidFill>
          <a:schemeClr val="tx1"/>
        </a:solidFill>
        <a:latin typeface="+mn-lt"/>
        <a:ea typeface="+mn-ea"/>
        <a:cs typeface="+mn-cs"/>
      </a:defRPr>
    </a:lvl1pPr>
    <a:lvl2pPr marL="356616" algn="l" defTabSz="713232" rtl="0" eaLnBrk="1" latinLnBrk="0" hangingPunct="1">
      <a:defRPr sz="1404" kern="1200">
        <a:solidFill>
          <a:schemeClr val="tx1"/>
        </a:solidFill>
        <a:latin typeface="+mn-lt"/>
        <a:ea typeface="+mn-ea"/>
        <a:cs typeface="+mn-cs"/>
      </a:defRPr>
    </a:lvl2pPr>
    <a:lvl3pPr marL="713232" algn="l" defTabSz="713232" rtl="0" eaLnBrk="1" latinLnBrk="0" hangingPunct="1">
      <a:defRPr sz="1404" kern="1200">
        <a:solidFill>
          <a:schemeClr val="tx1"/>
        </a:solidFill>
        <a:latin typeface="+mn-lt"/>
        <a:ea typeface="+mn-ea"/>
        <a:cs typeface="+mn-cs"/>
      </a:defRPr>
    </a:lvl3pPr>
    <a:lvl4pPr marL="1069848" algn="l" defTabSz="713232" rtl="0" eaLnBrk="1" latinLnBrk="0" hangingPunct="1">
      <a:defRPr sz="1404" kern="1200">
        <a:solidFill>
          <a:schemeClr val="tx1"/>
        </a:solidFill>
        <a:latin typeface="+mn-lt"/>
        <a:ea typeface="+mn-ea"/>
        <a:cs typeface="+mn-cs"/>
      </a:defRPr>
    </a:lvl4pPr>
    <a:lvl5pPr marL="1426464" algn="l" defTabSz="713232" rtl="0" eaLnBrk="1" latinLnBrk="0" hangingPunct="1">
      <a:defRPr sz="1404" kern="1200">
        <a:solidFill>
          <a:schemeClr val="tx1"/>
        </a:solidFill>
        <a:latin typeface="+mn-lt"/>
        <a:ea typeface="+mn-ea"/>
        <a:cs typeface="+mn-cs"/>
      </a:defRPr>
    </a:lvl5pPr>
    <a:lvl6pPr marL="1783080" algn="l" defTabSz="713232" rtl="0" eaLnBrk="1" latinLnBrk="0" hangingPunct="1">
      <a:defRPr sz="1404" kern="1200">
        <a:solidFill>
          <a:schemeClr val="tx1"/>
        </a:solidFill>
        <a:latin typeface="+mn-lt"/>
        <a:ea typeface="+mn-ea"/>
        <a:cs typeface="+mn-cs"/>
      </a:defRPr>
    </a:lvl6pPr>
    <a:lvl7pPr marL="2139696" algn="l" defTabSz="713232" rtl="0" eaLnBrk="1" latinLnBrk="0" hangingPunct="1">
      <a:defRPr sz="1404" kern="1200">
        <a:solidFill>
          <a:schemeClr val="tx1"/>
        </a:solidFill>
        <a:latin typeface="+mn-lt"/>
        <a:ea typeface="+mn-ea"/>
        <a:cs typeface="+mn-cs"/>
      </a:defRPr>
    </a:lvl7pPr>
    <a:lvl8pPr marL="2496312" algn="l" defTabSz="713232" rtl="0" eaLnBrk="1" latinLnBrk="0" hangingPunct="1">
      <a:defRPr sz="1404" kern="1200">
        <a:solidFill>
          <a:schemeClr val="tx1"/>
        </a:solidFill>
        <a:latin typeface="+mn-lt"/>
        <a:ea typeface="+mn-ea"/>
        <a:cs typeface="+mn-cs"/>
      </a:defRPr>
    </a:lvl8pPr>
    <a:lvl9pPr marL="2852928" algn="l" defTabSz="713232" rtl="0" eaLnBrk="1" latinLnBrk="0" hangingPunct="1">
      <a:defRPr sz="1404"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872">
          <p15:clr>
            <a:srgbClr val="A4A3A4"/>
          </p15:clr>
        </p15:guide>
        <p15:guide id="2" orient="horz" pos="3206">
          <p15:clr>
            <a:srgbClr val="A4A3A4"/>
          </p15:clr>
        </p15:guide>
        <p15:guide id="3" pos="245">
          <p15:clr>
            <a:srgbClr val="A4A3A4"/>
          </p15:clr>
        </p15:guide>
        <p15:guide id="4" pos="4554">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EC9AB04-4AFA-FC8A-2C21-9164EA3DE84F}" name="Stefan Wagner" initials="" userId="S::stefan.wagner@tum.de::88859fae-bb73-42cd-a94b-fb6af317637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3"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E444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630" autoAdjust="0"/>
    <p:restoredTop sz="94764" autoAdjust="0"/>
  </p:normalViewPr>
  <p:slideViewPr>
    <p:cSldViewPr snapToGrid="0">
      <p:cViewPr varScale="1">
        <p:scale>
          <a:sx n="107" d="100"/>
          <a:sy n="107" d="100"/>
        </p:scale>
        <p:origin x="485" y="77"/>
      </p:cViewPr>
      <p:guideLst>
        <p:guide orient="horz" pos="872"/>
        <p:guide orient="horz" pos="3206"/>
        <p:guide pos="245"/>
        <p:guide pos="4554"/>
      </p:guideLst>
    </p:cSldViewPr>
  </p:slideViewPr>
  <p:notesTextViewPr>
    <p:cViewPr>
      <p:scale>
        <a:sx n="1" d="1"/>
        <a:sy n="1" d="1"/>
      </p:scale>
      <p:origin x="0" y="0"/>
    </p:cViewPr>
  </p:notesTextViewPr>
  <p:sorterViewPr>
    <p:cViewPr>
      <p:scale>
        <a:sx n="100" d="100"/>
        <a:sy n="100" d="100"/>
      </p:scale>
      <p:origin x="0" y="0"/>
    </p:cViewPr>
  </p:sorterViewPr>
  <p:notesViewPr>
    <p:cSldViewPr snapToGrid="0" showGuides="1">
      <p:cViewPr varScale="1">
        <p:scale>
          <a:sx n="83" d="100"/>
          <a:sy n="83" d="100"/>
        </p:scale>
        <p:origin x="3852" y="9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microsoft.com/office/2018/10/relationships/authors" Targe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35" Type="http://schemas.openxmlformats.org/officeDocument/2006/relationships/tableStyles" Target="tableStyles.xml"/><Relationship Id="rId8" Type="http://schemas.openxmlformats.org/officeDocument/2006/relationships/slide" Target="slides/slide7.xml"/></Relationships>
</file>

<file path=ppt/comments/modernComment_12B_6FD4C911.xml><?xml version="1.0" encoding="utf-8"?>
<p188:cmLst xmlns:a="http://schemas.openxmlformats.org/drawingml/2006/main" xmlns:r="http://schemas.openxmlformats.org/officeDocument/2006/relationships" xmlns:p188="http://schemas.microsoft.com/office/powerpoint/2018/8/main">
  <p188:cm id="{4BF89797-1DC9-F24A-8C54-5C47614C8249}" authorId="{FEC9AB04-4AFA-FC8A-2C21-9164EA3DE84F}" created="2025-02-26T09:07:45.694">
    <pc:sldMkLst xmlns:pc="http://schemas.microsoft.com/office/powerpoint/2013/main/command">
      <pc:docMk/>
      <pc:sldMk cId="1876216081" sldId="299"/>
    </pc:sldMkLst>
    <p188:txBody>
      <a:bodyPr/>
      <a:lstStyle/>
      <a:p>
        <a:r>
          <a:rPr lang="de-DE"/>
          <a:t>I would add a „the“ between „in“ and „Context“.</a:t>
        </a:r>
      </a:p>
    </p188:txBody>
  </p188:cm>
  <p188:cm id="{EF35A52D-C85E-1A46-B23E-C7B7FC80360E}" authorId="{FEC9AB04-4AFA-FC8A-2C21-9164EA3DE84F}" created="2025-02-26T09:09:23.973">
    <pc:sldMkLst xmlns:pc="http://schemas.microsoft.com/office/powerpoint/2013/main/command">
      <pc:docMk/>
      <pc:sldMk cId="1876216081" sldId="299"/>
    </pc:sldMkLst>
    <p188:txBody>
      <a:bodyPr/>
      <a:lstStyle/>
      <a:p>
        <a:r>
          <a:rPr lang="de-DE"/>
          <a:t>Something looks strange with the template. The TUM logo looks strange and somewhat streched. </a:t>
        </a:r>
      </a:p>
    </p188:txBody>
  </p188:cm>
</p188:cmLst>
</file>

<file path=ppt/comments/modernComment_12E_D02EBCF8.xml><?xml version="1.0" encoding="utf-8"?>
<p188:cmLst xmlns:a="http://schemas.openxmlformats.org/drawingml/2006/main" xmlns:r="http://schemas.openxmlformats.org/officeDocument/2006/relationships" xmlns:p188="http://schemas.microsoft.com/office/powerpoint/2018/8/main">
  <p188:cm id="{87F44EC6-94C1-094D-88E6-538DBC837EE8}" authorId="{FEC9AB04-4AFA-FC8A-2C21-9164EA3DE84F}" created="2025-02-26T09:13:55.667">
    <pc:sldMkLst xmlns:pc="http://schemas.microsoft.com/office/powerpoint/2013/main/command">
      <pc:docMk/>
      <pc:sldMk cId="3492723960" sldId="302"/>
    </pc:sldMkLst>
    <p188:txBody>
      <a:bodyPr/>
      <a:lstStyle/>
      <a:p>
        <a:r>
          <a:rPr lang="de-DE"/>
          <a:t>„oweners“ -&gt; „owners“</a:t>
        </a:r>
      </a:p>
    </p188:txBody>
  </p188:cm>
</p188:cmLst>
</file>

<file path=ppt/comments/modernComment_103_D7C51B82.xml><?xml version="1.0" encoding="utf-8"?>
<p188:cmLst xmlns:a="http://schemas.openxmlformats.org/drawingml/2006/main" xmlns:r="http://schemas.openxmlformats.org/officeDocument/2006/relationships" xmlns:p188="http://schemas.microsoft.com/office/powerpoint/2018/8/main">
  <p188:cm id="{778C618F-FDFF-4241-885B-8A0836A0F265}" authorId="{FEC9AB04-4AFA-FC8A-2C21-9164EA3DE84F}" created="2025-02-26T09:15:35.376">
    <pc:sldMkLst xmlns:pc="http://schemas.microsoft.com/office/powerpoint/2013/main/command">
      <pc:docMk/>
      <pc:sldMk cId="3620019074" sldId="259"/>
    </pc:sldMkLst>
    <p188:txBody>
      <a:bodyPr/>
      <a:lstStyle/>
      <a:p>
        <a:r>
          <a:rPr lang="de-DE"/>
          <a:t>„gap in“ -&gt; „lack of the“</a:t>
        </a:r>
      </a:p>
    </p188:txBody>
  </p188:cm>
</p188:cmLst>
</file>

<file path=ppt/comments/modernComment_120_AEF4E05A.xml><?xml version="1.0" encoding="utf-8"?>
<p188:cmLst xmlns:a="http://schemas.openxmlformats.org/drawingml/2006/main" xmlns:r="http://schemas.openxmlformats.org/officeDocument/2006/relationships" xmlns:p188="http://schemas.microsoft.com/office/powerpoint/2018/8/main">
  <p188:cm id="{E2412F53-9DA2-2B4B-87E9-06A6CC5731C6}" authorId="{FEC9AB04-4AFA-FC8A-2C21-9164EA3DE84F}" created="2025-02-26T09:10:25.650">
    <pc:sldMkLst xmlns:pc="http://schemas.microsoft.com/office/powerpoint/2013/main/command">
      <pc:docMk/>
      <pc:sldMk cId="2935283802" sldId="288"/>
    </pc:sldMkLst>
    <p188:txBody>
      <a:bodyPr/>
      <a:lstStyle/>
      <a:p>
        <a:r>
          <a:rPr lang="de-DE"/>
          <a:t>Maybe have the explainable in the title: „Why Explainable AI (XAI)?“</a:t>
        </a:r>
      </a:p>
    </p188:txBody>
  </p188:cm>
  <p188:cm id="{F144460A-502D-9442-AB87-8E2F68752B83}" authorId="{FEC9AB04-4AFA-FC8A-2C21-9164EA3DE84F}" created="2025-02-26T09:10:47.729">
    <pc:sldMkLst xmlns:pc="http://schemas.microsoft.com/office/powerpoint/2013/main/command">
      <pc:docMk/>
      <pc:sldMk cId="2935283802" sldId="288"/>
    </pc:sldMkLst>
    <p188:txBody>
      <a:bodyPr/>
      <a:lstStyle/>
      <a:p>
        <a:r>
          <a:rPr lang="de-DE"/>
          <a:t>Not „a“ technical requirement</a:t>
        </a:r>
      </a:p>
    </p188:txBody>
  </p188:cm>
</p188:cmLst>
</file>

<file path=ppt/comments/modernComment_144_14350F82.xml><?xml version="1.0" encoding="utf-8"?>
<p188:cmLst xmlns:a="http://schemas.openxmlformats.org/drawingml/2006/main" xmlns:r="http://schemas.openxmlformats.org/officeDocument/2006/relationships" xmlns:p188="http://schemas.microsoft.com/office/powerpoint/2018/8/main">
  <p188:cm id="{5692AA3C-CD78-C74E-9C6E-E77BA7223D17}" authorId="{FEC9AB04-4AFA-FC8A-2C21-9164EA3DE84F}" created="2025-02-26T09:14:47.090">
    <pc:sldMkLst xmlns:pc="http://schemas.microsoft.com/office/powerpoint/2013/main/command">
      <pc:docMk/>
      <pc:sldMk cId="339021698" sldId="324"/>
    </pc:sldMkLst>
    <p188:txBody>
      <a:bodyPr/>
      <a:lstStyle/>
      <a:p>
        <a:r>
          <a:rPr lang="de-DE"/>
          <a:t>Remove „University of Stuttgart“</a:t>
        </a:r>
      </a:p>
    </p188:txBody>
  </p188:cm>
</p188:cmLst>
</file>

<file path=ppt/comments/modernComment_145_412BA2A8.xml><?xml version="1.0" encoding="utf-8"?>
<p188:cmLst xmlns:a="http://schemas.openxmlformats.org/drawingml/2006/main" xmlns:r="http://schemas.openxmlformats.org/officeDocument/2006/relationships" xmlns:p188="http://schemas.microsoft.com/office/powerpoint/2018/8/main">
  <p188:cm id="{1D8CFDD3-05CE-384B-9019-3BB638F8A355}" authorId="{FEC9AB04-4AFA-FC8A-2C21-9164EA3DE84F}" created="2025-02-26T09:14:55.922">
    <pc:sldMkLst xmlns:pc="http://schemas.microsoft.com/office/powerpoint/2013/main/command">
      <pc:docMk/>
      <pc:sldMk cId="1093378728" sldId="325"/>
    </pc:sldMkLst>
    <p188:txBody>
      <a:bodyPr/>
      <a:lstStyle/>
      <a:p>
        <a:r>
          <a:rPr lang="de-DE"/>
          <a:t>Remove „University of Stuttgart“</a:t>
        </a:r>
      </a:p>
    </p188:txBody>
  </p188:cm>
</p188:cmLst>
</file>

<file path=ppt/comments/modernComment_146_878702EB.xml><?xml version="1.0" encoding="utf-8"?>
<p188:cmLst xmlns:a="http://schemas.openxmlformats.org/drawingml/2006/main" xmlns:r="http://schemas.openxmlformats.org/officeDocument/2006/relationships" xmlns:p188="http://schemas.microsoft.com/office/powerpoint/2018/8/main">
  <p188:cm id="{718E0446-58D7-A04F-9028-8A3B2A3DE657}" authorId="{FEC9AB04-4AFA-FC8A-2C21-9164EA3DE84F}" created="2025-02-26T09:17:16.170">
    <pc:sldMkLst xmlns:pc="http://schemas.microsoft.com/office/powerpoint/2013/main/command">
      <pc:docMk/>
      <pc:sldMk cId="2273772267" sldId="326"/>
    </pc:sldMkLst>
    <p188:txBody>
      <a:bodyPr/>
      <a:lstStyle/>
      <a:p>
        <a:r>
          <a:rPr lang="de-DE"/>
          <a:t>Why is it important for a company“?“</a:t>
        </a:r>
      </a:p>
    </p188:txBody>
  </p188:cm>
</p188:cmLst>
</file>

<file path=ppt/diagrams/_rels/data1.xml.rels><?xml version="1.0" encoding="UTF-8" standalone="yes"?>
<Relationships xmlns="http://schemas.openxmlformats.org/package/2006/relationships"><Relationship Id="rId3" Type="http://schemas.openxmlformats.org/officeDocument/2006/relationships/hyperlink" Target="https://svgsilh.com/image/3229465.html" TargetMode="External"/><Relationship Id="rId7" Type="http://schemas.openxmlformats.org/officeDocument/2006/relationships/hyperlink" Target="https://www.publicdomainpictures.net/en/view-image.php?image=267345&amp;picture=programmer-woman" TargetMode="External"/><Relationship Id="rId2" Type="http://schemas.openxmlformats.org/officeDocument/2006/relationships/image" Target="../media/image158.svg"/><Relationship Id="rId1" Type="http://schemas.openxmlformats.org/officeDocument/2006/relationships/image" Target="../media/image157.png"/><Relationship Id="rId6" Type="http://schemas.openxmlformats.org/officeDocument/2006/relationships/image" Target="../media/image160.jpeg"/><Relationship Id="rId5" Type="http://schemas.openxmlformats.org/officeDocument/2006/relationships/hyperlink" Target="https://www.puntosicuro.it/sicurezza-C-80/pubbliredazionale-C-119/come-migliorare-la-gestione-degli-stakeholder-AR-18227/" TargetMode="External"/><Relationship Id="rId4" Type="http://schemas.openxmlformats.org/officeDocument/2006/relationships/image" Target="../media/image159.jpg"/></Relationships>
</file>

<file path=ppt/diagrams/_rels/drawing1.xml.rels><?xml version="1.0" encoding="UTF-8" standalone="yes"?>
<Relationships xmlns="http://schemas.openxmlformats.org/package/2006/relationships"><Relationship Id="rId3" Type="http://schemas.openxmlformats.org/officeDocument/2006/relationships/hyperlink" Target="https://svgsilh.com/image/3229465.html" TargetMode="External"/><Relationship Id="rId7" Type="http://schemas.openxmlformats.org/officeDocument/2006/relationships/hyperlink" Target="https://www.publicdomainpictures.net/en/view-image.php?image=267345&amp;picture=programmer-woman" TargetMode="External"/><Relationship Id="rId2" Type="http://schemas.openxmlformats.org/officeDocument/2006/relationships/image" Target="../media/image158.svg"/><Relationship Id="rId1" Type="http://schemas.openxmlformats.org/officeDocument/2006/relationships/image" Target="../media/image157.png"/><Relationship Id="rId6" Type="http://schemas.openxmlformats.org/officeDocument/2006/relationships/image" Target="../media/image160.jpeg"/><Relationship Id="rId5" Type="http://schemas.openxmlformats.org/officeDocument/2006/relationships/hyperlink" Target="https://www.puntosicuro.it/sicurezza-C-80/pubbliredazionale-C-119/come-migliorare-la-gestione-degli-stakeholder-AR-18227/" TargetMode="External"/><Relationship Id="rId4" Type="http://schemas.openxmlformats.org/officeDocument/2006/relationships/image" Target="../media/image159.jp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FBCC1E8-0BE0-4F0D-B200-1AB7FCEFBC27}" type="doc">
      <dgm:prSet loTypeId="urn:microsoft.com/office/officeart/2005/8/layout/hProcess10" loCatId="picture" qsTypeId="urn:microsoft.com/office/officeart/2005/8/quickstyle/simple1" qsCatId="simple" csTypeId="urn:microsoft.com/office/officeart/2005/8/colors/accent1_2" csCatId="accent1" phldr="1"/>
      <dgm:spPr/>
      <dgm:t>
        <a:bodyPr/>
        <a:lstStyle/>
        <a:p>
          <a:endParaRPr lang="en-DE"/>
        </a:p>
      </dgm:t>
    </dgm:pt>
    <dgm:pt modelId="{7E9F3F58-1D6B-4059-BFD3-1CDE133C3E47}">
      <dgm:prSet phldrT="[Text]"/>
      <dgm:spPr/>
      <dgm:t>
        <a:bodyPr/>
        <a:lstStyle/>
        <a:p>
          <a:r>
            <a:rPr lang="en-DE" dirty="0">
              <a:solidFill>
                <a:schemeClr val="tx1"/>
              </a:solidFill>
            </a:rPr>
            <a:t>Who? Regulatory entities/agencies</a:t>
          </a:r>
          <a:endParaRPr lang="en-DE" dirty="0"/>
        </a:p>
      </dgm:t>
    </dgm:pt>
    <dgm:pt modelId="{44D183F2-4EEB-48E4-ABB3-C9B24EC39914}" type="parTrans" cxnId="{C74C0DCA-E794-4CFE-A2BD-C59A7849C3ED}">
      <dgm:prSet/>
      <dgm:spPr/>
      <dgm:t>
        <a:bodyPr/>
        <a:lstStyle/>
        <a:p>
          <a:endParaRPr lang="en-DE"/>
        </a:p>
      </dgm:t>
    </dgm:pt>
    <dgm:pt modelId="{A8BF527B-8D93-422E-8D04-94E5654C2471}" type="sibTrans" cxnId="{C74C0DCA-E794-4CFE-A2BD-C59A7849C3ED}">
      <dgm:prSet/>
      <dgm:spPr>
        <a:solidFill>
          <a:schemeClr val="tx1"/>
        </a:solidFill>
      </dgm:spPr>
      <dgm:t>
        <a:bodyPr/>
        <a:lstStyle/>
        <a:p>
          <a:endParaRPr lang="en-DE"/>
        </a:p>
      </dgm:t>
    </dgm:pt>
    <dgm:pt modelId="{326266F4-1F6D-4C16-9442-77CE0680A067}">
      <dgm:prSet phldrT="[Text]"/>
      <dgm:spPr/>
      <dgm:t>
        <a:bodyPr/>
        <a:lstStyle/>
        <a:p>
          <a:r>
            <a:rPr lang="en-DE" dirty="0">
              <a:solidFill>
                <a:schemeClr val="tx1"/>
              </a:solidFill>
            </a:rPr>
            <a:t>Why? Certify model compliance with the legislation in force, audits,…</a:t>
          </a:r>
          <a:endParaRPr lang="en-DE" dirty="0"/>
        </a:p>
      </dgm:t>
    </dgm:pt>
    <dgm:pt modelId="{A1AA10EB-B852-4289-BD20-F4B040F1C2D5}" type="parTrans" cxnId="{D8C71B47-15BB-4DE8-ADFD-C10585D67DAF}">
      <dgm:prSet/>
      <dgm:spPr/>
      <dgm:t>
        <a:bodyPr/>
        <a:lstStyle/>
        <a:p>
          <a:endParaRPr lang="en-DE"/>
        </a:p>
      </dgm:t>
    </dgm:pt>
    <dgm:pt modelId="{FFF06C44-7F57-478B-863C-40DC67581904}" type="sibTrans" cxnId="{D8C71B47-15BB-4DE8-ADFD-C10585D67DAF}">
      <dgm:prSet/>
      <dgm:spPr/>
      <dgm:t>
        <a:bodyPr/>
        <a:lstStyle/>
        <a:p>
          <a:endParaRPr lang="en-DE"/>
        </a:p>
      </dgm:t>
    </dgm:pt>
    <dgm:pt modelId="{B0DC6555-5F65-4D80-8B10-42C280EE707F}">
      <dgm:prSet phldrT="[Text]"/>
      <dgm:spPr/>
      <dgm:t>
        <a:bodyPr/>
        <a:lstStyle/>
        <a:p>
          <a:r>
            <a:rPr lang="en-DE" dirty="0">
              <a:solidFill>
                <a:schemeClr val="tx1"/>
              </a:solidFill>
            </a:rPr>
            <a:t>Who? Users affected by model decisions</a:t>
          </a:r>
          <a:endParaRPr lang="en-DE" dirty="0"/>
        </a:p>
      </dgm:t>
    </dgm:pt>
    <dgm:pt modelId="{E8774A14-820C-468D-85B9-F77764A82E43}" type="parTrans" cxnId="{3B75CD25-8E99-4175-A17D-34727AA914BE}">
      <dgm:prSet/>
      <dgm:spPr/>
      <dgm:t>
        <a:bodyPr/>
        <a:lstStyle/>
        <a:p>
          <a:endParaRPr lang="en-DE"/>
        </a:p>
      </dgm:t>
    </dgm:pt>
    <dgm:pt modelId="{3E393410-D5FF-447C-B40A-5095C2801E0D}" type="sibTrans" cxnId="{3B75CD25-8E99-4175-A17D-34727AA914BE}">
      <dgm:prSet/>
      <dgm:spPr>
        <a:solidFill>
          <a:schemeClr val="tx1"/>
        </a:solidFill>
      </dgm:spPr>
      <dgm:t>
        <a:bodyPr/>
        <a:lstStyle/>
        <a:p>
          <a:endParaRPr lang="en-DE"/>
        </a:p>
      </dgm:t>
    </dgm:pt>
    <dgm:pt modelId="{161BE967-C7C7-4390-9F3B-9C1F09820CF6}">
      <dgm:prSet phldrT="[Text]"/>
      <dgm:spPr/>
      <dgm:t>
        <a:bodyPr/>
        <a:lstStyle/>
        <a:p>
          <a:r>
            <a:rPr lang="en-DE" dirty="0">
              <a:solidFill>
                <a:schemeClr val="tx1"/>
              </a:solidFill>
            </a:rPr>
            <a:t>Why? Understand their situation, verify fair decisions…</a:t>
          </a:r>
          <a:endParaRPr lang="en-DE" dirty="0"/>
        </a:p>
      </dgm:t>
    </dgm:pt>
    <dgm:pt modelId="{E7ED4F1B-022A-4258-ABDF-CFF295044649}" type="parTrans" cxnId="{CBADEA67-C63B-4267-98C8-E447C33FE04D}">
      <dgm:prSet/>
      <dgm:spPr/>
      <dgm:t>
        <a:bodyPr/>
        <a:lstStyle/>
        <a:p>
          <a:endParaRPr lang="en-DE"/>
        </a:p>
      </dgm:t>
    </dgm:pt>
    <dgm:pt modelId="{500A40D4-1D11-4B68-872E-73FBB5706BF2}" type="sibTrans" cxnId="{CBADEA67-C63B-4267-98C8-E447C33FE04D}">
      <dgm:prSet/>
      <dgm:spPr/>
      <dgm:t>
        <a:bodyPr/>
        <a:lstStyle/>
        <a:p>
          <a:endParaRPr lang="en-DE"/>
        </a:p>
      </dgm:t>
    </dgm:pt>
    <dgm:pt modelId="{5FD08143-07C7-4AF6-8FB3-CC628A650158}">
      <dgm:prSet phldrT="[Text]"/>
      <dgm:spPr/>
      <dgm:t>
        <a:bodyPr/>
        <a:lstStyle/>
        <a:p>
          <a:r>
            <a:rPr lang="en-DE" dirty="0">
              <a:solidFill>
                <a:schemeClr val="tx1"/>
              </a:solidFill>
            </a:rPr>
            <a:t>Who? Data scientists, developers, product </a:t>
          </a:r>
          <a:r>
            <a:rPr lang="en-DE" dirty="0">
              <a:solidFill>
                <a:schemeClr val="tx1"/>
              </a:solidFill>
              <a:latin typeface="Arial" panose="020B0604020202020204"/>
            </a:rPr>
            <a:t>owners</a:t>
          </a:r>
          <a:r>
            <a:rPr lang="en-DE" dirty="0">
              <a:solidFill>
                <a:schemeClr val="tx1"/>
              </a:solidFill>
            </a:rPr>
            <a:t>…</a:t>
          </a:r>
          <a:endParaRPr lang="en-DE" dirty="0"/>
        </a:p>
      </dgm:t>
    </dgm:pt>
    <dgm:pt modelId="{65658173-1C9E-4236-8CE3-2BB42AAC77CA}" type="parTrans" cxnId="{6EE1B8DD-484B-4FA8-A108-3FDC6D05627B}">
      <dgm:prSet/>
      <dgm:spPr/>
      <dgm:t>
        <a:bodyPr/>
        <a:lstStyle/>
        <a:p>
          <a:endParaRPr lang="en-DE"/>
        </a:p>
      </dgm:t>
    </dgm:pt>
    <dgm:pt modelId="{27A83A89-B1C8-4611-A801-1EC57164172B}" type="sibTrans" cxnId="{6EE1B8DD-484B-4FA8-A108-3FDC6D05627B}">
      <dgm:prSet/>
      <dgm:spPr/>
      <dgm:t>
        <a:bodyPr/>
        <a:lstStyle/>
        <a:p>
          <a:endParaRPr lang="en-DE"/>
        </a:p>
      </dgm:t>
    </dgm:pt>
    <dgm:pt modelId="{9EFAEB86-48E0-444C-8F45-FDB69D050F6B}">
      <dgm:prSet phldrT="[Text]"/>
      <dgm:spPr/>
      <dgm:t>
        <a:bodyPr/>
        <a:lstStyle/>
        <a:p>
          <a:r>
            <a:rPr lang="en-DE" dirty="0">
              <a:solidFill>
                <a:schemeClr val="tx1"/>
              </a:solidFill>
            </a:rPr>
            <a:t>Why? Ensure/improve product efficiency. </a:t>
          </a:r>
          <a:r>
            <a:rPr lang="en-GB" dirty="0">
              <a:solidFill>
                <a:schemeClr val="tx1"/>
              </a:solidFill>
            </a:rPr>
            <a:t>R</a:t>
          </a:r>
          <a:r>
            <a:rPr lang="en-DE" dirty="0" err="1">
              <a:solidFill>
                <a:schemeClr val="tx1"/>
              </a:solidFill>
            </a:rPr>
            <a:t>esearch</a:t>
          </a:r>
          <a:r>
            <a:rPr lang="en-DE" dirty="0">
              <a:solidFill>
                <a:schemeClr val="tx1"/>
              </a:solidFill>
            </a:rPr>
            <a:t>. </a:t>
          </a:r>
          <a:r>
            <a:rPr lang="en-GB" dirty="0">
              <a:solidFill>
                <a:schemeClr val="tx1"/>
              </a:solidFill>
            </a:rPr>
            <a:t>N</a:t>
          </a:r>
          <a:r>
            <a:rPr lang="en-DE" dirty="0" err="1">
              <a:solidFill>
                <a:schemeClr val="tx1"/>
              </a:solidFill>
            </a:rPr>
            <a:t>ew</a:t>
          </a:r>
          <a:r>
            <a:rPr lang="en-DE" dirty="0">
              <a:solidFill>
                <a:schemeClr val="tx1"/>
              </a:solidFill>
            </a:rPr>
            <a:t> functionalities…</a:t>
          </a:r>
          <a:endParaRPr lang="en-DE" dirty="0"/>
        </a:p>
      </dgm:t>
    </dgm:pt>
    <dgm:pt modelId="{9524E0AE-B8B9-4592-958B-2E482432EE11}" type="parTrans" cxnId="{8B975A96-9243-4669-B6E7-FA9885B17147}">
      <dgm:prSet/>
      <dgm:spPr/>
      <dgm:t>
        <a:bodyPr/>
        <a:lstStyle/>
        <a:p>
          <a:endParaRPr lang="en-DE"/>
        </a:p>
      </dgm:t>
    </dgm:pt>
    <dgm:pt modelId="{67ED8FCD-9951-4B10-9A10-DA545F77D357}" type="sibTrans" cxnId="{8B975A96-9243-4669-B6E7-FA9885B17147}">
      <dgm:prSet/>
      <dgm:spPr/>
      <dgm:t>
        <a:bodyPr/>
        <a:lstStyle/>
        <a:p>
          <a:endParaRPr lang="en-DE"/>
        </a:p>
      </dgm:t>
    </dgm:pt>
    <dgm:pt modelId="{8854C599-9319-405D-8411-2F3CE29DFD1B}" type="pres">
      <dgm:prSet presAssocID="{1FBCC1E8-0BE0-4F0D-B200-1AB7FCEFBC27}" presName="Name0" presStyleCnt="0">
        <dgm:presLayoutVars>
          <dgm:dir/>
          <dgm:resizeHandles val="exact"/>
        </dgm:presLayoutVars>
      </dgm:prSet>
      <dgm:spPr/>
    </dgm:pt>
    <dgm:pt modelId="{6C62214A-7317-437D-8C0A-8BB3A484D099}" type="pres">
      <dgm:prSet presAssocID="{7E9F3F58-1D6B-4059-BFD3-1CDE133C3E47}" presName="composite" presStyleCnt="0"/>
      <dgm:spPr/>
    </dgm:pt>
    <dgm:pt modelId="{A081592A-F482-4105-942D-91645717C2E8}" type="pres">
      <dgm:prSet presAssocID="{7E9F3F58-1D6B-4059-BFD3-1CDE133C3E47}" presName="imagSh" presStyleLbl="bgImgPlac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rcRect/>
          <a:stretch>
            <a:fillRect l="-8000" r="-8000"/>
          </a:stretch>
        </a:blipFill>
      </dgm:spPr>
    </dgm:pt>
    <dgm:pt modelId="{5449CA47-3263-4AAF-924C-470DE850EBC6}" type="pres">
      <dgm:prSet presAssocID="{7E9F3F58-1D6B-4059-BFD3-1CDE133C3E47}" presName="txNode" presStyleLbl="node1" presStyleIdx="0" presStyleCnt="3">
        <dgm:presLayoutVars>
          <dgm:bulletEnabled val="1"/>
        </dgm:presLayoutVars>
      </dgm:prSet>
      <dgm:spPr/>
    </dgm:pt>
    <dgm:pt modelId="{401147CC-BD09-4E11-B3DC-DBD0C5ABD83B}" type="pres">
      <dgm:prSet presAssocID="{A8BF527B-8D93-422E-8D04-94E5654C2471}" presName="sibTrans" presStyleLbl="sibTrans2D1" presStyleIdx="0" presStyleCnt="2"/>
      <dgm:spPr/>
    </dgm:pt>
    <dgm:pt modelId="{1762F7DA-8645-4E6C-B9B5-BB4DCF9BF8F0}" type="pres">
      <dgm:prSet presAssocID="{A8BF527B-8D93-422E-8D04-94E5654C2471}" presName="connTx" presStyleLbl="sibTrans2D1" presStyleIdx="0" presStyleCnt="2"/>
      <dgm:spPr/>
    </dgm:pt>
    <dgm:pt modelId="{E5778CBE-0541-4CC9-92F3-8E67200F88F2}" type="pres">
      <dgm:prSet presAssocID="{B0DC6555-5F65-4D80-8B10-42C280EE707F}" presName="composite" presStyleCnt="0"/>
      <dgm:spPr/>
    </dgm:pt>
    <dgm:pt modelId="{AE19820A-0D50-438A-B71F-361842D0A2B2}" type="pres">
      <dgm:prSet presAssocID="{B0DC6555-5F65-4D80-8B10-42C280EE707F}" presName="imagSh" presStyleLbl="bgImgPlace1" presStyleIdx="1" presStyleCnt="3"/>
      <dgm:spPr>
        <a:blipFill>
          <a:blip xmlns:r="http://schemas.openxmlformats.org/officeDocument/2006/relationships"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rcRect/>
          <a:stretch>
            <a:fillRect l="-46000" r="-46000"/>
          </a:stretch>
        </a:blipFill>
      </dgm:spPr>
    </dgm:pt>
    <dgm:pt modelId="{84DB207D-34B4-4CD5-8FF3-1095FDAF16D3}" type="pres">
      <dgm:prSet presAssocID="{B0DC6555-5F65-4D80-8B10-42C280EE707F}" presName="txNode" presStyleLbl="node1" presStyleIdx="1" presStyleCnt="3">
        <dgm:presLayoutVars>
          <dgm:bulletEnabled val="1"/>
        </dgm:presLayoutVars>
      </dgm:prSet>
      <dgm:spPr/>
    </dgm:pt>
    <dgm:pt modelId="{85854055-26AB-4F08-BF16-A416658F1471}" type="pres">
      <dgm:prSet presAssocID="{3E393410-D5FF-447C-B40A-5095C2801E0D}" presName="sibTrans" presStyleLbl="sibTrans2D1" presStyleIdx="1" presStyleCnt="2"/>
      <dgm:spPr/>
    </dgm:pt>
    <dgm:pt modelId="{10CAE865-9EC4-4E0F-85EE-BF76E84F5EDF}" type="pres">
      <dgm:prSet presAssocID="{3E393410-D5FF-447C-B40A-5095C2801E0D}" presName="connTx" presStyleLbl="sibTrans2D1" presStyleIdx="1" presStyleCnt="2"/>
      <dgm:spPr/>
    </dgm:pt>
    <dgm:pt modelId="{7C6BF375-9B18-46F2-9C08-E1C54849303F}" type="pres">
      <dgm:prSet presAssocID="{5FD08143-07C7-4AF6-8FB3-CC628A650158}" presName="composite" presStyleCnt="0"/>
      <dgm:spPr/>
    </dgm:pt>
    <dgm:pt modelId="{CAB96702-8D18-4A1A-8B24-378BBA6808FD}" type="pres">
      <dgm:prSet presAssocID="{5FD08143-07C7-4AF6-8FB3-CC628A650158}" presName="imagSh" presStyleLbl="bgImgPlace1" presStyleIdx="2" presStyleCnt="3"/>
      <dgm:spPr>
        <a:blipFill>
          <a:blip xmlns:r="http://schemas.openxmlformats.org/officeDocument/2006/relationships" r:embed="rId6" cstate="print">
            <a:extLst>
              <a:ext uri="{28A0092B-C50C-407E-A947-70E740481C1C}">
                <a14:useLocalDpi xmlns:a14="http://schemas.microsoft.com/office/drawing/2010/main" val="0"/>
              </a:ext>
              <a:ext uri="{837473B0-CC2E-450A-ABE3-18F120FF3D39}">
                <a1611:picAttrSrcUrl xmlns:a1611="http://schemas.microsoft.com/office/drawing/2016/11/main" r:id="rId7"/>
              </a:ext>
            </a:extLst>
          </a:blip>
          <a:srcRect/>
          <a:stretch>
            <a:fillRect l="-25000" r="-25000"/>
          </a:stretch>
        </a:blipFill>
      </dgm:spPr>
    </dgm:pt>
    <dgm:pt modelId="{201430E3-62C5-4477-814F-C1FAE0CCEF66}" type="pres">
      <dgm:prSet presAssocID="{5FD08143-07C7-4AF6-8FB3-CC628A650158}" presName="txNode" presStyleLbl="node1" presStyleIdx="2" presStyleCnt="3">
        <dgm:presLayoutVars>
          <dgm:bulletEnabled val="1"/>
        </dgm:presLayoutVars>
      </dgm:prSet>
      <dgm:spPr/>
    </dgm:pt>
  </dgm:ptLst>
  <dgm:cxnLst>
    <dgm:cxn modelId="{997EAE15-4B99-437A-B0C0-265C7F1F7738}" type="presOf" srcId="{5FD08143-07C7-4AF6-8FB3-CC628A650158}" destId="{201430E3-62C5-4477-814F-C1FAE0CCEF66}" srcOrd="0" destOrd="0" presId="urn:microsoft.com/office/officeart/2005/8/layout/hProcess10"/>
    <dgm:cxn modelId="{CFBBAA19-A644-4C9C-8338-22413BEDE12F}" type="presOf" srcId="{7E9F3F58-1D6B-4059-BFD3-1CDE133C3E47}" destId="{5449CA47-3263-4AAF-924C-470DE850EBC6}" srcOrd="0" destOrd="0" presId="urn:microsoft.com/office/officeart/2005/8/layout/hProcess10"/>
    <dgm:cxn modelId="{3B75CD25-8E99-4175-A17D-34727AA914BE}" srcId="{1FBCC1E8-0BE0-4F0D-B200-1AB7FCEFBC27}" destId="{B0DC6555-5F65-4D80-8B10-42C280EE707F}" srcOrd="1" destOrd="0" parTransId="{E8774A14-820C-468D-85B9-F77764A82E43}" sibTransId="{3E393410-D5FF-447C-B40A-5095C2801E0D}"/>
    <dgm:cxn modelId="{D8C71B47-15BB-4DE8-ADFD-C10585D67DAF}" srcId="{7E9F3F58-1D6B-4059-BFD3-1CDE133C3E47}" destId="{326266F4-1F6D-4C16-9442-77CE0680A067}" srcOrd="0" destOrd="0" parTransId="{A1AA10EB-B852-4289-BD20-F4B040F1C2D5}" sibTransId="{FFF06C44-7F57-478B-863C-40DC67581904}"/>
    <dgm:cxn modelId="{CBADEA67-C63B-4267-98C8-E447C33FE04D}" srcId="{B0DC6555-5F65-4D80-8B10-42C280EE707F}" destId="{161BE967-C7C7-4390-9F3B-9C1F09820CF6}" srcOrd="0" destOrd="0" parTransId="{E7ED4F1B-022A-4258-ABDF-CFF295044649}" sibTransId="{500A40D4-1D11-4B68-872E-73FBB5706BF2}"/>
    <dgm:cxn modelId="{3BED1A6E-07BD-495A-A545-FA932FCFC813}" type="presOf" srcId="{3E393410-D5FF-447C-B40A-5095C2801E0D}" destId="{85854055-26AB-4F08-BF16-A416658F1471}" srcOrd="0" destOrd="0" presId="urn:microsoft.com/office/officeart/2005/8/layout/hProcess10"/>
    <dgm:cxn modelId="{2F6CBF55-B4AF-4D08-8212-0F05F11418E8}" type="presOf" srcId="{A8BF527B-8D93-422E-8D04-94E5654C2471}" destId="{401147CC-BD09-4E11-B3DC-DBD0C5ABD83B}" srcOrd="0" destOrd="0" presId="urn:microsoft.com/office/officeart/2005/8/layout/hProcess10"/>
    <dgm:cxn modelId="{D7E2F192-9CE0-48B9-BAF2-12F7E9BACB6F}" type="presOf" srcId="{161BE967-C7C7-4390-9F3B-9C1F09820CF6}" destId="{84DB207D-34B4-4CD5-8FF3-1095FDAF16D3}" srcOrd="0" destOrd="1" presId="urn:microsoft.com/office/officeart/2005/8/layout/hProcess10"/>
    <dgm:cxn modelId="{DC30F292-B34D-4702-8137-D9101F27283E}" type="presOf" srcId="{B0DC6555-5F65-4D80-8B10-42C280EE707F}" destId="{84DB207D-34B4-4CD5-8FF3-1095FDAF16D3}" srcOrd="0" destOrd="0" presId="urn:microsoft.com/office/officeart/2005/8/layout/hProcess10"/>
    <dgm:cxn modelId="{5E91B293-C797-4EE4-BBBF-CCF5C53FFE01}" type="presOf" srcId="{326266F4-1F6D-4C16-9442-77CE0680A067}" destId="{5449CA47-3263-4AAF-924C-470DE850EBC6}" srcOrd="0" destOrd="1" presId="urn:microsoft.com/office/officeart/2005/8/layout/hProcess10"/>
    <dgm:cxn modelId="{8B975A96-9243-4669-B6E7-FA9885B17147}" srcId="{5FD08143-07C7-4AF6-8FB3-CC628A650158}" destId="{9EFAEB86-48E0-444C-8F45-FDB69D050F6B}" srcOrd="0" destOrd="0" parTransId="{9524E0AE-B8B9-4592-958B-2E482432EE11}" sibTransId="{67ED8FCD-9951-4B10-9A10-DA545F77D357}"/>
    <dgm:cxn modelId="{3A11189D-8CFE-4C31-8441-7B6603BFD02E}" type="presOf" srcId="{A8BF527B-8D93-422E-8D04-94E5654C2471}" destId="{1762F7DA-8645-4E6C-B9B5-BB4DCF9BF8F0}" srcOrd="1" destOrd="0" presId="urn:microsoft.com/office/officeart/2005/8/layout/hProcess10"/>
    <dgm:cxn modelId="{C74C0DCA-E794-4CFE-A2BD-C59A7849C3ED}" srcId="{1FBCC1E8-0BE0-4F0D-B200-1AB7FCEFBC27}" destId="{7E9F3F58-1D6B-4059-BFD3-1CDE133C3E47}" srcOrd="0" destOrd="0" parTransId="{44D183F2-4EEB-48E4-ABB3-C9B24EC39914}" sibTransId="{A8BF527B-8D93-422E-8D04-94E5654C2471}"/>
    <dgm:cxn modelId="{5F6033CD-FB17-4E9A-A7CC-4DC632397D4D}" type="presOf" srcId="{1FBCC1E8-0BE0-4F0D-B200-1AB7FCEFBC27}" destId="{8854C599-9319-405D-8411-2F3CE29DFD1B}" srcOrd="0" destOrd="0" presId="urn:microsoft.com/office/officeart/2005/8/layout/hProcess10"/>
    <dgm:cxn modelId="{36E20CD9-C802-4B78-BD98-78774C0E6C2F}" type="presOf" srcId="{9EFAEB86-48E0-444C-8F45-FDB69D050F6B}" destId="{201430E3-62C5-4477-814F-C1FAE0CCEF66}" srcOrd="0" destOrd="1" presId="urn:microsoft.com/office/officeart/2005/8/layout/hProcess10"/>
    <dgm:cxn modelId="{6EE1B8DD-484B-4FA8-A108-3FDC6D05627B}" srcId="{1FBCC1E8-0BE0-4F0D-B200-1AB7FCEFBC27}" destId="{5FD08143-07C7-4AF6-8FB3-CC628A650158}" srcOrd="2" destOrd="0" parTransId="{65658173-1C9E-4236-8CE3-2BB42AAC77CA}" sibTransId="{27A83A89-B1C8-4611-A801-1EC57164172B}"/>
    <dgm:cxn modelId="{9656CBF1-6908-41B4-9C4F-3E5700DA7F2E}" type="presOf" srcId="{3E393410-D5FF-447C-B40A-5095C2801E0D}" destId="{10CAE865-9EC4-4E0F-85EE-BF76E84F5EDF}" srcOrd="1" destOrd="0" presId="urn:microsoft.com/office/officeart/2005/8/layout/hProcess10"/>
    <dgm:cxn modelId="{F302ABAB-C282-476B-AEA7-BCD69590988E}" type="presParOf" srcId="{8854C599-9319-405D-8411-2F3CE29DFD1B}" destId="{6C62214A-7317-437D-8C0A-8BB3A484D099}" srcOrd="0" destOrd="0" presId="urn:microsoft.com/office/officeart/2005/8/layout/hProcess10"/>
    <dgm:cxn modelId="{AB35E913-7E22-4D7B-B1B1-767DC60F9CFC}" type="presParOf" srcId="{6C62214A-7317-437D-8C0A-8BB3A484D099}" destId="{A081592A-F482-4105-942D-91645717C2E8}" srcOrd="0" destOrd="0" presId="urn:microsoft.com/office/officeart/2005/8/layout/hProcess10"/>
    <dgm:cxn modelId="{98941359-FE17-4445-B7E0-416711D8F788}" type="presParOf" srcId="{6C62214A-7317-437D-8C0A-8BB3A484D099}" destId="{5449CA47-3263-4AAF-924C-470DE850EBC6}" srcOrd="1" destOrd="0" presId="urn:microsoft.com/office/officeart/2005/8/layout/hProcess10"/>
    <dgm:cxn modelId="{91A59AD3-CE28-41E6-ABBD-28E755FD366B}" type="presParOf" srcId="{8854C599-9319-405D-8411-2F3CE29DFD1B}" destId="{401147CC-BD09-4E11-B3DC-DBD0C5ABD83B}" srcOrd="1" destOrd="0" presId="urn:microsoft.com/office/officeart/2005/8/layout/hProcess10"/>
    <dgm:cxn modelId="{C3358A28-2288-4717-8B66-46489BC9222E}" type="presParOf" srcId="{401147CC-BD09-4E11-B3DC-DBD0C5ABD83B}" destId="{1762F7DA-8645-4E6C-B9B5-BB4DCF9BF8F0}" srcOrd="0" destOrd="0" presId="urn:microsoft.com/office/officeart/2005/8/layout/hProcess10"/>
    <dgm:cxn modelId="{EB6ADEE1-C34A-41F2-8055-A5F2C8484014}" type="presParOf" srcId="{8854C599-9319-405D-8411-2F3CE29DFD1B}" destId="{E5778CBE-0541-4CC9-92F3-8E67200F88F2}" srcOrd="2" destOrd="0" presId="urn:microsoft.com/office/officeart/2005/8/layout/hProcess10"/>
    <dgm:cxn modelId="{397916DA-EC43-423F-ABE2-CD38023CAEF9}" type="presParOf" srcId="{E5778CBE-0541-4CC9-92F3-8E67200F88F2}" destId="{AE19820A-0D50-438A-B71F-361842D0A2B2}" srcOrd="0" destOrd="0" presId="urn:microsoft.com/office/officeart/2005/8/layout/hProcess10"/>
    <dgm:cxn modelId="{8AD9866D-C7CA-4A89-A421-30793F0D09B9}" type="presParOf" srcId="{E5778CBE-0541-4CC9-92F3-8E67200F88F2}" destId="{84DB207D-34B4-4CD5-8FF3-1095FDAF16D3}" srcOrd="1" destOrd="0" presId="urn:microsoft.com/office/officeart/2005/8/layout/hProcess10"/>
    <dgm:cxn modelId="{C2521679-2BE1-4F78-B5A4-94B027F04728}" type="presParOf" srcId="{8854C599-9319-405D-8411-2F3CE29DFD1B}" destId="{85854055-26AB-4F08-BF16-A416658F1471}" srcOrd="3" destOrd="0" presId="urn:microsoft.com/office/officeart/2005/8/layout/hProcess10"/>
    <dgm:cxn modelId="{F03B2D2D-C22D-4626-8A54-0059897CAF0B}" type="presParOf" srcId="{85854055-26AB-4F08-BF16-A416658F1471}" destId="{10CAE865-9EC4-4E0F-85EE-BF76E84F5EDF}" srcOrd="0" destOrd="0" presId="urn:microsoft.com/office/officeart/2005/8/layout/hProcess10"/>
    <dgm:cxn modelId="{1D854BBB-A797-41BF-AAA2-89D515BA8181}" type="presParOf" srcId="{8854C599-9319-405D-8411-2F3CE29DFD1B}" destId="{7C6BF375-9B18-46F2-9C08-E1C54849303F}" srcOrd="4" destOrd="0" presId="urn:microsoft.com/office/officeart/2005/8/layout/hProcess10"/>
    <dgm:cxn modelId="{E8A01D9F-2B80-436F-ABE4-A9B5DA8FCCE9}" type="presParOf" srcId="{7C6BF375-9B18-46F2-9C08-E1C54849303F}" destId="{CAB96702-8D18-4A1A-8B24-378BBA6808FD}" srcOrd="0" destOrd="0" presId="urn:microsoft.com/office/officeart/2005/8/layout/hProcess10"/>
    <dgm:cxn modelId="{31629096-DE30-4A40-AC16-07483485CAE6}" type="presParOf" srcId="{7C6BF375-9B18-46F2-9C08-E1C54849303F}" destId="{201430E3-62C5-4477-814F-C1FAE0CCEF66}" srcOrd="1" destOrd="0" presId="urn:microsoft.com/office/officeart/2005/8/layout/hProcess10"/>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8604B34-6592-47A4-A36C-0442A5B9EF6C}" type="doc">
      <dgm:prSet loTypeId="urn:microsoft.com/office/officeart/2005/8/layout/gear1" loCatId="process" qsTypeId="urn:microsoft.com/office/officeart/2005/8/quickstyle/simple1" qsCatId="simple" csTypeId="urn:microsoft.com/office/officeart/2005/8/colors/accent0_3" csCatId="mainScheme" phldr="1"/>
      <dgm:spPr/>
    </dgm:pt>
    <dgm:pt modelId="{BC3CA4D6-1FAB-4809-A19C-2F5C35ECFEED}">
      <dgm:prSet phldrT="[Text]"/>
      <dgm:spPr/>
      <dgm:t>
        <a:bodyPr/>
        <a:lstStyle/>
        <a:p>
          <a:r>
            <a:rPr lang="en-US" dirty="0"/>
            <a:t>User Evaluation Study</a:t>
          </a:r>
          <a:endParaRPr lang="en-DE" dirty="0"/>
        </a:p>
      </dgm:t>
    </dgm:pt>
    <dgm:pt modelId="{3EDB801C-41DD-45BB-8600-8D3105928990}" type="parTrans" cxnId="{78BE0955-783E-4D66-98AA-CE6945B861F3}">
      <dgm:prSet/>
      <dgm:spPr/>
      <dgm:t>
        <a:bodyPr/>
        <a:lstStyle/>
        <a:p>
          <a:endParaRPr lang="en-DE"/>
        </a:p>
      </dgm:t>
    </dgm:pt>
    <dgm:pt modelId="{3B48404E-2786-4BB8-8726-C122AD1880AD}" type="sibTrans" cxnId="{78BE0955-783E-4D66-98AA-CE6945B861F3}">
      <dgm:prSet/>
      <dgm:spPr/>
      <dgm:t>
        <a:bodyPr/>
        <a:lstStyle/>
        <a:p>
          <a:endParaRPr lang="en-DE"/>
        </a:p>
      </dgm:t>
    </dgm:pt>
    <dgm:pt modelId="{BD928D07-DB78-4A08-9DA0-2C7CEFA9457E}">
      <dgm:prSet phldrT="[Text]"/>
      <dgm:spPr/>
      <dgm:t>
        <a:bodyPr/>
        <a:lstStyle/>
        <a:p>
          <a:r>
            <a:rPr lang="en-US" dirty="0"/>
            <a:t>Practices</a:t>
          </a:r>
          <a:endParaRPr lang="en-DE" dirty="0"/>
        </a:p>
      </dgm:t>
    </dgm:pt>
    <dgm:pt modelId="{5E900C55-71B5-4E81-B0BE-5951B00F9306}" type="parTrans" cxnId="{FAE93A1C-44E3-46FA-82BD-7792E9A76C1D}">
      <dgm:prSet/>
      <dgm:spPr/>
      <dgm:t>
        <a:bodyPr/>
        <a:lstStyle/>
        <a:p>
          <a:endParaRPr lang="en-DE"/>
        </a:p>
      </dgm:t>
    </dgm:pt>
    <dgm:pt modelId="{5F872148-0E4B-40F8-B550-64FA3163406A}" type="sibTrans" cxnId="{FAE93A1C-44E3-46FA-82BD-7792E9A76C1D}">
      <dgm:prSet/>
      <dgm:spPr/>
      <dgm:t>
        <a:bodyPr/>
        <a:lstStyle/>
        <a:p>
          <a:endParaRPr lang="en-DE"/>
        </a:p>
      </dgm:t>
    </dgm:pt>
    <dgm:pt modelId="{F06809AC-83E4-46F6-8E6D-ED6084D91E52}">
      <dgm:prSet phldrT="[Text]"/>
      <dgm:spPr/>
      <dgm:t>
        <a:bodyPr/>
        <a:lstStyle/>
        <a:p>
          <a:r>
            <a:rPr lang="en-US" dirty="0"/>
            <a:t>Challenges</a:t>
          </a:r>
          <a:endParaRPr lang="en-DE" dirty="0"/>
        </a:p>
      </dgm:t>
    </dgm:pt>
    <dgm:pt modelId="{4A9321A0-BB55-44F4-8197-A2AC00398E3C}" type="parTrans" cxnId="{CC213641-6E05-409B-A39E-06F8F2552E02}">
      <dgm:prSet/>
      <dgm:spPr/>
      <dgm:t>
        <a:bodyPr/>
        <a:lstStyle/>
        <a:p>
          <a:endParaRPr lang="en-DE"/>
        </a:p>
      </dgm:t>
    </dgm:pt>
    <dgm:pt modelId="{1C228A65-3594-454B-9B71-53D5918D9519}" type="sibTrans" cxnId="{CC213641-6E05-409B-A39E-06F8F2552E02}">
      <dgm:prSet/>
      <dgm:spPr/>
      <dgm:t>
        <a:bodyPr/>
        <a:lstStyle/>
        <a:p>
          <a:endParaRPr lang="en-DE"/>
        </a:p>
      </dgm:t>
    </dgm:pt>
    <dgm:pt modelId="{6549EA3C-1F2A-458F-8C4E-0C1D5F5B74ED}" type="pres">
      <dgm:prSet presAssocID="{18604B34-6592-47A4-A36C-0442A5B9EF6C}" presName="composite" presStyleCnt="0">
        <dgm:presLayoutVars>
          <dgm:chMax val="3"/>
          <dgm:animLvl val="lvl"/>
          <dgm:resizeHandles val="exact"/>
        </dgm:presLayoutVars>
      </dgm:prSet>
      <dgm:spPr/>
    </dgm:pt>
    <dgm:pt modelId="{2A6AB816-E3A5-4841-AEB6-5B3313A0EE56}" type="pres">
      <dgm:prSet presAssocID="{BC3CA4D6-1FAB-4809-A19C-2F5C35ECFEED}" presName="gear1" presStyleLbl="node1" presStyleIdx="0" presStyleCnt="3">
        <dgm:presLayoutVars>
          <dgm:chMax val="1"/>
          <dgm:bulletEnabled val="1"/>
        </dgm:presLayoutVars>
      </dgm:prSet>
      <dgm:spPr/>
    </dgm:pt>
    <dgm:pt modelId="{E1C56675-C88F-4F3D-A0E8-991B526176BD}" type="pres">
      <dgm:prSet presAssocID="{BC3CA4D6-1FAB-4809-A19C-2F5C35ECFEED}" presName="gear1srcNode" presStyleLbl="node1" presStyleIdx="0" presStyleCnt="3"/>
      <dgm:spPr/>
    </dgm:pt>
    <dgm:pt modelId="{916BFA02-1810-4AE4-A369-277A9B4D0051}" type="pres">
      <dgm:prSet presAssocID="{BC3CA4D6-1FAB-4809-A19C-2F5C35ECFEED}" presName="gear1dstNode" presStyleLbl="node1" presStyleIdx="0" presStyleCnt="3"/>
      <dgm:spPr/>
    </dgm:pt>
    <dgm:pt modelId="{6DAB2889-4AD9-4FD2-B3C3-1AF099FF0C9C}" type="pres">
      <dgm:prSet presAssocID="{BD928D07-DB78-4A08-9DA0-2C7CEFA9457E}" presName="gear2" presStyleLbl="node1" presStyleIdx="1" presStyleCnt="3">
        <dgm:presLayoutVars>
          <dgm:chMax val="1"/>
          <dgm:bulletEnabled val="1"/>
        </dgm:presLayoutVars>
      </dgm:prSet>
      <dgm:spPr/>
    </dgm:pt>
    <dgm:pt modelId="{14A16084-04EA-4B96-8718-234DAF9F7FB2}" type="pres">
      <dgm:prSet presAssocID="{BD928D07-DB78-4A08-9DA0-2C7CEFA9457E}" presName="gear2srcNode" presStyleLbl="node1" presStyleIdx="1" presStyleCnt="3"/>
      <dgm:spPr/>
    </dgm:pt>
    <dgm:pt modelId="{EBFDBF72-54AF-483D-A38A-B9A870C25D74}" type="pres">
      <dgm:prSet presAssocID="{BD928D07-DB78-4A08-9DA0-2C7CEFA9457E}" presName="gear2dstNode" presStyleLbl="node1" presStyleIdx="1" presStyleCnt="3"/>
      <dgm:spPr/>
    </dgm:pt>
    <dgm:pt modelId="{03EBD652-E991-403C-8D5E-4F886068F2FC}" type="pres">
      <dgm:prSet presAssocID="{F06809AC-83E4-46F6-8E6D-ED6084D91E52}" presName="gear3" presStyleLbl="node1" presStyleIdx="2" presStyleCnt="3"/>
      <dgm:spPr/>
    </dgm:pt>
    <dgm:pt modelId="{13E1704F-D116-4E75-A7DD-3F08DC550E66}" type="pres">
      <dgm:prSet presAssocID="{F06809AC-83E4-46F6-8E6D-ED6084D91E52}" presName="gear3tx" presStyleLbl="node1" presStyleIdx="2" presStyleCnt="3">
        <dgm:presLayoutVars>
          <dgm:chMax val="1"/>
          <dgm:bulletEnabled val="1"/>
        </dgm:presLayoutVars>
      </dgm:prSet>
      <dgm:spPr/>
    </dgm:pt>
    <dgm:pt modelId="{7F271F4D-BC72-411B-B662-0163719F9210}" type="pres">
      <dgm:prSet presAssocID="{F06809AC-83E4-46F6-8E6D-ED6084D91E52}" presName="gear3srcNode" presStyleLbl="node1" presStyleIdx="2" presStyleCnt="3"/>
      <dgm:spPr/>
    </dgm:pt>
    <dgm:pt modelId="{C60A64A2-4D60-4CE3-AEC8-7FF6CC6A0C06}" type="pres">
      <dgm:prSet presAssocID="{F06809AC-83E4-46F6-8E6D-ED6084D91E52}" presName="gear3dstNode" presStyleLbl="node1" presStyleIdx="2" presStyleCnt="3"/>
      <dgm:spPr/>
    </dgm:pt>
    <dgm:pt modelId="{214F5C4D-D185-4266-BFB2-62F1E98ABBDB}" type="pres">
      <dgm:prSet presAssocID="{3B48404E-2786-4BB8-8726-C122AD1880AD}" presName="connector1" presStyleLbl="sibTrans2D1" presStyleIdx="0" presStyleCnt="3"/>
      <dgm:spPr/>
    </dgm:pt>
    <dgm:pt modelId="{99FDB6BB-7DC2-4B0C-AD48-2375370B26D9}" type="pres">
      <dgm:prSet presAssocID="{5F872148-0E4B-40F8-B550-64FA3163406A}" presName="connector2" presStyleLbl="sibTrans2D1" presStyleIdx="1" presStyleCnt="3"/>
      <dgm:spPr/>
    </dgm:pt>
    <dgm:pt modelId="{C1D7FEBD-D067-4B9E-9E6E-D945D6F5E5FF}" type="pres">
      <dgm:prSet presAssocID="{1C228A65-3594-454B-9B71-53D5918D9519}" presName="connector3" presStyleLbl="sibTrans2D1" presStyleIdx="2" presStyleCnt="3"/>
      <dgm:spPr/>
    </dgm:pt>
  </dgm:ptLst>
  <dgm:cxnLst>
    <dgm:cxn modelId="{FAE93A1C-44E3-46FA-82BD-7792E9A76C1D}" srcId="{18604B34-6592-47A4-A36C-0442A5B9EF6C}" destId="{BD928D07-DB78-4A08-9DA0-2C7CEFA9457E}" srcOrd="1" destOrd="0" parTransId="{5E900C55-71B5-4E81-B0BE-5951B00F9306}" sibTransId="{5F872148-0E4B-40F8-B550-64FA3163406A}"/>
    <dgm:cxn modelId="{339E1D26-DD24-4B77-BF82-BC85114DB0BE}" type="presOf" srcId="{F06809AC-83E4-46F6-8E6D-ED6084D91E52}" destId="{7F271F4D-BC72-411B-B662-0163719F9210}" srcOrd="2" destOrd="0" presId="urn:microsoft.com/office/officeart/2005/8/layout/gear1"/>
    <dgm:cxn modelId="{CC213641-6E05-409B-A39E-06F8F2552E02}" srcId="{18604B34-6592-47A4-A36C-0442A5B9EF6C}" destId="{F06809AC-83E4-46F6-8E6D-ED6084D91E52}" srcOrd="2" destOrd="0" parTransId="{4A9321A0-BB55-44F4-8197-A2AC00398E3C}" sibTransId="{1C228A65-3594-454B-9B71-53D5918D9519}"/>
    <dgm:cxn modelId="{59C6EE6D-B989-4959-8B88-16044C2515D0}" type="presOf" srcId="{F06809AC-83E4-46F6-8E6D-ED6084D91E52}" destId="{13E1704F-D116-4E75-A7DD-3F08DC550E66}" srcOrd="1" destOrd="0" presId="urn:microsoft.com/office/officeart/2005/8/layout/gear1"/>
    <dgm:cxn modelId="{11DC5A52-64CF-417A-984A-3AD59A0B8500}" type="presOf" srcId="{5F872148-0E4B-40F8-B550-64FA3163406A}" destId="{99FDB6BB-7DC2-4B0C-AD48-2375370B26D9}" srcOrd="0" destOrd="0" presId="urn:microsoft.com/office/officeart/2005/8/layout/gear1"/>
    <dgm:cxn modelId="{78BE0955-783E-4D66-98AA-CE6945B861F3}" srcId="{18604B34-6592-47A4-A36C-0442A5B9EF6C}" destId="{BC3CA4D6-1FAB-4809-A19C-2F5C35ECFEED}" srcOrd="0" destOrd="0" parTransId="{3EDB801C-41DD-45BB-8600-8D3105928990}" sibTransId="{3B48404E-2786-4BB8-8726-C122AD1880AD}"/>
    <dgm:cxn modelId="{6882CD83-4447-4345-847A-EE21E0FDE168}" type="presOf" srcId="{18604B34-6592-47A4-A36C-0442A5B9EF6C}" destId="{6549EA3C-1F2A-458F-8C4E-0C1D5F5B74ED}" srcOrd="0" destOrd="0" presId="urn:microsoft.com/office/officeart/2005/8/layout/gear1"/>
    <dgm:cxn modelId="{DB636D9C-8010-49F8-823C-0FBD063FE5F9}" type="presOf" srcId="{3B48404E-2786-4BB8-8726-C122AD1880AD}" destId="{214F5C4D-D185-4266-BFB2-62F1E98ABBDB}" srcOrd="0" destOrd="0" presId="urn:microsoft.com/office/officeart/2005/8/layout/gear1"/>
    <dgm:cxn modelId="{AF29A0BA-F676-41A3-B9FF-183116689A71}" type="presOf" srcId="{1C228A65-3594-454B-9B71-53D5918D9519}" destId="{C1D7FEBD-D067-4B9E-9E6E-D945D6F5E5FF}" srcOrd="0" destOrd="0" presId="urn:microsoft.com/office/officeart/2005/8/layout/gear1"/>
    <dgm:cxn modelId="{03F949C1-BE21-4CDF-B545-8ABF655A0D04}" type="presOf" srcId="{BC3CA4D6-1FAB-4809-A19C-2F5C35ECFEED}" destId="{2A6AB816-E3A5-4841-AEB6-5B3313A0EE56}" srcOrd="0" destOrd="0" presId="urn:microsoft.com/office/officeart/2005/8/layout/gear1"/>
    <dgm:cxn modelId="{F3E119D0-851C-42C0-9AFB-EB12AC149B11}" type="presOf" srcId="{BC3CA4D6-1FAB-4809-A19C-2F5C35ECFEED}" destId="{E1C56675-C88F-4F3D-A0E8-991B526176BD}" srcOrd="1" destOrd="0" presId="urn:microsoft.com/office/officeart/2005/8/layout/gear1"/>
    <dgm:cxn modelId="{AFEB70DC-B487-41F3-9DBF-AE66A7FAB5EC}" type="presOf" srcId="{BD928D07-DB78-4A08-9DA0-2C7CEFA9457E}" destId="{EBFDBF72-54AF-483D-A38A-B9A870C25D74}" srcOrd="2" destOrd="0" presId="urn:microsoft.com/office/officeart/2005/8/layout/gear1"/>
    <dgm:cxn modelId="{6BA520E0-28BA-4A1E-AB79-FBA19001B03E}" type="presOf" srcId="{BD928D07-DB78-4A08-9DA0-2C7CEFA9457E}" destId="{14A16084-04EA-4B96-8718-234DAF9F7FB2}" srcOrd="1" destOrd="0" presId="urn:microsoft.com/office/officeart/2005/8/layout/gear1"/>
    <dgm:cxn modelId="{7A4AFBE9-AB39-49DF-9F4F-CD98262E3478}" type="presOf" srcId="{BD928D07-DB78-4A08-9DA0-2C7CEFA9457E}" destId="{6DAB2889-4AD9-4FD2-B3C3-1AF099FF0C9C}" srcOrd="0" destOrd="0" presId="urn:microsoft.com/office/officeart/2005/8/layout/gear1"/>
    <dgm:cxn modelId="{2768E9F6-AF22-4BF7-B3CC-DAE6EF724079}" type="presOf" srcId="{F06809AC-83E4-46F6-8E6D-ED6084D91E52}" destId="{03EBD652-E991-403C-8D5E-4F886068F2FC}" srcOrd="0" destOrd="0" presId="urn:microsoft.com/office/officeart/2005/8/layout/gear1"/>
    <dgm:cxn modelId="{9785EFFA-E824-49D9-A058-62D9E075F8E9}" type="presOf" srcId="{F06809AC-83E4-46F6-8E6D-ED6084D91E52}" destId="{C60A64A2-4D60-4CE3-AEC8-7FF6CC6A0C06}" srcOrd="3" destOrd="0" presId="urn:microsoft.com/office/officeart/2005/8/layout/gear1"/>
    <dgm:cxn modelId="{A51753FE-9969-4CAB-8667-5FC9E861C8D6}" type="presOf" srcId="{BC3CA4D6-1FAB-4809-A19C-2F5C35ECFEED}" destId="{916BFA02-1810-4AE4-A369-277A9B4D0051}" srcOrd="2" destOrd="0" presId="urn:microsoft.com/office/officeart/2005/8/layout/gear1"/>
    <dgm:cxn modelId="{D1790A14-DDEA-4A1F-8BD4-44EDFBFFB139}" type="presParOf" srcId="{6549EA3C-1F2A-458F-8C4E-0C1D5F5B74ED}" destId="{2A6AB816-E3A5-4841-AEB6-5B3313A0EE56}" srcOrd="0" destOrd="0" presId="urn:microsoft.com/office/officeart/2005/8/layout/gear1"/>
    <dgm:cxn modelId="{478514EC-E837-4929-974C-BA8D349FA90B}" type="presParOf" srcId="{6549EA3C-1F2A-458F-8C4E-0C1D5F5B74ED}" destId="{E1C56675-C88F-4F3D-A0E8-991B526176BD}" srcOrd="1" destOrd="0" presId="urn:microsoft.com/office/officeart/2005/8/layout/gear1"/>
    <dgm:cxn modelId="{40729CE3-BB69-48B3-8A35-4C7B3472EFA1}" type="presParOf" srcId="{6549EA3C-1F2A-458F-8C4E-0C1D5F5B74ED}" destId="{916BFA02-1810-4AE4-A369-277A9B4D0051}" srcOrd="2" destOrd="0" presId="urn:microsoft.com/office/officeart/2005/8/layout/gear1"/>
    <dgm:cxn modelId="{C91219B7-6B6F-47F3-8C0F-490D8F1F8754}" type="presParOf" srcId="{6549EA3C-1F2A-458F-8C4E-0C1D5F5B74ED}" destId="{6DAB2889-4AD9-4FD2-B3C3-1AF099FF0C9C}" srcOrd="3" destOrd="0" presId="urn:microsoft.com/office/officeart/2005/8/layout/gear1"/>
    <dgm:cxn modelId="{E26C6162-325F-457E-A42A-07F49805A3B6}" type="presParOf" srcId="{6549EA3C-1F2A-458F-8C4E-0C1D5F5B74ED}" destId="{14A16084-04EA-4B96-8718-234DAF9F7FB2}" srcOrd="4" destOrd="0" presId="urn:microsoft.com/office/officeart/2005/8/layout/gear1"/>
    <dgm:cxn modelId="{E84F8CA6-60E2-49A8-9AD4-13ED51AEC547}" type="presParOf" srcId="{6549EA3C-1F2A-458F-8C4E-0C1D5F5B74ED}" destId="{EBFDBF72-54AF-483D-A38A-B9A870C25D74}" srcOrd="5" destOrd="0" presId="urn:microsoft.com/office/officeart/2005/8/layout/gear1"/>
    <dgm:cxn modelId="{CC94A816-3691-4825-9B8F-8D8DDE266871}" type="presParOf" srcId="{6549EA3C-1F2A-458F-8C4E-0C1D5F5B74ED}" destId="{03EBD652-E991-403C-8D5E-4F886068F2FC}" srcOrd="6" destOrd="0" presId="urn:microsoft.com/office/officeart/2005/8/layout/gear1"/>
    <dgm:cxn modelId="{5373C81E-389F-4CCC-83CC-9DD761951AF6}" type="presParOf" srcId="{6549EA3C-1F2A-458F-8C4E-0C1D5F5B74ED}" destId="{13E1704F-D116-4E75-A7DD-3F08DC550E66}" srcOrd="7" destOrd="0" presId="urn:microsoft.com/office/officeart/2005/8/layout/gear1"/>
    <dgm:cxn modelId="{4D8CD3FE-DE4A-4FEF-BD29-39A31BFDC934}" type="presParOf" srcId="{6549EA3C-1F2A-458F-8C4E-0C1D5F5B74ED}" destId="{7F271F4D-BC72-411B-B662-0163719F9210}" srcOrd="8" destOrd="0" presId="urn:microsoft.com/office/officeart/2005/8/layout/gear1"/>
    <dgm:cxn modelId="{58C64A2C-0806-47EC-A175-88A479172E6E}" type="presParOf" srcId="{6549EA3C-1F2A-458F-8C4E-0C1D5F5B74ED}" destId="{C60A64A2-4D60-4CE3-AEC8-7FF6CC6A0C06}" srcOrd="9" destOrd="0" presId="urn:microsoft.com/office/officeart/2005/8/layout/gear1"/>
    <dgm:cxn modelId="{24C658EB-0107-4F20-90F3-9C2540BCE136}" type="presParOf" srcId="{6549EA3C-1F2A-458F-8C4E-0C1D5F5B74ED}" destId="{214F5C4D-D185-4266-BFB2-62F1E98ABBDB}" srcOrd="10" destOrd="0" presId="urn:microsoft.com/office/officeart/2005/8/layout/gear1"/>
    <dgm:cxn modelId="{29FB6AA8-94A7-4BC0-A705-FB2560E22DD1}" type="presParOf" srcId="{6549EA3C-1F2A-458F-8C4E-0C1D5F5B74ED}" destId="{99FDB6BB-7DC2-4B0C-AD48-2375370B26D9}" srcOrd="11" destOrd="0" presId="urn:microsoft.com/office/officeart/2005/8/layout/gear1"/>
    <dgm:cxn modelId="{5A0ACB02-CB4F-4A14-B20C-68F022C1E6A8}" type="presParOf" srcId="{6549EA3C-1F2A-458F-8C4E-0C1D5F5B74ED}" destId="{C1D7FEBD-D067-4B9E-9E6E-D945D6F5E5FF}" srcOrd="12" destOrd="0" presId="urn:microsoft.com/office/officeart/2005/8/layout/gear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81592A-F482-4105-942D-91645717C2E8}">
      <dsp:nvSpPr>
        <dsp:cNvPr id="0" name=""/>
        <dsp:cNvSpPr/>
      </dsp:nvSpPr>
      <dsp:spPr>
        <a:xfrm>
          <a:off x="3595" y="667719"/>
          <a:ext cx="1693984" cy="1693984"/>
        </a:xfrm>
        <a:prstGeom prst="roundRect">
          <a:avLst>
            <a:gd name="adj" fmla="val 10000"/>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rcRect/>
          <a:stretch>
            <a:fillRect l="-8000" r="-8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449CA47-3263-4AAF-924C-470DE850EBC6}">
      <dsp:nvSpPr>
        <dsp:cNvPr id="0" name=""/>
        <dsp:cNvSpPr/>
      </dsp:nvSpPr>
      <dsp:spPr>
        <a:xfrm>
          <a:off x="279360" y="1684110"/>
          <a:ext cx="1693984" cy="169398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DE" sz="1400" kern="1200" dirty="0">
              <a:solidFill>
                <a:schemeClr val="tx1"/>
              </a:solidFill>
            </a:rPr>
            <a:t>Who? Regulatory entities/agencies</a:t>
          </a:r>
          <a:endParaRPr lang="en-DE" sz="1400" kern="1200" dirty="0"/>
        </a:p>
        <a:p>
          <a:pPr marL="57150" lvl="1" indent="-57150" algn="l" defTabSz="488950">
            <a:lnSpc>
              <a:spcPct val="90000"/>
            </a:lnSpc>
            <a:spcBef>
              <a:spcPct val="0"/>
            </a:spcBef>
            <a:spcAft>
              <a:spcPct val="15000"/>
            </a:spcAft>
            <a:buChar char="•"/>
          </a:pPr>
          <a:r>
            <a:rPr lang="en-DE" sz="1100" kern="1200" dirty="0">
              <a:solidFill>
                <a:schemeClr val="tx1"/>
              </a:solidFill>
            </a:rPr>
            <a:t>Why? Certify model compliance with the legislation in force, audits,…</a:t>
          </a:r>
          <a:endParaRPr lang="en-DE" sz="1100" kern="1200" dirty="0"/>
        </a:p>
      </dsp:txBody>
      <dsp:txXfrm>
        <a:off x="328975" y="1733725"/>
        <a:ext cx="1594754" cy="1594754"/>
      </dsp:txXfrm>
    </dsp:sp>
    <dsp:sp modelId="{401147CC-BD09-4E11-B3DC-DBD0C5ABD83B}">
      <dsp:nvSpPr>
        <dsp:cNvPr id="0" name=""/>
        <dsp:cNvSpPr/>
      </dsp:nvSpPr>
      <dsp:spPr>
        <a:xfrm>
          <a:off x="2023879" y="1311191"/>
          <a:ext cx="326298" cy="407040"/>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DE" sz="1100" kern="1200"/>
        </a:p>
      </dsp:txBody>
      <dsp:txXfrm>
        <a:off x="2023879" y="1392599"/>
        <a:ext cx="228409" cy="244224"/>
      </dsp:txXfrm>
    </dsp:sp>
    <dsp:sp modelId="{AE19820A-0D50-438A-B71F-361842D0A2B2}">
      <dsp:nvSpPr>
        <dsp:cNvPr id="0" name=""/>
        <dsp:cNvSpPr/>
      </dsp:nvSpPr>
      <dsp:spPr>
        <a:xfrm>
          <a:off x="2629862" y="667719"/>
          <a:ext cx="1693984" cy="1693984"/>
        </a:xfrm>
        <a:prstGeom prst="roundRect">
          <a:avLst>
            <a:gd name="adj" fmla="val 10000"/>
          </a:avLst>
        </a:prstGeom>
        <a:blipFill>
          <a:blip xmlns:r="http://schemas.openxmlformats.org/officeDocument/2006/relationships"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rcRect/>
          <a:stretch>
            <a:fillRect l="-46000" r="-46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4DB207D-34B4-4CD5-8FF3-1095FDAF16D3}">
      <dsp:nvSpPr>
        <dsp:cNvPr id="0" name=""/>
        <dsp:cNvSpPr/>
      </dsp:nvSpPr>
      <dsp:spPr>
        <a:xfrm>
          <a:off x="2905627" y="1684110"/>
          <a:ext cx="1693984" cy="169398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DE" sz="1400" kern="1200" dirty="0">
              <a:solidFill>
                <a:schemeClr val="tx1"/>
              </a:solidFill>
            </a:rPr>
            <a:t>Who? Users affected by model decisions</a:t>
          </a:r>
          <a:endParaRPr lang="en-DE" sz="1400" kern="1200" dirty="0"/>
        </a:p>
        <a:p>
          <a:pPr marL="57150" lvl="1" indent="-57150" algn="l" defTabSz="488950">
            <a:lnSpc>
              <a:spcPct val="90000"/>
            </a:lnSpc>
            <a:spcBef>
              <a:spcPct val="0"/>
            </a:spcBef>
            <a:spcAft>
              <a:spcPct val="15000"/>
            </a:spcAft>
            <a:buChar char="•"/>
          </a:pPr>
          <a:r>
            <a:rPr lang="en-DE" sz="1100" kern="1200" dirty="0">
              <a:solidFill>
                <a:schemeClr val="tx1"/>
              </a:solidFill>
            </a:rPr>
            <a:t>Why? Understand their situation, verify fair decisions…</a:t>
          </a:r>
          <a:endParaRPr lang="en-DE" sz="1100" kern="1200" dirty="0"/>
        </a:p>
      </dsp:txBody>
      <dsp:txXfrm>
        <a:off x="2955242" y="1733725"/>
        <a:ext cx="1594754" cy="1594754"/>
      </dsp:txXfrm>
    </dsp:sp>
    <dsp:sp modelId="{85854055-26AB-4F08-BF16-A416658F1471}">
      <dsp:nvSpPr>
        <dsp:cNvPr id="0" name=""/>
        <dsp:cNvSpPr/>
      </dsp:nvSpPr>
      <dsp:spPr>
        <a:xfrm>
          <a:off x="4650146" y="1311191"/>
          <a:ext cx="326298" cy="407040"/>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DE" sz="1100" kern="1200"/>
        </a:p>
      </dsp:txBody>
      <dsp:txXfrm>
        <a:off x="4650146" y="1392599"/>
        <a:ext cx="228409" cy="244224"/>
      </dsp:txXfrm>
    </dsp:sp>
    <dsp:sp modelId="{CAB96702-8D18-4A1A-8B24-378BBA6808FD}">
      <dsp:nvSpPr>
        <dsp:cNvPr id="0" name=""/>
        <dsp:cNvSpPr/>
      </dsp:nvSpPr>
      <dsp:spPr>
        <a:xfrm>
          <a:off x="5256129" y="667719"/>
          <a:ext cx="1693984" cy="1693984"/>
        </a:xfrm>
        <a:prstGeom prst="roundRect">
          <a:avLst>
            <a:gd name="adj" fmla="val 10000"/>
          </a:avLst>
        </a:prstGeom>
        <a:blipFill>
          <a:blip xmlns:r="http://schemas.openxmlformats.org/officeDocument/2006/relationships" r:embed="rId6" cstate="print">
            <a:extLst>
              <a:ext uri="{28A0092B-C50C-407E-A947-70E740481C1C}">
                <a14:useLocalDpi xmlns:a14="http://schemas.microsoft.com/office/drawing/2010/main" val="0"/>
              </a:ext>
              <a:ext uri="{837473B0-CC2E-450A-ABE3-18F120FF3D39}">
                <a1611:picAttrSrcUrl xmlns:a1611="http://schemas.microsoft.com/office/drawing/2016/11/main" r:id="rId7"/>
              </a:ext>
            </a:extLst>
          </a:blip>
          <a:srcRect/>
          <a:stretch>
            <a:fillRect l="-25000" r="-25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01430E3-62C5-4477-814F-C1FAE0CCEF66}">
      <dsp:nvSpPr>
        <dsp:cNvPr id="0" name=""/>
        <dsp:cNvSpPr/>
      </dsp:nvSpPr>
      <dsp:spPr>
        <a:xfrm>
          <a:off x="5531894" y="1684110"/>
          <a:ext cx="1693984" cy="169398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DE" sz="1400" kern="1200" dirty="0">
              <a:solidFill>
                <a:schemeClr val="tx1"/>
              </a:solidFill>
            </a:rPr>
            <a:t>Who? Data scientists, developers, product </a:t>
          </a:r>
          <a:r>
            <a:rPr lang="en-DE" sz="1400" kern="1200" dirty="0">
              <a:solidFill>
                <a:schemeClr val="tx1"/>
              </a:solidFill>
              <a:latin typeface="Arial" panose="020B0604020202020204"/>
            </a:rPr>
            <a:t>owners</a:t>
          </a:r>
          <a:r>
            <a:rPr lang="en-DE" sz="1400" kern="1200" dirty="0">
              <a:solidFill>
                <a:schemeClr val="tx1"/>
              </a:solidFill>
            </a:rPr>
            <a:t>…</a:t>
          </a:r>
          <a:endParaRPr lang="en-DE" sz="1400" kern="1200" dirty="0"/>
        </a:p>
        <a:p>
          <a:pPr marL="57150" lvl="1" indent="-57150" algn="l" defTabSz="488950">
            <a:lnSpc>
              <a:spcPct val="90000"/>
            </a:lnSpc>
            <a:spcBef>
              <a:spcPct val="0"/>
            </a:spcBef>
            <a:spcAft>
              <a:spcPct val="15000"/>
            </a:spcAft>
            <a:buChar char="•"/>
          </a:pPr>
          <a:r>
            <a:rPr lang="en-DE" sz="1100" kern="1200" dirty="0">
              <a:solidFill>
                <a:schemeClr val="tx1"/>
              </a:solidFill>
            </a:rPr>
            <a:t>Why? Ensure/improve product efficiency. </a:t>
          </a:r>
          <a:r>
            <a:rPr lang="en-GB" sz="1100" kern="1200" dirty="0">
              <a:solidFill>
                <a:schemeClr val="tx1"/>
              </a:solidFill>
            </a:rPr>
            <a:t>R</a:t>
          </a:r>
          <a:r>
            <a:rPr lang="en-DE" sz="1100" kern="1200" dirty="0" err="1">
              <a:solidFill>
                <a:schemeClr val="tx1"/>
              </a:solidFill>
            </a:rPr>
            <a:t>esearch</a:t>
          </a:r>
          <a:r>
            <a:rPr lang="en-DE" sz="1100" kern="1200" dirty="0">
              <a:solidFill>
                <a:schemeClr val="tx1"/>
              </a:solidFill>
            </a:rPr>
            <a:t>. </a:t>
          </a:r>
          <a:r>
            <a:rPr lang="en-GB" sz="1100" kern="1200" dirty="0">
              <a:solidFill>
                <a:schemeClr val="tx1"/>
              </a:solidFill>
            </a:rPr>
            <a:t>N</a:t>
          </a:r>
          <a:r>
            <a:rPr lang="en-DE" sz="1100" kern="1200" dirty="0" err="1">
              <a:solidFill>
                <a:schemeClr val="tx1"/>
              </a:solidFill>
            </a:rPr>
            <a:t>ew</a:t>
          </a:r>
          <a:r>
            <a:rPr lang="en-DE" sz="1100" kern="1200" dirty="0">
              <a:solidFill>
                <a:schemeClr val="tx1"/>
              </a:solidFill>
            </a:rPr>
            <a:t> functionalities…</a:t>
          </a:r>
          <a:endParaRPr lang="en-DE" sz="1100" kern="1200" dirty="0"/>
        </a:p>
      </dsp:txBody>
      <dsp:txXfrm>
        <a:off x="5581509" y="1733725"/>
        <a:ext cx="1594754" cy="159475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6AB816-E3A5-4841-AEB6-5B3313A0EE56}">
      <dsp:nvSpPr>
        <dsp:cNvPr id="0" name=""/>
        <dsp:cNvSpPr/>
      </dsp:nvSpPr>
      <dsp:spPr>
        <a:xfrm>
          <a:off x="2057810" y="1431508"/>
          <a:ext cx="1749622" cy="1749622"/>
        </a:xfrm>
        <a:prstGeom prst="gear9">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sz="1000" kern="1200" dirty="0"/>
            <a:t>User Evaluation Study</a:t>
          </a:r>
          <a:endParaRPr lang="en-DE" sz="1000" kern="1200" dirty="0"/>
        </a:p>
      </dsp:txBody>
      <dsp:txXfrm>
        <a:off x="2409562" y="1841349"/>
        <a:ext cx="1046118" cy="899341"/>
      </dsp:txXfrm>
    </dsp:sp>
    <dsp:sp modelId="{6DAB2889-4AD9-4FD2-B3C3-1AF099FF0C9C}">
      <dsp:nvSpPr>
        <dsp:cNvPr id="0" name=""/>
        <dsp:cNvSpPr/>
      </dsp:nvSpPr>
      <dsp:spPr>
        <a:xfrm>
          <a:off x="1039848" y="1017961"/>
          <a:ext cx="1272452" cy="1272452"/>
        </a:xfrm>
        <a:prstGeom prst="gear6">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sz="1000" kern="1200" dirty="0"/>
            <a:t>Practices</a:t>
          </a:r>
          <a:endParaRPr lang="en-DE" sz="1000" kern="1200" dirty="0"/>
        </a:p>
      </dsp:txBody>
      <dsp:txXfrm>
        <a:off x="1360192" y="1340241"/>
        <a:ext cx="631764" cy="627892"/>
      </dsp:txXfrm>
    </dsp:sp>
    <dsp:sp modelId="{03EBD652-E991-403C-8D5E-4F886068F2FC}">
      <dsp:nvSpPr>
        <dsp:cNvPr id="0" name=""/>
        <dsp:cNvSpPr/>
      </dsp:nvSpPr>
      <dsp:spPr>
        <a:xfrm rot="20700000">
          <a:off x="1752551" y="140099"/>
          <a:ext cx="1246743" cy="1246743"/>
        </a:xfrm>
        <a:prstGeom prst="gear6">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sz="1000" kern="1200" dirty="0"/>
            <a:t>Challenges</a:t>
          </a:r>
          <a:endParaRPr lang="en-DE" sz="1000" kern="1200" dirty="0"/>
        </a:p>
      </dsp:txBody>
      <dsp:txXfrm rot="-20700000">
        <a:off x="2025999" y="413547"/>
        <a:ext cx="699848" cy="699848"/>
      </dsp:txXfrm>
    </dsp:sp>
    <dsp:sp modelId="{214F5C4D-D185-4266-BFB2-62F1E98ABBDB}">
      <dsp:nvSpPr>
        <dsp:cNvPr id="0" name=""/>
        <dsp:cNvSpPr/>
      </dsp:nvSpPr>
      <dsp:spPr>
        <a:xfrm>
          <a:off x="1912478" y="1173579"/>
          <a:ext cx="2239516" cy="2239516"/>
        </a:xfrm>
        <a:prstGeom prst="circularArrow">
          <a:avLst>
            <a:gd name="adj1" fmla="val 4687"/>
            <a:gd name="adj2" fmla="val 299029"/>
            <a:gd name="adj3" fmla="val 2485945"/>
            <a:gd name="adj4" fmla="val 15927983"/>
            <a:gd name="adj5" fmla="val 5469"/>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9FDB6BB-7DC2-4B0C-AD48-2375370B26D9}">
      <dsp:nvSpPr>
        <dsp:cNvPr id="0" name=""/>
        <dsp:cNvSpPr/>
      </dsp:nvSpPr>
      <dsp:spPr>
        <a:xfrm>
          <a:off x="814499" y="740764"/>
          <a:ext cx="1627148" cy="1627148"/>
        </a:xfrm>
        <a:prstGeom prst="leftCircularArrow">
          <a:avLst>
            <a:gd name="adj1" fmla="val 6452"/>
            <a:gd name="adj2" fmla="val 429999"/>
            <a:gd name="adj3" fmla="val 10489124"/>
            <a:gd name="adj4" fmla="val 14837806"/>
            <a:gd name="adj5" fmla="val 7527"/>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1D7FEBD-D067-4B9E-9E6E-D945D6F5E5FF}">
      <dsp:nvSpPr>
        <dsp:cNvPr id="0" name=""/>
        <dsp:cNvSpPr/>
      </dsp:nvSpPr>
      <dsp:spPr>
        <a:xfrm>
          <a:off x="1464167" y="-128636"/>
          <a:ext cx="1754393" cy="1754393"/>
        </a:xfrm>
        <a:prstGeom prst="circularArrow">
          <a:avLst>
            <a:gd name="adj1" fmla="val 5984"/>
            <a:gd name="adj2" fmla="val 394124"/>
            <a:gd name="adj3" fmla="val 13313824"/>
            <a:gd name="adj4" fmla="val 10508221"/>
            <a:gd name="adj5" fmla="val 6981"/>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hProcess10">
  <dgm:title val=""/>
  <dgm:desc val=""/>
  <dgm:catLst>
    <dgm:cat type="process" pri="3000"/>
    <dgm:cat type="picture" pri="30000"/>
    <dgm:cat type="pictureconvert" pri="3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op="equ" fact="0.3333"/>
      <dgm:constr type="primFontSz" for="des" forName="txNode" op="equ" val="65"/>
      <dgm:constr type="primFontSz" for="des" forName="connTx" op="equ" val="55"/>
      <dgm:constr type="primFontSz" for="des" forName="connTx" refType="primFontSz" refFor="des" refForName="txNode" op="lte" fact="0.8"/>
    </dgm:constrLst>
    <dgm:ruleLst/>
    <dgm:forEach name="Name4" axis="ch" ptType="node">
      <dgm:layoutNode name="composite">
        <dgm:alg type="composite"/>
        <dgm:shape xmlns:r="http://schemas.openxmlformats.org/officeDocument/2006/relationships" r:blip="">
          <dgm:adjLst/>
        </dgm:shape>
        <dgm:presOf/>
        <dgm:choose name="Name5">
          <dgm:if name="Name6" func="var" arg="dir" op="equ" val="norm">
            <dgm:constrLst>
              <dgm:constr type="l" for="ch" forName="imagSh"/>
              <dgm:constr type="w" for="ch" forName="imagSh" refType="w" fact="0.86"/>
              <dgm:constr type="t" for="ch" forName="imagSh"/>
              <dgm:constr type="h" for="ch" forName="imagSh" refType="w" refFor="ch" refForName="imagSh"/>
              <dgm:constr type="l" for="ch" forName="txNode" refType="w" fact="0.14"/>
              <dgm:constr type="w" for="ch" forName="txNode" refType="w" refFor="ch" refForName="imagSh"/>
              <dgm:constr type="t" for="ch" forName="txNode" refType="h" refFor="ch" refForName="imagSh" fact="0.6"/>
              <dgm:constr type="h" for="ch" forName="txNode" refType="h" refFor="ch" refForName="imagSh"/>
            </dgm:constrLst>
          </dgm:if>
          <dgm:else name="Name7">
            <dgm:constrLst>
              <dgm:constr type="l" for="ch" forName="imagSh" refType="w" fact="0.14"/>
              <dgm:constr type="w" for="ch" forName="imagSh" refType="w" fact="0.86"/>
              <dgm:constr type="t" for="ch" forName="imagSh"/>
              <dgm:constr type="h" for="ch" forName="imagSh" refType="w" refFor="ch" refForName="imagSh"/>
              <dgm:constr type="l" for="ch" forName="txNode"/>
              <dgm:constr type="w" for="ch" forName="txNode" refType="w" refFor="ch" refForName="imagSh"/>
              <dgm:constr type="t" for="ch" forName="txNode" refType="h" refFor="ch" refForName="imagSh" fact="0.6"/>
              <dgm:constr type="h" for="ch" forName="txNode" refType="h" refFor="ch" refForName="imagSh"/>
            </dgm:constrLst>
          </dgm:else>
        </dgm:choose>
        <dgm:ruleLst/>
        <dgm:layoutNode name="imagSh" styleLbl="bgImgPlace1">
          <dgm:alg type="sp"/>
          <dgm:shape xmlns:r="http://schemas.openxmlformats.org/officeDocument/2006/relationships" type="roundRect" r:blip="" blipPhldr="1">
            <dgm:adjLst>
              <dgm:adj idx="1" val="0.1"/>
            </dgm:adjLst>
          </dgm:shape>
          <dgm:presOf/>
          <dgm:constrLst/>
          <dgm:ruleLst/>
        </dgm:layoutNode>
        <dgm:layoutNode name="txNode" styleLbl="node1">
          <dgm:varLst>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sibTransForEach" axis="followSib" ptType="sibTrans" cnt="1">
        <dgm:layoutNode name="sibTrans">
          <dgm:alg type="conn">
            <dgm:param type="begPts" val="auto"/>
            <dgm:param type="endPts" val="auto"/>
            <dgm:param type="srcNode" val="imagSh"/>
            <dgm:param type="dstNode" val="imagSh"/>
          </dgm:alg>
          <dgm:shape xmlns:r="http://schemas.openxmlformats.org/officeDocument/2006/relationships" type="conn" r:blip="">
            <dgm:adjLst/>
          </dgm:shape>
          <dgm:presOf axis="self"/>
          <dgm:constrLst>
            <dgm:constr type="h" refType="w" fact="0.62"/>
            <dgm:constr type="connDist"/>
            <dgm:constr type="begPad" refType="connDist" fact="0.35"/>
            <dgm:constr type="endPad" refType="connDist" fact="0.3"/>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gear1">
  <dgm:title val=""/>
  <dgm:desc val=""/>
  <dgm:catLst>
    <dgm:cat type="relationship" pri="3000"/>
    <dgm:cat type="process" pri="28000"/>
    <dgm:cat type="cycle" pri="1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rot="-15" type="gear6" r:blip="">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connRout" val="curve"/>
          <dgm:param type="srcNode" val="gear1srcNode"/>
          <dgm:param type="dstNode" val="gear1dstNod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connRout" val="curve"/>
          <dgm:param type="srcNode" val="gear2srcNode"/>
          <dgm:param type="dstNode" val="gear2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connRout" val="curve"/>
          <dgm:param type="srcNode" val="gear3srcNode"/>
          <dgm:param type="dstNode" val="gear3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468313" y="243069"/>
            <a:ext cx="5903912" cy="458788"/>
          </a:xfrm>
          <a:prstGeom prst="rect">
            <a:avLst/>
          </a:prstGeom>
        </p:spPr>
        <p:txBody>
          <a:bodyPr vert="horz" lIns="0" tIns="0" rIns="0" bIns="0" rtlCol="0"/>
          <a:lstStyle>
            <a:lvl1pPr algn="l">
              <a:defRPr sz="1200"/>
            </a:lvl1pPr>
          </a:lstStyle>
          <a:p>
            <a:r>
              <a:rPr lang="en-US" b="1"/>
              <a:t>Titel der Präsentation</a:t>
            </a:r>
          </a:p>
        </p:txBody>
      </p:sp>
      <p:sp>
        <p:nvSpPr>
          <p:cNvPr id="3" name="Datumsplatzhalter 2"/>
          <p:cNvSpPr>
            <a:spLocks noGrp="1"/>
          </p:cNvSpPr>
          <p:nvPr>
            <p:ph type="dt" sz="quarter" idx="1"/>
          </p:nvPr>
        </p:nvSpPr>
        <p:spPr>
          <a:xfrm>
            <a:off x="5483506" y="8777812"/>
            <a:ext cx="648000" cy="144000"/>
          </a:xfrm>
          <a:prstGeom prst="rect">
            <a:avLst/>
          </a:prstGeom>
        </p:spPr>
        <p:txBody>
          <a:bodyPr vert="horz" lIns="0" tIns="0" rIns="0" bIns="0" rtlCol="0" anchor="t"/>
          <a:lstStyle>
            <a:lvl1pPr algn="r">
              <a:defRPr sz="1200"/>
            </a:lvl1pPr>
          </a:lstStyle>
          <a:p>
            <a:pPr algn="l"/>
            <a:fld id="{D21B1DD8-4682-48F4-9737-C0B56DBBFA2C}" type="datetime1">
              <a:rPr lang="de-DE" sz="800" smtClean="0"/>
              <a:t>22.06.2026</a:t>
            </a:fld>
            <a:endParaRPr lang="en-US" sz="800"/>
          </a:p>
        </p:txBody>
      </p:sp>
      <p:sp>
        <p:nvSpPr>
          <p:cNvPr id="4" name="Fußzeilenplatzhalter 3"/>
          <p:cNvSpPr>
            <a:spLocks noGrp="1"/>
          </p:cNvSpPr>
          <p:nvPr>
            <p:ph type="ftr" sz="quarter" idx="2"/>
          </p:nvPr>
        </p:nvSpPr>
        <p:spPr>
          <a:xfrm>
            <a:off x="468313" y="8777813"/>
            <a:ext cx="4500000" cy="144000"/>
          </a:xfrm>
          <a:prstGeom prst="rect">
            <a:avLst/>
          </a:prstGeom>
        </p:spPr>
        <p:txBody>
          <a:bodyPr vert="horz" lIns="0" tIns="0" rIns="0" bIns="0" rtlCol="0" anchor="t"/>
          <a:lstStyle>
            <a:lvl1pPr algn="l">
              <a:defRPr sz="1200"/>
            </a:lvl1pPr>
          </a:lstStyle>
          <a:p>
            <a:r>
              <a:rPr lang="en-US" sz="800"/>
              <a:t>Universität Stuttgart</a:t>
            </a:r>
          </a:p>
        </p:txBody>
      </p:sp>
      <p:sp>
        <p:nvSpPr>
          <p:cNvPr id="5" name="Foliennummernplatzhalter 4"/>
          <p:cNvSpPr>
            <a:spLocks noGrp="1"/>
          </p:cNvSpPr>
          <p:nvPr>
            <p:ph type="sldNum" sz="quarter" idx="3"/>
          </p:nvPr>
        </p:nvSpPr>
        <p:spPr>
          <a:xfrm>
            <a:off x="6270195" y="8777813"/>
            <a:ext cx="360000" cy="144000"/>
          </a:xfrm>
          <a:prstGeom prst="rect">
            <a:avLst/>
          </a:prstGeom>
        </p:spPr>
        <p:txBody>
          <a:bodyPr vert="horz" lIns="0" tIns="0" rIns="0" bIns="0" rtlCol="0" anchor="t"/>
          <a:lstStyle>
            <a:lvl1pPr algn="r">
              <a:defRPr sz="1200"/>
            </a:lvl1pPr>
          </a:lstStyle>
          <a:p>
            <a:pPr algn="l"/>
            <a:fld id="{EE9A79A6-2547-4C8F-B0ED-316280A1A122}" type="slidenum">
              <a:rPr lang="en-US" sz="800" smtClean="0"/>
              <a:pPr algn="l"/>
              <a:t>‹#›</a:t>
            </a:fld>
            <a:endParaRPr lang="en-US" sz="800"/>
          </a:p>
        </p:txBody>
      </p:sp>
    </p:spTree>
    <p:extLst>
      <p:ext uri="{BB962C8B-B14F-4D97-AF65-F5344CB8AC3E}">
        <p14:creationId xmlns:p14="http://schemas.microsoft.com/office/powerpoint/2010/main" val="2561533372"/>
      </p:ext>
    </p:extLst>
  </p:cSld>
  <p:clrMap bg1="lt1" tx1="dk1" bg2="lt2" tx2="dk2" accent1="accent1" accent2="accent2" accent3="accent3" accent4="accent4" accent5="accent5" accent6="accent6" hlink="hlink" folHlink="folHlink"/>
  <p:hf/>
  <p:extLst>
    <p:ext uri="{56416CCD-93CA-4268-BC5B-53C4BB910035}">
      <p15:sldGuideLst xmlns:p15="http://schemas.microsoft.com/office/powerpoint/2012/main">
        <p15:guide id="1" orient="horz" pos="2880" userDrawn="1">
          <p15:clr>
            <a:srgbClr val="F26B43"/>
          </p15:clr>
        </p15:guide>
        <p15:guide id="2" pos="295" userDrawn="1">
          <p15:clr>
            <a:srgbClr val="F26B43"/>
          </p15:clr>
        </p15:guide>
        <p15:guide id="3" pos="4014"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468000" y="244800"/>
            <a:ext cx="5904000" cy="458788"/>
          </a:xfrm>
          <a:prstGeom prst="rect">
            <a:avLst/>
          </a:prstGeom>
        </p:spPr>
        <p:txBody>
          <a:bodyPr vert="horz" lIns="0" tIns="0" rIns="0" bIns="0" rtlCol="0"/>
          <a:lstStyle>
            <a:lvl1pPr algn="l">
              <a:defRPr sz="1200" b="1"/>
            </a:lvl1pPr>
          </a:lstStyle>
          <a:p>
            <a:r>
              <a:rPr lang="en-US" dirty="0" err="1"/>
              <a:t>Titel</a:t>
            </a:r>
            <a:r>
              <a:rPr lang="en-US" dirty="0"/>
              <a:t> der </a:t>
            </a:r>
            <a:r>
              <a:rPr lang="en-US" dirty="0" err="1"/>
              <a:t>Präsentation</a:t>
            </a:r>
            <a:endParaRPr lang="en-US" dirty="0"/>
          </a:p>
        </p:txBody>
      </p:sp>
      <p:sp>
        <p:nvSpPr>
          <p:cNvPr id="3" name="Datumsplatzhalter 2"/>
          <p:cNvSpPr>
            <a:spLocks noGrp="1"/>
          </p:cNvSpPr>
          <p:nvPr>
            <p:ph type="dt" idx="1"/>
          </p:nvPr>
        </p:nvSpPr>
        <p:spPr>
          <a:xfrm>
            <a:off x="5482800" y="8776800"/>
            <a:ext cx="648000" cy="144000"/>
          </a:xfrm>
          <a:prstGeom prst="rect">
            <a:avLst/>
          </a:prstGeom>
        </p:spPr>
        <p:txBody>
          <a:bodyPr vert="horz" lIns="0" tIns="0" rIns="0" bIns="0" rtlCol="0" anchor="t"/>
          <a:lstStyle>
            <a:lvl1pPr algn="l">
              <a:defRPr sz="800"/>
            </a:lvl1pPr>
          </a:lstStyle>
          <a:p>
            <a:fld id="{038CCDC1-595F-42C6-927A-BDA4480CC9E4}" type="datetime1">
              <a:rPr lang="de-DE" smtClean="0"/>
              <a:t>22.06.2026</a:t>
            </a:fld>
            <a:endParaRPr lang="en-US"/>
          </a:p>
        </p:txBody>
      </p:sp>
      <p:sp>
        <p:nvSpPr>
          <p:cNvPr id="4" name="Folienbildplatzhalter 3"/>
          <p:cNvSpPr>
            <a:spLocks noGrp="1" noRot="1" noChangeAspect="1"/>
          </p:cNvSpPr>
          <p:nvPr>
            <p:ph type="sldImg" idx="2"/>
          </p:nvPr>
        </p:nvSpPr>
        <p:spPr>
          <a:xfrm>
            <a:off x="468313" y="1009019"/>
            <a:ext cx="4114800" cy="3086100"/>
          </a:xfrm>
          <a:prstGeom prst="rect">
            <a:avLst/>
          </a:prstGeom>
          <a:noFill/>
          <a:ln w="6350">
            <a:solidFill>
              <a:schemeClr val="tx1"/>
            </a:solidFill>
          </a:ln>
        </p:spPr>
        <p:txBody>
          <a:bodyPr vert="horz" lIns="91440" tIns="45720" rIns="91440" bIns="45720" rtlCol="0" anchor="ctr"/>
          <a:lstStyle/>
          <a:p>
            <a:endParaRPr lang="en-US"/>
          </a:p>
        </p:txBody>
      </p:sp>
      <p:sp>
        <p:nvSpPr>
          <p:cNvPr id="5" name="Notizenplatzhalter 4"/>
          <p:cNvSpPr>
            <a:spLocks noGrp="1"/>
          </p:cNvSpPr>
          <p:nvPr>
            <p:ph type="body" sz="quarter" idx="3"/>
          </p:nvPr>
        </p:nvSpPr>
        <p:spPr>
          <a:xfrm>
            <a:off x="468313" y="4400550"/>
            <a:ext cx="5903912" cy="3600450"/>
          </a:xfrm>
          <a:prstGeom prst="rect">
            <a:avLst/>
          </a:prstGeom>
        </p:spPr>
        <p:txBody>
          <a:bodyPr vert="horz" lIns="0" tIns="0" rIns="0" bIns="0" rtlCol="0"/>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6" name="Fußzeilenplatzhalter 5"/>
          <p:cNvSpPr>
            <a:spLocks noGrp="1"/>
          </p:cNvSpPr>
          <p:nvPr>
            <p:ph type="ftr" sz="quarter" idx="4"/>
          </p:nvPr>
        </p:nvSpPr>
        <p:spPr>
          <a:xfrm>
            <a:off x="468000" y="8776800"/>
            <a:ext cx="4500000" cy="144000"/>
          </a:xfrm>
          <a:prstGeom prst="rect">
            <a:avLst/>
          </a:prstGeom>
        </p:spPr>
        <p:txBody>
          <a:bodyPr vert="horz" lIns="0" tIns="0" rIns="0" bIns="0" rtlCol="0" anchor="t"/>
          <a:lstStyle>
            <a:lvl1pPr algn="l">
              <a:defRPr sz="800"/>
            </a:lvl1pPr>
          </a:lstStyle>
          <a:p>
            <a:r>
              <a:rPr lang="en-US" dirty="0" err="1"/>
              <a:t>Universität</a:t>
            </a:r>
            <a:r>
              <a:rPr lang="en-US" dirty="0"/>
              <a:t> Stuttgart</a:t>
            </a:r>
          </a:p>
        </p:txBody>
      </p:sp>
      <p:sp>
        <p:nvSpPr>
          <p:cNvPr id="7" name="Foliennummernplatzhalter 6"/>
          <p:cNvSpPr>
            <a:spLocks noGrp="1"/>
          </p:cNvSpPr>
          <p:nvPr>
            <p:ph type="sldNum" sz="quarter" idx="5"/>
          </p:nvPr>
        </p:nvSpPr>
        <p:spPr>
          <a:xfrm>
            <a:off x="6271200" y="8776800"/>
            <a:ext cx="360000" cy="144000"/>
          </a:xfrm>
          <a:prstGeom prst="rect">
            <a:avLst/>
          </a:prstGeom>
        </p:spPr>
        <p:txBody>
          <a:bodyPr vert="horz" lIns="0" tIns="0" rIns="0" bIns="0" rtlCol="0" anchor="t"/>
          <a:lstStyle>
            <a:lvl1pPr algn="l">
              <a:defRPr sz="800"/>
            </a:lvl1pPr>
          </a:lstStyle>
          <a:p>
            <a:fld id="{05DD1DF0-DD4E-4B0C-B0FD-D16D9D2A9750}" type="slidenum">
              <a:rPr lang="en-US" smtClean="0"/>
              <a:pPr/>
              <a:t>‹#›</a:t>
            </a:fld>
            <a:endParaRPr lang="en-US"/>
          </a:p>
        </p:txBody>
      </p:sp>
    </p:spTree>
    <p:extLst>
      <p:ext uri="{BB962C8B-B14F-4D97-AF65-F5344CB8AC3E}">
        <p14:creationId xmlns:p14="http://schemas.microsoft.com/office/powerpoint/2010/main" val="3888985705"/>
      </p:ext>
    </p:extLst>
  </p:cSld>
  <p:clrMap bg1="lt1" tx1="dk1" bg2="lt2" tx2="dk2" accent1="accent1" accent2="accent2" accent3="accent3" accent4="accent4" accent5="accent5" accent6="accent6" hlink="hlink" folHlink="folHlink"/>
  <p:hf/>
  <p:notesStyle>
    <a:lvl1pPr marL="180975" indent="-180975" algn="l" defTabSz="713232" rtl="0" eaLnBrk="1" latinLnBrk="0" hangingPunct="1">
      <a:lnSpc>
        <a:spcPct val="120000"/>
      </a:lnSpc>
      <a:buClr>
        <a:schemeClr val="accent1"/>
      </a:buClr>
      <a:buFont typeface="Arial" panose="020B0604020202020204" pitchFamily="34" charset="0"/>
      <a:buChar char="•"/>
      <a:defRPr sz="1000" kern="1200">
        <a:solidFill>
          <a:schemeClr val="tx1"/>
        </a:solidFill>
        <a:latin typeface="+mn-lt"/>
        <a:ea typeface="+mn-ea"/>
        <a:cs typeface="+mn-cs"/>
      </a:defRPr>
    </a:lvl1pPr>
    <a:lvl2pPr marL="358775" indent="-177800" algn="l" defTabSz="713232" rtl="0" eaLnBrk="1" latinLnBrk="0" hangingPunct="1">
      <a:lnSpc>
        <a:spcPct val="120000"/>
      </a:lnSpc>
      <a:buFont typeface="Arial" panose="020B0604020202020204" pitchFamily="34" charset="0"/>
      <a:buChar char="•"/>
      <a:defRPr sz="1000" kern="1200">
        <a:solidFill>
          <a:schemeClr val="tx1"/>
        </a:solidFill>
        <a:latin typeface="+mn-lt"/>
        <a:ea typeface="+mn-ea"/>
        <a:cs typeface="+mn-cs"/>
      </a:defRPr>
    </a:lvl2pPr>
    <a:lvl3pPr marL="538163" indent="-179388" algn="l" defTabSz="713232" rtl="0" eaLnBrk="1" latinLnBrk="0" hangingPunct="1">
      <a:lnSpc>
        <a:spcPct val="120000"/>
      </a:lnSpc>
      <a:buFont typeface="Arial" panose="020B0604020202020204" pitchFamily="34" charset="0"/>
      <a:buChar char="•"/>
      <a:defRPr sz="1000" kern="1200">
        <a:solidFill>
          <a:schemeClr val="tx1"/>
        </a:solidFill>
        <a:latin typeface="+mn-lt"/>
        <a:ea typeface="+mn-ea"/>
        <a:cs typeface="+mn-cs"/>
      </a:defRPr>
    </a:lvl3pPr>
    <a:lvl4pPr marL="719138" indent="-180975" algn="l" defTabSz="713232" rtl="0" eaLnBrk="1" latinLnBrk="0" hangingPunct="1">
      <a:lnSpc>
        <a:spcPct val="120000"/>
      </a:lnSpc>
      <a:buFont typeface="Arial" panose="020B0604020202020204" pitchFamily="34" charset="0"/>
      <a:buChar char="•"/>
      <a:defRPr sz="1000" kern="1200">
        <a:solidFill>
          <a:schemeClr val="tx1"/>
        </a:solidFill>
        <a:latin typeface="+mn-lt"/>
        <a:ea typeface="+mn-ea"/>
        <a:cs typeface="+mn-cs"/>
      </a:defRPr>
    </a:lvl4pPr>
    <a:lvl5pPr marL="896938" indent="-177800" algn="l" defTabSz="713232" rtl="0" eaLnBrk="1" latinLnBrk="0" hangingPunct="1">
      <a:lnSpc>
        <a:spcPct val="120000"/>
      </a:lnSpc>
      <a:buFont typeface="Arial" panose="020B0604020202020204" pitchFamily="34" charset="0"/>
      <a:buChar char="•"/>
      <a:defRPr sz="1000" kern="1200">
        <a:solidFill>
          <a:schemeClr val="tx1"/>
        </a:solidFill>
        <a:latin typeface="+mn-lt"/>
        <a:ea typeface="+mn-ea"/>
        <a:cs typeface="+mn-cs"/>
      </a:defRPr>
    </a:lvl5pPr>
    <a:lvl6pPr marL="1783080" algn="l" defTabSz="713232" rtl="0" eaLnBrk="1" latinLnBrk="0" hangingPunct="1">
      <a:defRPr sz="936" kern="1200">
        <a:solidFill>
          <a:schemeClr val="tx1"/>
        </a:solidFill>
        <a:latin typeface="+mn-lt"/>
        <a:ea typeface="+mn-ea"/>
        <a:cs typeface="+mn-cs"/>
      </a:defRPr>
    </a:lvl6pPr>
    <a:lvl7pPr marL="2139696" algn="l" defTabSz="713232" rtl="0" eaLnBrk="1" latinLnBrk="0" hangingPunct="1">
      <a:defRPr sz="936" kern="1200">
        <a:solidFill>
          <a:schemeClr val="tx1"/>
        </a:solidFill>
        <a:latin typeface="+mn-lt"/>
        <a:ea typeface="+mn-ea"/>
        <a:cs typeface="+mn-cs"/>
      </a:defRPr>
    </a:lvl7pPr>
    <a:lvl8pPr marL="2496312" algn="l" defTabSz="713232" rtl="0" eaLnBrk="1" latinLnBrk="0" hangingPunct="1">
      <a:defRPr sz="936" kern="1200">
        <a:solidFill>
          <a:schemeClr val="tx1"/>
        </a:solidFill>
        <a:latin typeface="+mn-lt"/>
        <a:ea typeface="+mn-ea"/>
        <a:cs typeface="+mn-cs"/>
      </a:defRPr>
    </a:lvl8pPr>
    <a:lvl9pPr marL="2852928" algn="l" defTabSz="713232" rtl="0" eaLnBrk="1" latinLnBrk="0" hangingPunct="1">
      <a:defRPr sz="936"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95" userDrawn="1">
          <p15:clr>
            <a:srgbClr val="F26B43"/>
          </p15:clr>
        </p15:guide>
        <p15:guide id="3" pos="4014"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8313" y="1009650"/>
            <a:ext cx="4114800" cy="3086100"/>
          </a:xfrm>
        </p:spPr>
      </p:sp>
      <p:sp>
        <p:nvSpPr>
          <p:cNvPr id="3" name="Notes Placeholder 2"/>
          <p:cNvSpPr>
            <a:spLocks noGrp="1"/>
          </p:cNvSpPr>
          <p:nvPr>
            <p:ph type="body" idx="1"/>
          </p:nvPr>
        </p:nvSpPr>
        <p:spPr/>
        <p:txBody>
          <a:bodyPr/>
          <a:lstStyle/>
          <a:p>
            <a:endParaRPr lang="en-DE" dirty="0"/>
          </a:p>
        </p:txBody>
      </p:sp>
      <p:sp>
        <p:nvSpPr>
          <p:cNvPr id="4" name="Header Placeholder 3"/>
          <p:cNvSpPr>
            <a:spLocks noGrp="1"/>
          </p:cNvSpPr>
          <p:nvPr>
            <p:ph type="hdr" sz="quarter"/>
          </p:nvPr>
        </p:nvSpPr>
        <p:spPr/>
        <p:txBody>
          <a:bodyPr/>
          <a:lstStyle/>
          <a:p>
            <a:r>
              <a:rPr lang="en-US"/>
              <a:t>Titel der Präsentation</a:t>
            </a:r>
            <a:endParaRPr lang="en-US" dirty="0"/>
          </a:p>
        </p:txBody>
      </p:sp>
      <p:sp>
        <p:nvSpPr>
          <p:cNvPr id="5" name="Date Placeholder 4"/>
          <p:cNvSpPr>
            <a:spLocks noGrp="1"/>
          </p:cNvSpPr>
          <p:nvPr>
            <p:ph type="dt" idx="1"/>
          </p:nvPr>
        </p:nvSpPr>
        <p:spPr/>
        <p:txBody>
          <a:bodyPr/>
          <a:lstStyle/>
          <a:p>
            <a:fld id="{038CCDC1-595F-42C6-927A-BDA4480CC9E4}" type="datetime1">
              <a:rPr lang="de-DE" smtClean="0"/>
              <a:t>22.06.2026</a:t>
            </a:fld>
            <a:endParaRPr lang="en-US"/>
          </a:p>
        </p:txBody>
      </p:sp>
      <p:sp>
        <p:nvSpPr>
          <p:cNvPr id="6" name="Footer Placeholder 5"/>
          <p:cNvSpPr>
            <a:spLocks noGrp="1"/>
          </p:cNvSpPr>
          <p:nvPr>
            <p:ph type="ftr" sz="quarter" idx="4"/>
          </p:nvPr>
        </p:nvSpPr>
        <p:spPr/>
        <p:txBody>
          <a:bodyPr/>
          <a:lstStyle/>
          <a:p>
            <a:r>
              <a:rPr lang="en-US"/>
              <a:t>Universität Stuttgart</a:t>
            </a:r>
            <a:endParaRPr lang="en-US" dirty="0"/>
          </a:p>
        </p:txBody>
      </p:sp>
      <p:sp>
        <p:nvSpPr>
          <p:cNvPr id="7" name="Slide Number Placeholder 6"/>
          <p:cNvSpPr>
            <a:spLocks noGrp="1"/>
          </p:cNvSpPr>
          <p:nvPr>
            <p:ph type="sldNum" sz="quarter" idx="5"/>
          </p:nvPr>
        </p:nvSpPr>
        <p:spPr/>
        <p:txBody>
          <a:bodyPr/>
          <a:lstStyle/>
          <a:p>
            <a:fld id="{05DD1DF0-DD4E-4B0C-B0FD-D16D9D2A9750}" type="slidenum">
              <a:rPr lang="en-US" smtClean="0"/>
              <a:pPr/>
              <a:t>1</a:t>
            </a:fld>
            <a:endParaRPr lang="en-US"/>
          </a:p>
        </p:txBody>
      </p:sp>
    </p:spTree>
    <p:extLst>
      <p:ext uri="{BB962C8B-B14F-4D97-AF65-F5344CB8AC3E}">
        <p14:creationId xmlns:p14="http://schemas.microsoft.com/office/powerpoint/2010/main" val="38992755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8313" y="1009650"/>
            <a:ext cx="4114800" cy="3086100"/>
          </a:xfrm>
        </p:spPr>
      </p:sp>
      <p:sp>
        <p:nvSpPr>
          <p:cNvPr id="3" name="Notes Placeholder 2"/>
          <p:cNvSpPr>
            <a:spLocks noGrp="1"/>
          </p:cNvSpPr>
          <p:nvPr>
            <p:ph type="body" idx="1"/>
          </p:nvPr>
        </p:nvSpPr>
        <p:spPr/>
        <p:txBody>
          <a:bodyPr/>
          <a:lstStyle/>
          <a:p>
            <a:r>
              <a:rPr lang="en-US" dirty="0"/>
              <a:t>https://artificialintelligenceact.eu/article/86/</a:t>
            </a:r>
            <a:endParaRPr lang="en-DE" dirty="0"/>
          </a:p>
        </p:txBody>
      </p:sp>
      <p:sp>
        <p:nvSpPr>
          <p:cNvPr id="4" name="Header Placeholder 3"/>
          <p:cNvSpPr>
            <a:spLocks noGrp="1"/>
          </p:cNvSpPr>
          <p:nvPr>
            <p:ph type="hdr" sz="quarter"/>
          </p:nvPr>
        </p:nvSpPr>
        <p:spPr/>
        <p:txBody>
          <a:bodyPr/>
          <a:lstStyle/>
          <a:p>
            <a:r>
              <a:rPr lang="en-US"/>
              <a:t>Titel der Präsentation</a:t>
            </a:r>
            <a:endParaRPr lang="en-US" dirty="0"/>
          </a:p>
        </p:txBody>
      </p:sp>
      <p:sp>
        <p:nvSpPr>
          <p:cNvPr id="5" name="Date Placeholder 4"/>
          <p:cNvSpPr>
            <a:spLocks noGrp="1"/>
          </p:cNvSpPr>
          <p:nvPr>
            <p:ph type="dt" idx="1"/>
          </p:nvPr>
        </p:nvSpPr>
        <p:spPr/>
        <p:txBody>
          <a:bodyPr/>
          <a:lstStyle/>
          <a:p>
            <a:fld id="{038CCDC1-595F-42C6-927A-BDA4480CC9E4}" type="datetime1">
              <a:rPr lang="de-DE" smtClean="0"/>
              <a:t>22.06.2026</a:t>
            </a:fld>
            <a:endParaRPr lang="en-US"/>
          </a:p>
        </p:txBody>
      </p:sp>
      <p:sp>
        <p:nvSpPr>
          <p:cNvPr id="6" name="Footer Placeholder 5"/>
          <p:cNvSpPr>
            <a:spLocks noGrp="1"/>
          </p:cNvSpPr>
          <p:nvPr>
            <p:ph type="ftr" sz="quarter" idx="4"/>
          </p:nvPr>
        </p:nvSpPr>
        <p:spPr/>
        <p:txBody>
          <a:bodyPr/>
          <a:lstStyle/>
          <a:p>
            <a:r>
              <a:rPr lang="en-US"/>
              <a:t>Universität Stuttgart</a:t>
            </a:r>
            <a:endParaRPr lang="en-US" dirty="0"/>
          </a:p>
        </p:txBody>
      </p:sp>
      <p:sp>
        <p:nvSpPr>
          <p:cNvPr id="7" name="Slide Number Placeholder 6"/>
          <p:cNvSpPr>
            <a:spLocks noGrp="1"/>
          </p:cNvSpPr>
          <p:nvPr>
            <p:ph type="sldNum" sz="quarter" idx="5"/>
          </p:nvPr>
        </p:nvSpPr>
        <p:spPr/>
        <p:txBody>
          <a:bodyPr/>
          <a:lstStyle/>
          <a:p>
            <a:fld id="{05DD1DF0-DD4E-4B0C-B0FD-D16D9D2A9750}" type="slidenum">
              <a:rPr lang="en-US" smtClean="0"/>
              <a:pPr/>
              <a:t>5</a:t>
            </a:fld>
            <a:endParaRPr lang="en-US"/>
          </a:p>
        </p:txBody>
      </p:sp>
    </p:spTree>
    <p:extLst>
      <p:ext uri="{BB962C8B-B14F-4D97-AF65-F5344CB8AC3E}">
        <p14:creationId xmlns:p14="http://schemas.microsoft.com/office/powerpoint/2010/main" val="2434322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8313" y="1009650"/>
            <a:ext cx="4114800" cy="3086100"/>
          </a:xfrm>
        </p:spPr>
      </p:sp>
      <p:sp>
        <p:nvSpPr>
          <p:cNvPr id="3" name="Notes Placeholder 2"/>
          <p:cNvSpPr>
            <a:spLocks noGrp="1"/>
          </p:cNvSpPr>
          <p:nvPr>
            <p:ph type="body" idx="1"/>
          </p:nvPr>
        </p:nvSpPr>
        <p:spPr/>
        <p:txBody>
          <a:bodyPr/>
          <a:lstStyle/>
          <a:p>
            <a:r>
              <a:rPr lang="en-US" sz="1000" b="0" i="0" kern="1200" dirty="0">
                <a:solidFill>
                  <a:schemeClr val="tx1"/>
                </a:solidFill>
                <a:effectLst/>
                <a:latin typeface="+mn-lt"/>
                <a:ea typeface="+mn-ea"/>
                <a:cs typeface="+mn-cs"/>
              </a:rPr>
              <a:t>Habiba, Umm-E., Justus Bogner, and Stefan Wagner. "Can requirements engineering support explainable artificial intelligence? Towards a user-centric approach for </a:t>
            </a:r>
            <a:r>
              <a:rPr lang="en-US" sz="1000" b="0" i="0" kern="1200" dirty="0" err="1">
                <a:solidFill>
                  <a:schemeClr val="tx1"/>
                </a:solidFill>
                <a:effectLst/>
                <a:latin typeface="+mn-lt"/>
                <a:ea typeface="+mn-ea"/>
                <a:cs typeface="+mn-cs"/>
              </a:rPr>
              <a:t>explainability</a:t>
            </a:r>
            <a:r>
              <a:rPr lang="en-US" sz="1000" b="0" i="0" kern="1200" dirty="0">
                <a:solidFill>
                  <a:schemeClr val="tx1"/>
                </a:solidFill>
                <a:effectLst/>
                <a:latin typeface="+mn-lt"/>
                <a:ea typeface="+mn-ea"/>
                <a:cs typeface="+mn-cs"/>
              </a:rPr>
              <a:t> requirements." </a:t>
            </a:r>
            <a:r>
              <a:rPr lang="en-US" sz="1000" b="0" i="1" kern="1200" dirty="0">
                <a:solidFill>
                  <a:schemeClr val="tx1"/>
                </a:solidFill>
                <a:effectLst/>
                <a:latin typeface="+mn-lt"/>
                <a:ea typeface="+mn-ea"/>
                <a:cs typeface="+mn-cs"/>
              </a:rPr>
              <a:t>2022 IEEE 30th international requirements engineering conference workshops (REW)</a:t>
            </a:r>
            <a:r>
              <a:rPr lang="en-US" sz="1000" b="0" i="0" kern="1200" dirty="0">
                <a:solidFill>
                  <a:schemeClr val="tx1"/>
                </a:solidFill>
                <a:effectLst/>
                <a:latin typeface="+mn-lt"/>
                <a:ea typeface="+mn-ea"/>
                <a:cs typeface="+mn-cs"/>
              </a:rPr>
              <a:t>. IEEE, 2022.</a:t>
            </a:r>
          </a:p>
          <a:p>
            <a:endParaRPr lang="en-US" sz="1000" b="0" i="0" kern="1200" dirty="0">
              <a:solidFill>
                <a:schemeClr val="tx1"/>
              </a:solidFill>
              <a:effectLst/>
              <a:latin typeface="+mn-lt"/>
              <a:ea typeface="+mn-ea"/>
              <a:cs typeface="+mn-cs"/>
            </a:endParaRPr>
          </a:p>
          <a:p>
            <a:r>
              <a:rPr lang="en-US" sz="1000" b="0" i="0" kern="1200" dirty="0">
                <a:solidFill>
                  <a:schemeClr val="tx1"/>
                </a:solidFill>
                <a:effectLst/>
                <a:latin typeface="+mn-lt"/>
                <a:ea typeface="+mn-ea"/>
                <a:cs typeface="+mn-cs"/>
              </a:rPr>
              <a:t>Habiba, Umm-E., et al. "How do ML practitioners perceive </a:t>
            </a:r>
            <a:r>
              <a:rPr lang="en-US" sz="1000" b="0" i="0" kern="1200" dirty="0" err="1">
                <a:solidFill>
                  <a:schemeClr val="tx1"/>
                </a:solidFill>
                <a:effectLst/>
                <a:latin typeface="+mn-lt"/>
                <a:ea typeface="+mn-ea"/>
                <a:cs typeface="+mn-cs"/>
              </a:rPr>
              <a:t>explainability</a:t>
            </a:r>
            <a:r>
              <a:rPr lang="en-US" sz="1000" b="0" i="0" kern="1200" dirty="0">
                <a:solidFill>
                  <a:schemeClr val="tx1"/>
                </a:solidFill>
                <a:effectLst/>
                <a:latin typeface="+mn-lt"/>
                <a:ea typeface="+mn-ea"/>
                <a:cs typeface="+mn-cs"/>
              </a:rPr>
              <a:t>? an interview study of practices and challenges." </a:t>
            </a:r>
            <a:r>
              <a:rPr lang="en-US" sz="1000" b="0" i="1" kern="1200" dirty="0">
                <a:solidFill>
                  <a:schemeClr val="tx1"/>
                </a:solidFill>
                <a:effectLst/>
                <a:latin typeface="+mn-lt"/>
                <a:ea typeface="+mn-ea"/>
                <a:cs typeface="+mn-cs"/>
              </a:rPr>
              <a:t>Empirical Software Engineering</a:t>
            </a:r>
            <a:r>
              <a:rPr lang="en-US" sz="1000" b="0" i="0" kern="1200" dirty="0">
                <a:solidFill>
                  <a:schemeClr val="tx1"/>
                </a:solidFill>
                <a:effectLst/>
                <a:latin typeface="+mn-lt"/>
                <a:ea typeface="+mn-ea"/>
                <a:cs typeface="+mn-cs"/>
              </a:rPr>
              <a:t> 30.1 (2025): 18.</a:t>
            </a:r>
          </a:p>
          <a:p>
            <a:endParaRPr lang="en-US" sz="1000" b="0" i="0" kern="1200" dirty="0">
              <a:solidFill>
                <a:schemeClr val="tx1"/>
              </a:solidFill>
              <a:effectLst/>
              <a:latin typeface="+mn-lt"/>
              <a:ea typeface="+mn-ea"/>
              <a:cs typeface="+mn-cs"/>
            </a:endParaRPr>
          </a:p>
          <a:p>
            <a:r>
              <a:rPr lang="en-US" sz="1000" b="0" i="0" kern="1200" dirty="0">
                <a:solidFill>
                  <a:schemeClr val="tx1"/>
                </a:solidFill>
                <a:effectLst/>
                <a:latin typeface="+mn-lt"/>
                <a:ea typeface="+mn-ea"/>
                <a:cs typeface="+mn-cs"/>
              </a:rPr>
              <a:t>Habiba, Umm-E., et al. "How mature is requirements engineering for AI-based systems? A systematic mapping study on practices, challenges, and future research directions." </a:t>
            </a:r>
            <a:r>
              <a:rPr lang="en-US" sz="1000" b="0" i="1" kern="1200" dirty="0">
                <a:solidFill>
                  <a:schemeClr val="tx1"/>
                </a:solidFill>
                <a:effectLst/>
                <a:latin typeface="+mn-lt"/>
                <a:ea typeface="+mn-ea"/>
                <a:cs typeface="+mn-cs"/>
              </a:rPr>
              <a:t>Requirements Engineering</a:t>
            </a:r>
            <a:r>
              <a:rPr lang="en-US" sz="1000" b="0" i="0" kern="1200" dirty="0">
                <a:solidFill>
                  <a:schemeClr val="tx1"/>
                </a:solidFill>
                <a:effectLst/>
                <a:latin typeface="+mn-lt"/>
                <a:ea typeface="+mn-ea"/>
                <a:cs typeface="+mn-cs"/>
              </a:rPr>
              <a:t> (2024): 1-34.</a:t>
            </a:r>
          </a:p>
          <a:p>
            <a:endParaRPr lang="en-US" sz="1000" b="0" i="0" kern="1200" dirty="0">
              <a:solidFill>
                <a:schemeClr val="tx1"/>
              </a:solidFill>
              <a:effectLst/>
              <a:latin typeface="+mn-lt"/>
              <a:ea typeface="+mn-ea"/>
              <a:cs typeface="+mn-cs"/>
            </a:endParaRPr>
          </a:p>
          <a:p>
            <a:endParaRPr lang="en-DE" dirty="0"/>
          </a:p>
        </p:txBody>
      </p:sp>
      <p:sp>
        <p:nvSpPr>
          <p:cNvPr id="4" name="Header Placeholder 3"/>
          <p:cNvSpPr>
            <a:spLocks noGrp="1"/>
          </p:cNvSpPr>
          <p:nvPr>
            <p:ph type="hdr" sz="quarter"/>
          </p:nvPr>
        </p:nvSpPr>
        <p:spPr/>
        <p:txBody>
          <a:bodyPr/>
          <a:lstStyle/>
          <a:p>
            <a:r>
              <a:rPr lang="en-US"/>
              <a:t>Titel der Präsentation</a:t>
            </a:r>
            <a:endParaRPr lang="en-US" dirty="0"/>
          </a:p>
        </p:txBody>
      </p:sp>
      <p:sp>
        <p:nvSpPr>
          <p:cNvPr id="5" name="Date Placeholder 4"/>
          <p:cNvSpPr>
            <a:spLocks noGrp="1"/>
          </p:cNvSpPr>
          <p:nvPr>
            <p:ph type="dt" idx="1"/>
          </p:nvPr>
        </p:nvSpPr>
        <p:spPr/>
        <p:txBody>
          <a:bodyPr/>
          <a:lstStyle/>
          <a:p>
            <a:fld id="{038CCDC1-595F-42C6-927A-BDA4480CC9E4}" type="datetime1">
              <a:rPr lang="de-DE" smtClean="0"/>
              <a:t>22.06.2026</a:t>
            </a:fld>
            <a:endParaRPr lang="en-US"/>
          </a:p>
        </p:txBody>
      </p:sp>
      <p:sp>
        <p:nvSpPr>
          <p:cNvPr id="6" name="Footer Placeholder 5"/>
          <p:cNvSpPr>
            <a:spLocks noGrp="1"/>
          </p:cNvSpPr>
          <p:nvPr>
            <p:ph type="ftr" sz="quarter" idx="4"/>
          </p:nvPr>
        </p:nvSpPr>
        <p:spPr/>
        <p:txBody>
          <a:bodyPr/>
          <a:lstStyle/>
          <a:p>
            <a:r>
              <a:rPr lang="en-US"/>
              <a:t>Universität Stuttgart</a:t>
            </a:r>
            <a:endParaRPr lang="en-US" dirty="0"/>
          </a:p>
        </p:txBody>
      </p:sp>
      <p:sp>
        <p:nvSpPr>
          <p:cNvPr id="7" name="Slide Number Placeholder 6"/>
          <p:cNvSpPr>
            <a:spLocks noGrp="1"/>
          </p:cNvSpPr>
          <p:nvPr>
            <p:ph type="sldNum" sz="quarter" idx="5"/>
          </p:nvPr>
        </p:nvSpPr>
        <p:spPr/>
        <p:txBody>
          <a:bodyPr/>
          <a:lstStyle/>
          <a:p>
            <a:fld id="{05DD1DF0-DD4E-4B0C-B0FD-D16D9D2A9750}" type="slidenum">
              <a:rPr lang="en-US" smtClean="0"/>
              <a:pPr/>
              <a:t>9</a:t>
            </a:fld>
            <a:endParaRPr lang="en-US"/>
          </a:p>
        </p:txBody>
      </p:sp>
    </p:spTree>
    <p:extLst>
      <p:ext uri="{BB962C8B-B14F-4D97-AF65-F5344CB8AC3E}">
        <p14:creationId xmlns:p14="http://schemas.microsoft.com/office/powerpoint/2010/main" val="24414460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8313" y="1009650"/>
            <a:ext cx="4114800" cy="3086100"/>
          </a:xfrm>
        </p:spPr>
      </p:sp>
      <p:sp>
        <p:nvSpPr>
          <p:cNvPr id="3" name="Notes Placeholder 2"/>
          <p:cNvSpPr>
            <a:spLocks noGrp="1"/>
          </p:cNvSpPr>
          <p:nvPr>
            <p:ph type="body" idx="1"/>
          </p:nvPr>
        </p:nvSpPr>
        <p:spPr/>
        <p:txBody>
          <a:bodyPr/>
          <a:lstStyle/>
          <a:p>
            <a:pPr marL="180975" marR="0" lvl="0" indent="-180975" algn="l" defTabSz="713232" rtl="0" eaLnBrk="1" fontAlgn="auto" latinLnBrk="0" hangingPunct="1">
              <a:lnSpc>
                <a:spcPct val="120000"/>
              </a:lnSpc>
              <a:spcBef>
                <a:spcPts val="0"/>
              </a:spcBef>
              <a:spcAft>
                <a:spcPts val="0"/>
              </a:spcAft>
              <a:buClr>
                <a:schemeClr val="accent1"/>
              </a:buClr>
              <a:buSzTx/>
              <a:buFont typeface="Arial" panose="020B0604020202020204" pitchFamily="34" charset="0"/>
              <a:buChar char="•"/>
              <a:tabLst/>
              <a:defRPr/>
            </a:pPr>
            <a:r>
              <a:rPr lang="en-US" sz="1000" dirty="0"/>
              <a:t>A robust RE process ensures </a:t>
            </a:r>
            <a:r>
              <a:rPr lang="en-US" sz="1000" b="1" dirty="0"/>
              <a:t>all</a:t>
            </a:r>
            <a:r>
              <a:rPr lang="en-US" sz="1000" dirty="0"/>
              <a:t> </a:t>
            </a:r>
            <a:r>
              <a:rPr lang="en-US" sz="1000" dirty="0" err="1"/>
              <a:t>explainability</a:t>
            </a:r>
            <a:r>
              <a:rPr lang="en-US" sz="1000" dirty="0"/>
              <a:t> requirements are captured and </a:t>
            </a:r>
            <a:r>
              <a:rPr lang="en-US" sz="1000" b="1" dirty="0"/>
              <a:t>directly traceable</a:t>
            </a:r>
            <a:r>
              <a:rPr lang="en-US" sz="1000" dirty="0"/>
              <a:t> to regulatory standards—avoiding costly rework or liability issues later.</a:t>
            </a:r>
          </a:p>
          <a:p>
            <a:pPr marL="180975" marR="0" lvl="0" indent="-180975" algn="l" defTabSz="713232" rtl="0" eaLnBrk="1" fontAlgn="auto" latinLnBrk="0" hangingPunct="1">
              <a:lnSpc>
                <a:spcPct val="120000"/>
              </a:lnSpc>
              <a:spcBef>
                <a:spcPts val="0"/>
              </a:spcBef>
              <a:spcAft>
                <a:spcPts val="0"/>
              </a:spcAft>
              <a:buClr>
                <a:schemeClr val="accent1"/>
              </a:buClr>
              <a:buSzTx/>
              <a:buFont typeface="Arial" panose="020B0604020202020204" pitchFamily="34" charset="0"/>
              <a:buChar char="•"/>
              <a:tabLst/>
              <a:defRPr/>
            </a:pPr>
            <a:r>
              <a:rPr lang="en-US" sz="1000" b="1" dirty="0"/>
              <a:t>Properly documented requirements</a:t>
            </a:r>
            <a:r>
              <a:rPr lang="en-US" sz="1000" dirty="0"/>
              <a:t> facilitate internal investigations and external compliance checks—reducing legal exposure and strengthening claims of due diligence.</a:t>
            </a:r>
          </a:p>
          <a:p>
            <a:endParaRPr lang="en-DE"/>
          </a:p>
        </p:txBody>
      </p:sp>
      <p:sp>
        <p:nvSpPr>
          <p:cNvPr id="4" name="Header Placeholder 3"/>
          <p:cNvSpPr>
            <a:spLocks noGrp="1"/>
          </p:cNvSpPr>
          <p:nvPr>
            <p:ph type="hdr" sz="quarter"/>
          </p:nvPr>
        </p:nvSpPr>
        <p:spPr/>
        <p:txBody>
          <a:bodyPr/>
          <a:lstStyle/>
          <a:p>
            <a:r>
              <a:rPr lang="en-US"/>
              <a:t>Requirements Engineering for Explainable AIUmm-e-Habiba</a:t>
            </a:r>
            <a:endParaRPr lang="en-US" dirty="0"/>
          </a:p>
        </p:txBody>
      </p:sp>
      <p:sp>
        <p:nvSpPr>
          <p:cNvPr id="5" name="Date Placeholder 4"/>
          <p:cNvSpPr>
            <a:spLocks noGrp="1"/>
          </p:cNvSpPr>
          <p:nvPr>
            <p:ph type="dt" idx="1"/>
          </p:nvPr>
        </p:nvSpPr>
        <p:spPr/>
        <p:txBody>
          <a:bodyPr/>
          <a:lstStyle/>
          <a:p>
            <a:fld id="{EB145CB6-F15F-47E3-BEFE-5A506FFCBBA8}" type="datetime1">
              <a:rPr lang="de-DE" smtClean="0"/>
              <a:t>22.06.2026</a:t>
            </a:fld>
            <a:endParaRPr lang="en-US"/>
          </a:p>
        </p:txBody>
      </p:sp>
      <p:sp>
        <p:nvSpPr>
          <p:cNvPr id="6" name="Footer Placeholder 5"/>
          <p:cNvSpPr>
            <a:spLocks noGrp="1"/>
          </p:cNvSpPr>
          <p:nvPr>
            <p:ph type="ftr" sz="quarter" idx="4"/>
          </p:nvPr>
        </p:nvSpPr>
        <p:spPr/>
        <p:txBody>
          <a:bodyPr/>
          <a:lstStyle/>
          <a:p>
            <a:r>
              <a:rPr lang="en-US"/>
              <a:t>Universität Stuttgart</a:t>
            </a:r>
            <a:endParaRPr lang="en-US" dirty="0"/>
          </a:p>
        </p:txBody>
      </p:sp>
      <p:sp>
        <p:nvSpPr>
          <p:cNvPr id="7" name="Slide Number Placeholder 6"/>
          <p:cNvSpPr>
            <a:spLocks noGrp="1"/>
          </p:cNvSpPr>
          <p:nvPr>
            <p:ph type="sldNum" sz="quarter" idx="5"/>
          </p:nvPr>
        </p:nvSpPr>
        <p:spPr/>
        <p:txBody>
          <a:bodyPr/>
          <a:lstStyle/>
          <a:p>
            <a:fld id="{05DD1DF0-DD4E-4B0C-B0FD-D16D9D2A9750}" type="slidenum">
              <a:rPr lang="en-US" smtClean="0"/>
              <a:pPr/>
              <a:t>12</a:t>
            </a:fld>
            <a:endParaRPr lang="en-US"/>
          </a:p>
        </p:txBody>
      </p:sp>
    </p:spTree>
    <p:extLst>
      <p:ext uri="{BB962C8B-B14F-4D97-AF65-F5344CB8AC3E}">
        <p14:creationId xmlns:p14="http://schemas.microsoft.com/office/powerpoint/2010/main" val="5760277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8313" y="1009650"/>
            <a:ext cx="4114800" cy="3086100"/>
          </a:xfrm>
        </p:spPr>
      </p:sp>
      <p:sp>
        <p:nvSpPr>
          <p:cNvPr id="3" name="Notes Placeholder 2"/>
          <p:cNvSpPr>
            <a:spLocks noGrp="1"/>
          </p:cNvSpPr>
          <p:nvPr>
            <p:ph type="body" idx="1"/>
          </p:nvPr>
        </p:nvSpPr>
        <p:spPr/>
        <p:txBody>
          <a:bodyPr/>
          <a:lstStyle/>
          <a:p>
            <a:r>
              <a:rPr lang="en-US" dirty="0"/>
              <a:t>https://www.nhtsa.gov/laws-regulations</a:t>
            </a:r>
          </a:p>
          <a:p>
            <a:endParaRPr lang="en-DE" dirty="0"/>
          </a:p>
        </p:txBody>
      </p:sp>
      <p:sp>
        <p:nvSpPr>
          <p:cNvPr id="4" name="Header Placeholder 3"/>
          <p:cNvSpPr>
            <a:spLocks noGrp="1"/>
          </p:cNvSpPr>
          <p:nvPr>
            <p:ph type="hdr" sz="quarter"/>
          </p:nvPr>
        </p:nvSpPr>
        <p:spPr/>
        <p:txBody>
          <a:bodyPr/>
          <a:lstStyle/>
          <a:p>
            <a:r>
              <a:rPr lang="en-US"/>
              <a:t>Titel der Präsentation</a:t>
            </a:r>
            <a:endParaRPr lang="en-US" dirty="0"/>
          </a:p>
        </p:txBody>
      </p:sp>
      <p:sp>
        <p:nvSpPr>
          <p:cNvPr id="5" name="Date Placeholder 4"/>
          <p:cNvSpPr>
            <a:spLocks noGrp="1"/>
          </p:cNvSpPr>
          <p:nvPr>
            <p:ph type="dt" idx="1"/>
          </p:nvPr>
        </p:nvSpPr>
        <p:spPr/>
        <p:txBody>
          <a:bodyPr/>
          <a:lstStyle/>
          <a:p>
            <a:fld id="{038CCDC1-595F-42C6-927A-BDA4480CC9E4}" type="datetime1">
              <a:rPr lang="de-DE" smtClean="0"/>
              <a:t>22.06.2026</a:t>
            </a:fld>
            <a:endParaRPr lang="en-US"/>
          </a:p>
        </p:txBody>
      </p:sp>
      <p:sp>
        <p:nvSpPr>
          <p:cNvPr id="6" name="Footer Placeholder 5"/>
          <p:cNvSpPr>
            <a:spLocks noGrp="1"/>
          </p:cNvSpPr>
          <p:nvPr>
            <p:ph type="ftr" sz="quarter" idx="4"/>
          </p:nvPr>
        </p:nvSpPr>
        <p:spPr/>
        <p:txBody>
          <a:bodyPr/>
          <a:lstStyle/>
          <a:p>
            <a:r>
              <a:rPr lang="en-US"/>
              <a:t>Universität Stuttgart</a:t>
            </a:r>
            <a:endParaRPr lang="en-US" dirty="0"/>
          </a:p>
        </p:txBody>
      </p:sp>
      <p:sp>
        <p:nvSpPr>
          <p:cNvPr id="7" name="Slide Number Placeholder 6"/>
          <p:cNvSpPr>
            <a:spLocks noGrp="1"/>
          </p:cNvSpPr>
          <p:nvPr>
            <p:ph type="sldNum" sz="quarter" idx="5"/>
          </p:nvPr>
        </p:nvSpPr>
        <p:spPr/>
        <p:txBody>
          <a:bodyPr/>
          <a:lstStyle/>
          <a:p>
            <a:fld id="{05DD1DF0-DD4E-4B0C-B0FD-D16D9D2A9750}" type="slidenum">
              <a:rPr lang="en-US" smtClean="0"/>
              <a:pPr/>
              <a:t>13</a:t>
            </a:fld>
            <a:endParaRPr lang="en-US"/>
          </a:p>
        </p:txBody>
      </p:sp>
    </p:spTree>
    <p:extLst>
      <p:ext uri="{BB962C8B-B14F-4D97-AF65-F5344CB8AC3E}">
        <p14:creationId xmlns:p14="http://schemas.microsoft.com/office/powerpoint/2010/main" val="36961800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8313" y="1009650"/>
            <a:ext cx="4114800" cy="3086100"/>
          </a:xfrm>
        </p:spPr>
      </p:sp>
      <p:sp>
        <p:nvSpPr>
          <p:cNvPr id="3" name="Notes Placeholder 2"/>
          <p:cNvSpPr>
            <a:spLocks noGrp="1"/>
          </p:cNvSpPr>
          <p:nvPr>
            <p:ph type="body" idx="1"/>
          </p:nvPr>
        </p:nvSpPr>
        <p:spPr/>
        <p:txBody>
          <a:bodyPr/>
          <a:lstStyle/>
          <a:p>
            <a:r>
              <a:rPr lang="en-US" sz="1000"/>
              <a:t>A structured RE approach </a:t>
            </a:r>
            <a:r>
              <a:rPr lang="en-US" sz="1000" b="1"/>
              <a:t>formalizes</a:t>
            </a:r>
            <a:r>
              <a:rPr lang="en-US" sz="1000"/>
              <a:t> how explainability is implemented, guaranteeing </a:t>
            </a:r>
            <a:r>
              <a:rPr lang="en-US" sz="1000" i="1"/>
              <a:t>consistent</a:t>
            </a:r>
            <a:r>
              <a:rPr lang="en-US" sz="1000"/>
              <a:t> clarity across the fleet.</a:t>
            </a:r>
          </a:p>
          <a:p>
            <a:endParaRPr lang="en-US" sz="1000" dirty="0"/>
          </a:p>
          <a:p>
            <a:pPr marL="180975" marR="0" lvl="0" indent="-180975" algn="l" defTabSz="713232" rtl="0" eaLnBrk="1" fontAlgn="auto" latinLnBrk="0" hangingPunct="1">
              <a:lnSpc>
                <a:spcPct val="120000"/>
              </a:lnSpc>
              <a:spcBef>
                <a:spcPts val="0"/>
              </a:spcBef>
              <a:spcAft>
                <a:spcPts val="0"/>
              </a:spcAft>
              <a:buClr>
                <a:schemeClr val="accent1"/>
              </a:buClr>
              <a:buSzTx/>
              <a:buFont typeface="Arial" panose="020B0604020202020204" pitchFamily="34" charset="0"/>
              <a:buChar char="•"/>
              <a:tabLst/>
              <a:defRPr/>
            </a:pPr>
            <a:r>
              <a:rPr lang="en-US" sz="1000" dirty="0"/>
              <a:t>Demonstrating that DTAG systematically </a:t>
            </a:r>
            <a:r>
              <a:rPr lang="en-US" sz="1000" b="1" dirty="0"/>
              <a:t>builds in</a:t>
            </a:r>
            <a:r>
              <a:rPr lang="en-US" sz="1000" dirty="0"/>
              <a:t> transparency, rather than bolting it on, bolsters the company’s reputation for safety and innovation.</a:t>
            </a:r>
          </a:p>
          <a:p>
            <a:endParaRPr lang="en-DE"/>
          </a:p>
        </p:txBody>
      </p:sp>
      <p:sp>
        <p:nvSpPr>
          <p:cNvPr id="4" name="Header Placeholder 3"/>
          <p:cNvSpPr>
            <a:spLocks noGrp="1"/>
          </p:cNvSpPr>
          <p:nvPr>
            <p:ph type="hdr" sz="quarter"/>
          </p:nvPr>
        </p:nvSpPr>
        <p:spPr/>
        <p:txBody>
          <a:bodyPr/>
          <a:lstStyle/>
          <a:p>
            <a:r>
              <a:rPr lang="en-US"/>
              <a:t>Requirements Engineering for Explainable AIUmm-e-Habiba</a:t>
            </a:r>
            <a:endParaRPr lang="en-US" dirty="0"/>
          </a:p>
        </p:txBody>
      </p:sp>
      <p:sp>
        <p:nvSpPr>
          <p:cNvPr id="5" name="Date Placeholder 4"/>
          <p:cNvSpPr>
            <a:spLocks noGrp="1"/>
          </p:cNvSpPr>
          <p:nvPr>
            <p:ph type="dt" idx="1"/>
          </p:nvPr>
        </p:nvSpPr>
        <p:spPr/>
        <p:txBody>
          <a:bodyPr/>
          <a:lstStyle/>
          <a:p>
            <a:fld id="{EB145CB6-F15F-47E3-BEFE-5A506FFCBBA8}" type="datetime1">
              <a:rPr lang="de-DE" smtClean="0"/>
              <a:t>22.06.2026</a:t>
            </a:fld>
            <a:endParaRPr lang="en-US"/>
          </a:p>
        </p:txBody>
      </p:sp>
      <p:sp>
        <p:nvSpPr>
          <p:cNvPr id="6" name="Footer Placeholder 5"/>
          <p:cNvSpPr>
            <a:spLocks noGrp="1"/>
          </p:cNvSpPr>
          <p:nvPr>
            <p:ph type="ftr" sz="quarter" idx="4"/>
          </p:nvPr>
        </p:nvSpPr>
        <p:spPr/>
        <p:txBody>
          <a:bodyPr/>
          <a:lstStyle/>
          <a:p>
            <a:r>
              <a:rPr lang="en-US"/>
              <a:t>Universität Stuttgart</a:t>
            </a:r>
            <a:endParaRPr lang="en-US" dirty="0"/>
          </a:p>
        </p:txBody>
      </p:sp>
      <p:sp>
        <p:nvSpPr>
          <p:cNvPr id="7" name="Slide Number Placeholder 6"/>
          <p:cNvSpPr>
            <a:spLocks noGrp="1"/>
          </p:cNvSpPr>
          <p:nvPr>
            <p:ph type="sldNum" sz="quarter" idx="5"/>
          </p:nvPr>
        </p:nvSpPr>
        <p:spPr/>
        <p:txBody>
          <a:bodyPr/>
          <a:lstStyle/>
          <a:p>
            <a:fld id="{05DD1DF0-DD4E-4B0C-B0FD-D16D9D2A9750}" type="slidenum">
              <a:rPr lang="en-US" smtClean="0"/>
              <a:pPr/>
              <a:t>14</a:t>
            </a:fld>
            <a:endParaRPr lang="en-US"/>
          </a:p>
        </p:txBody>
      </p:sp>
    </p:spTree>
    <p:extLst>
      <p:ext uri="{BB962C8B-B14F-4D97-AF65-F5344CB8AC3E}">
        <p14:creationId xmlns:p14="http://schemas.microsoft.com/office/powerpoint/2010/main" val="20708308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8313" y="1009650"/>
            <a:ext cx="4114800" cy="3086100"/>
          </a:xfrm>
        </p:spPr>
      </p:sp>
      <p:sp>
        <p:nvSpPr>
          <p:cNvPr id="3" name="Notes Placeholder 2"/>
          <p:cNvSpPr>
            <a:spLocks noGrp="1"/>
          </p:cNvSpPr>
          <p:nvPr>
            <p:ph type="body" idx="1"/>
          </p:nvPr>
        </p:nvSpPr>
        <p:spPr/>
        <p:txBody>
          <a:bodyPr/>
          <a:lstStyle/>
          <a:p>
            <a:pPr marL="180975" marR="0" lvl="0" indent="-180975" algn="l" defTabSz="713232" rtl="0" eaLnBrk="1" fontAlgn="auto" latinLnBrk="0" hangingPunct="1">
              <a:lnSpc>
                <a:spcPct val="120000"/>
              </a:lnSpc>
              <a:spcBef>
                <a:spcPts val="0"/>
              </a:spcBef>
              <a:spcAft>
                <a:spcPts val="0"/>
              </a:spcAft>
              <a:buClr>
                <a:schemeClr val="accent1"/>
              </a:buClr>
              <a:buSzTx/>
              <a:buFont typeface="Arial" panose="020B0604020202020204" pitchFamily="34" charset="0"/>
              <a:buChar char="•"/>
              <a:tabLst/>
              <a:defRPr/>
            </a:pPr>
            <a:r>
              <a:rPr lang="en-US" sz="1000" dirty="0"/>
              <a:t>Traceable requirements also help avoid confusion or duplication across inter-disciplinary teams (software engineers, data scientists, domain </a:t>
            </a:r>
            <a:r>
              <a:rPr lang="en-US" sz="1000"/>
              <a:t>experts).</a:t>
            </a:r>
          </a:p>
          <a:p>
            <a:pPr marL="180975" marR="0" lvl="0" indent="-180975" algn="l" defTabSz="713232" rtl="0" eaLnBrk="1" fontAlgn="auto" latinLnBrk="0" hangingPunct="1">
              <a:lnSpc>
                <a:spcPct val="120000"/>
              </a:lnSpc>
              <a:spcBef>
                <a:spcPts val="0"/>
              </a:spcBef>
              <a:spcAft>
                <a:spcPts val="0"/>
              </a:spcAft>
              <a:buClr>
                <a:schemeClr val="accent1"/>
              </a:buClr>
              <a:buSzTx/>
              <a:buFont typeface="Arial" panose="020B0604020202020204" pitchFamily="34" charset="0"/>
              <a:buChar char="•"/>
              <a:tabLst/>
              <a:defRPr/>
            </a:pPr>
            <a:endParaRPr lang="en-US" sz="1000" dirty="0"/>
          </a:p>
          <a:p>
            <a:pPr marL="180975" marR="0" lvl="0" indent="-180975" algn="l" defTabSz="713232" rtl="0" eaLnBrk="1" fontAlgn="auto" latinLnBrk="0" hangingPunct="1">
              <a:lnSpc>
                <a:spcPct val="120000"/>
              </a:lnSpc>
              <a:spcBef>
                <a:spcPts val="0"/>
              </a:spcBef>
              <a:spcAft>
                <a:spcPts val="0"/>
              </a:spcAft>
              <a:buClr>
                <a:schemeClr val="accent1"/>
              </a:buClr>
              <a:buSzTx/>
              <a:buFont typeface="Arial" panose="020B0604020202020204" pitchFamily="34" charset="0"/>
              <a:buChar char="•"/>
              <a:tabLst/>
              <a:defRPr/>
            </a:pPr>
            <a:r>
              <a:rPr lang="en-US" sz="1000" dirty="0"/>
              <a:t>Requirements that specify </a:t>
            </a:r>
            <a:r>
              <a:rPr lang="en-US" sz="1000" i="1" dirty="0"/>
              <a:t>how explanations should look</a:t>
            </a:r>
            <a:r>
              <a:rPr lang="en-US" sz="1000" dirty="0"/>
              <a:t> (e.g., feature attributions, rule-based outputs) make debugging quicker and more reliable.</a:t>
            </a:r>
          </a:p>
          <a:p>
            <a:pPr marL="180975" marR="0" lvl="0" indent="-180975" algn="l" defTabSz="713232" rtl="0" eaLnBrk="1" fontAlgn="auto" latinLnBrk="0" hangingPunct="1">
              <a:lnSpc>
                <a:spcPct val="120000"/>
              </a:lnSpc>
              <a:spcBef>
                <a:spcPts val="0"/>
              </a:spcBef>
              <a:spcAft>
                <a:spcPts val="0"/>
              </a:spcAft>
              <a:buClr>
                <a:schemeClr val="accent1"/>
              </a:buClr>
              <a:buSzTx/>
              <a:buFont typeface="Arial" panose="020B0604020202020204" pitchFamily="34" charset="0"/>
              <a:buChar char="•"/>
              <a:tabLst/>
              <a:defRPr/>
            </a:pPr>
            <a:endParaRPr lang="en-US" sz="1000" dirty="0"/>
          </a:p>
          <a:p>
            <a:endParaRPr lang="en-DE"/>
          </a:p>
        </p:txBody>
      </p:sp>
      <p:sp>
        <p:nvSpPr>
          <p:cNvPr id="4" name="Header Placeholder 3"/>
          <p:cNvSpPr>
            <a:spLocks noGrp="1"/>
          </p:cNvSpPr>
          <p:nvPr>
            <p:ph type="hdr" sz="quarter"/>
          </p:nvPr>
        </p:nvSpPr>
        <p:spPr/>
        <p:txBody>
          <a:bodyPr/>
          <a:lstStyle/>
          <a:p>
            <a:r>
              <a:rPr lang="en-US"/>
              <a:t>Requirements Engineering for Explainable AIUmm-e-Habiba</a:t>
            </a:r>
            <a:endParaRPr lang="en-US" dirty="0"/>
          </a:p>
        </p:txBody>
      </p:sp>
      <p:sp>
        <p:nvSpPr>
          <p:cNvPr id="5" name="Date Placeholder 4"/>
          <p:cNvSpPr>
            <a:spLocks noGrp="1"/>
          </p:cNvSpPr>
          <p:nvPr>
            <p:ph type="dt" idx="1"/>
          </p:nvPr>
        </p:nvSpPr>
        <p:spPr/>
        <p:txBody>
          <a:bodyPr/>
          <a:lstStyle/>
          <a:p>
            <a:fld id="{EB145CB6-F15F-47E3-BEFE-5A506FFCBBA8}" type="datetime1">
              <a:rPr lang="de-DE" smtClean="0"/>
              <a:t>22.06.2026</a:t>
            </a:fld>
            <a:endParaRPr lang="en-US"/>
          </a:p>
        </p:txBody>
      </p:sp>
      <p:sp>
        <p:nvSpPr>
          <p:cNvPr id="6" name="Footer Placeholder 5"/>
          <p:cNvSpPr>
            <a:spLocks noGrp="1"/>
          </p:cNvSpPr>
          <p:nvPr>
            <p:ph type="ftr" sz="quarter" idx="4"/>
          </p:nvPr>
        </p:nvSpPr>
        <p:spPr/>
        <p:txBody>
          <a:bodyPr/>
          <a:lstStyle/>
          <a:p>
            <a:r>
              <a:rPr lang="en-US"/>
              <a:t>Universität Stuttgart</a:t>
            </a:r>
            <a:endParaRPr lang="en-US" dirty="0"/>
          </a:p>
        </p:txBody>
      </p:sp>
      <p:sp>
        <p:nvSpPr>
          <p:cNvPr id="7" name="Slide Number Placeholder 6"/>
          <p:cNvSpPr>
            <a:spLocks noGrp="1"/>
          </p:cNvSpPr>
          <p:nvPr>
            <p:ph type="sldNum" sz="quarter" idx="5"/>
          </p:nvPr>
        </p:nvSpPr>
        <p:spPr/>
        <p:txBody>
          <a:bodyPr/>
          <a:lstStyle/>
          <a:p>
            <a:fld id="{05DD1DF0-DD4E-4B0C-B0FD-D16D9D2A9750}" type="slidenum">
              <a:rPr lang="en-US" smtClean="0"/>
              <a:pPr/>
              <a:t>15</a:t>
            </a:fld>
            <a:endParaRPr lang="en-US"/>
          </a:p>
        </p:txBody>
      </p:sp>
    </p:spTree>
    <p:extLst>
      <p:ext uri="{BB962C8B-B14F-4D97-AF65-F5344CB8AC3E}">
        <p14:creationId xmlns:p14="http://schemas.microsoft.com/office/powerpoint/2010/main" val="4435893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8313" y="1009650"/>
            <a:ext cx="4114800" cy="3086100"/>
          </a:xfrm>
        </p:spPr>
      </p:sp>
      <p:sp>
        <p:nvSpPr>
          <p:cNvPr id="3" name="Notes Placeholder 2"/>
          <p:cNvSpPr>
            <a:spLocks noGrp="1"/>
          </p:cNvSpPr>
          <p:nvPr>
            <p:ph type="body" idx="1"/>
          </p:nvPr>
        </p:nvSpPr>
        <p:spPr/>
        <p:txBody>
          <a:bodyPr/>
          <a:lstStyle/>
          <a:p>
            <a:r>
              <a:rPr lang="en-US" dirty="0">
                <a:latin typeface="Arial" panose="020B0604020202020204" pitchFamily="34" charset="0"/>
              </a:rPr>
              <a:t>Research and development efforts</a:t>
            </a:r>
            <a:br>
              <a:rPr lang="en-US" dirty="0"/>
            </a:br>
            <a:r>
              <a:rPr lang="en-US" dirty="0">
                <a:latin typeface="Arial" panose="020B0604020202020204" pitchFamily="34" charset="0"/>
              </a:rPr>
              <a:t>are required to provide more comprehensive and user-focused</a:t>
            </a:r>
            <a:br>
              <a:rPr lang="en-US" dirty="0"/>
            </a:br>
            <a:r>
              <a:rPr lang="en-US" dirty="0">
                <a:latin typeface="Arial" panose="020B0604020202020204" pitchFamily="34" charset="0"/>
              </a:rPr>
              <a:t>solutions for capturing and satisfying </a:t>
            </a:r>
            <a:r>
              <a:rPr lang="en-US" dirty="0" err="1">
                <a:latin typeface="Arial" panose="020B0604020202020204" pitchFamily="34" charset="0"/>
              </a:rPr>
              <a:t>explainability</a:t>
            </a:r>
            <a:r>
              <a:rPr lang="en-US" dirty="0">
                <a:latin typeface="Arial" panose="020B0604020202020204" pitchFamily="34" charset="0"/>
              </a:rPr>
              <a:t> require-</a:t>
            </a:r>
            <a:br>
              <a:rPr lang="en-US" dirty="0"/>
            </a:br>
            <a:r>
              <a:rPr lang="en-US" dirty="0" err="1">
                <a:latin typeface="Arial" panose="020B0604020202020204" pitchFamily="34" charset="0"/>
              </a:rPr>
              <a:t>ments</a:t>
            </a:r>
            <a:r>
              <a:rPr lang="en-US" dirty="0">
                <a:latin typeface="Arial" panose="020B0604020202020204" pitchFamily="34" charset="0"/>
              </a:rPr>
              <a:t>. Thus, we aim to provide a reference process model</a:t>
            </a:r>
            <a:br>
              <a:rPr lang="en-US" dirty="0"/>
            </a:br>
            <a:r>
              <a:rPr lang="en-US" dirty="0">
                <a:latin typeface="Arial" panose="020B0604020202020204" pitchFamily="34" charset="0"/>
              </a:rPr>
              <a:t>for improving the incorporation of </a:t>
            </a:r>
            <a:r>
              <a:rPr lang="en-US" dirty="0" err="1">
                <a:latin typeface="Arial" panose="020B0604020202020204" pitchFamily="34" charset="0"/>
              </a:rPr>
              <a:t>explainability</a:t>
            </a:r>
            <a:r>
              <a:rPr lang="en-US" dirty="0">
                <a:latin typeface="Arial" panose="020B0604020202020204" pitchFamily="34" charset="0"/>
              </a:rPr>
              <a:t> requirements</a:t>
            </a:r>
            <a:br>
              <a:rPr lang="en-US" dirty="0"/>
            </a:br>
            <a:r>
              <a:rPr lang="en-US" dirty="0">
                <a:latin typeface="Arial" panose="020B0604020202020204" pitchFamily="34" charset="0"/>
              </a:rPr>
              <a:t>into the RE process to build trustworthy and effective AI-based</a:t>
            </a:r>
            <a:br>
              <a:rPr lang="en-US" dirty="0"/>
            </a:br>
            <a:r>
              <a:rPr lang="en-US" dirty="0">
                <a:latin typeface="Arial" panose="020B0604020202020204" pitchFamily="34" charset="0"/>
              </a:rPr>
              <a:t>systems.</a:t>
            </a:r>
            <a:endParaRPr lang="de-DE" dirty="0"/>
          </a:p>
        </p:txBody>
      </p:sp>
      <p:sp>
        <p:nvSpPr>
          <p:cNvPr id="4" name="Header Placeholder 3"/>
          <p:cNvSpPr>
            <a:spLocks noGrp="1"/>
          </p:cNvSpPr>
          <p:nvPr>
            <p:ph type="hdr" sz="quarter"/>
          </p:nvPr>
        </p:nvSpPr>
        <p:spPr/>
        <p:txBody>
          <a:bodyPr/>
          <a:lstStyle/>
          <a:p>
            <a:r>
              <a:rPr lang="en-US"/>
              <a:t>Requirements Engineering for Explainable AIUmm-e-Habiba</a:t>
            </a:r>
            <a:endParaRPr lang="en-US" dirty="0"/>
          </a:p>
        </p:txBody>
      </p:sp>
      <p:sp>
        <p:nvSpPr>
          <p:cNvPr id="5" name="Date Placeholder 4"/>
          <p:cNvSpPr>
            <a:spLocks noGrp="1"/>
          </p:cNvSpPr>
          <p:nvPr>
            <p:ph type="dt" idx="1"/>
          </p:nvPr>
        </p:nvSpPr>
        <p:spPr/>
        <p:txBody>
          <a:bodyPr/>
          <a:lstStyle/>
          <a:p>
            <a:fld id="{D22D13BE-C24E-40E8-BE7F-066D99D267F8}" type="datetime1">
              <a:rPr lang="de-DE" smtClean="0"/>
              <a:t>22.06.2026</a:t>
            </a:fld>
            <a:endParaRPr lang="en-US"/>
          </a:p>
        </p:txBody>
      </p:sp>
      <p:sp>
        <p:nvSpPr>
          <p:cNvPr id="6" name="Footer Placeholder 5"/>
          <p:cNvSpPr>
            <a:spLocks noGrp="1"/>
          </p:cNvSpPr>
          <p:nvPr>
            <p:ph type="ftr" sz="quarter" idx="4"/>
          </p:nvPr>
        </p:nvSpPr>
        <p:spPr/>
        <p:txBody>
          <a:bodyPr/>
          <a:lstStyle/>
          <a:p>
            <a:r>
              <a:rPr lang="en-US"/>
              <a:t>Universität Stuttgart</a:t>
            </a:r>
            <a:endParaRPr lang="en-US" dirty="0"/>
          </a:p>
        </p:txBody>
      </p:sp>
      <p:sp>
        <p:nvSpPr>
          <p:cNvPr id="7" name="Slide Number Placeholder 6"/>
          <p:cNvSpPr>
            <a:spLocks noGrp="1"/>
          </p:cNvSpPr>
          <p:nvPr>
            <p:ph type="sldNum" sz="quarter" idx="5"/>
          </p:nvPr>
        </p:nvSpPr>
        <p:spPr/>
        <p:txBody>
          <a:bodyPr/>
          <a:lstStyle/>
          <a:p>
            <a:fld id="{05DD1DF0-DD4E-4B0C-B0FD-D16D9D2A9750}" type="slidenum">
              <a:rPr lang="en-US" smtClean="0"/>
              <a:pPr/>
              <a:t>16</a:t>
            </a:fld>
            <a:endParaRPr lang="en-US"/>
          </a:p>
        </p:txBody>
      </p:sp>
    </p:spTree>
    <p:extLst>
      <p:ext uri="{BB962C8B-B14F-4D97-AF65-F5344CB8AC3E}">
        <p14:creationId xmlns:p14="http://schemas.microsoft.com/office/powerpoint/2010/main" val="12416718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17" Type="http://schemas.openxmlformats.org/officeDocument/2006/relationships/image" Target="../media/image124.svg"/><Relationship Id="rId21" Type="http://schemas.openxmlformats.org/officeDocument/2006/relationships/image" Target="../media/image28.svg"/><Relationship Id="rId42" Type="http://schemas.openxmlformats.org/officeDocument/2006/relationships/image" Target="../media/image49.png"/><Relationship Id="rId63" Type="http://schemas.openxmlformats.org/officeDocument/2006/relationships/image" Target="../media/image70.svg"/><Relationship Id="rId84" Type="http://schemas.openxmlformats.org/officeDocument/2006/relationships/image" Target="../media/image91.png"/><Relationship Id="rId16" Type="http://schemas.openxmlformats.org/officeDocument/2006/relationships/image" Target="../media/image23.png"/><Relationship Id="rId107" Type="http://schemas.openxmlformats.org/officeDocument/2006/relationships/image" Target="../media/image114.svg"/><Relationship Id="rId11" Type="http://schemas.openxmlformats.org/officeDocument/2006/relationships/image" Target="../media/image18.svg"/><Relationship Id="rId32" Type="http://schemas.openxmlformats.org/officeDocument/2006/relationships/image" Target="../media/image39.png"/><Relationship Id="rId37" Type="http://schemas.openxmlformats.org/officeDocument/2006/relationships/image" Target="../media/image44.svg"/><Relationship Id="rId53" Type="http://schemas.openxmlformats.org/officeDocument/2006/relationships/image" Target="../media/image60.svg"/><Relationship Id="rId58" Type="http://schemas.openxmlformats.org/officeDocument/2006/relationships/image" Target="../media/image65.png"/><Relationship Id="rId74" Type="http://schemas.openxmlformats.org/officeDocument/2006/relationships/image" Target="../media/image81.png"/><Relationship Id="rId79" Type="http://schemas.openxmlformats.org/officeDocument/2006/relationships/image" Target="../media/image86.svg"/><Relationship Id="rId102" Type="http://schemas.openxmlformats.org/officeDocument/2006/relationships/image" Target="../media/image109.png"/><Relationship Id="rId123" Type="http://schemas.openxmlformats.org/officeDocument/2006/relationships/image" Target="../media/image130.svg"/><Relationship Id="rId128" Type="http://schemas.openxmlformats.org/officeDocument/2006/relationships/image" Target="../media/image135.png"/><Relationship Id="rId5" Type="http://schemas.openxmlformats.org/officeDocument/2006/relationships/image" Target="../media/image12.svg"/><Relationship Id="rId90" Type="http://schemas.openxmlformats.org/officeDocument/2006/relationships/image" Target="../media/image97.png"/><Relationship Id="rId95" Type="http://schemas.openxmlformats.org/officeDocument/2006/relationships/image" Target="../media/image102.svg"/><Relationship Id="rId22" Type="http://schemas.openxmlformats.org/officeDocument/2006/relationships/image" Target="../media/image29.png"/><Relationship Id="rId27" Type="http://schemas.openxmlformats.org/officeDocument/2006/relationships/image" Target="../media/image34.svg"/><Relationship Id="rId43" Type="http://schemas.openxmlformats.org/officeDocument/2006/relationships/image" Target="../media/image50.svg"/><Relationship Id="rId48" Type="http://schemas.openxmlformats.org/officeDocument/2006/relationships/image" Target="../media/image55.png"/><Relationship Id="rId64" Type="http://schemas.openxmlformats.org/officeDocument/2006/relationships/image" Target="../media/image71.png"/><Relationship Id="rId69" Type="http://schemas.openxmlformats.org/officeDocument/2006/relationships/image" Target="../media/image76.svg"/><Relationship Id="rId113" Type="http://schemas.openxmlformats.org/officeDocument/2006/relationships/image" Target="../media/image120.svg"/><Relationship Id="rId118" Type="http://schemas.openxmlformats.org/officeDocument/2006/relationships/image" Target="../media/image125.png"/><Relationship Id="rId80" Type="http://schemas.openxmlformats.org/officeDocument/2006/relationships/image" Target="../media/image87.png"/><Relationship Id="rId85" Type="http://schemas.openxmlformats.org/officeDocument/2006/relationships/image" Target="../media/image92.svg"/><Relationship Id="rId12" Type="http://schemas.openxmlformats.org/officeDocument/2006/relationships/image" Target="../media/image19.png"/><Relationship Id="rId17" Type="http://schemas.openxmlformats.org/officeDocument/2006/relationships/image" Target="../media/image24.svg"/><Relationship Id="rId33" Type="http://schemas.openxmlformats.org/officeDocument/2006/relationships/image" Target="../media/image40.svg"/><Relationship Id="rId38" Type="http://schemas.openxmlformats.org/officeDocument/2006/relationships/image" Target="../media/image45.png"/><Relationship Id="rId59" Type="http://schemas.openxmlformats.org/officeDocument/2006/relationships/image" Target="../media/image66.svg"/><Relationship Id="rId103" Type="http://schemas.openxmlformats.org/officeDocument/2006/relationships/image" Target="../media/image110.svg"/><Relationship Id="rId108" Type="http://schemas.openxmlformats.org/officeDocument/2006/relationships/image" Target="../media/image115.png"/><Relationship Id="rId124" Type="http://schemas.openxmlformats.org/officeDocument/2006/relationships/image" Target="../media/image131.png"/><Relationship Id="rId129" Type="http://schemas.openxmlformats.org/officeDocument/2006/relationships/image" Target="../media/image136.svg"/><Relationship Id="rId54" Type="http://schemas.openxmlformats.org/officeDocument/2006/relationships/image" Target="../media/image61.png"/><Relationship Id="rId70" Type="http://schemas.openxmlformats.org/officeDocument/2006/relationships/image" Target="../media/image77.png"/><Relationship Id="rId75" Type="http://schemas.openxmlformats.org/officeDocument/2006/relationships/image" Target="../media/image82.svg"/><Relationship Id="rId91" Type="http://schemas.openxmlformats.org/officeDocument/2006/relationships/image" Target="../media/image98.svg"/><Relationship Id="rId96" Type="http://schemas.openxmlformats.org/officeDocument/2006/relationships/image" Target="../media/image103.png"/><Relationship Id="rId1" Type="http://schemas.openxmlformats.org/officeDocument/2006/relationships/slideMaster" Target="../slideMasters/slideMaster1.xml"/><Relationship Id="rId6" Type="http://schemas.openxmlformats.org/officeDocument/2006/relationships/image" Target="../media/image13.png"/><Relationship Id="rId23" Type="http://schemas.openxmlformats.org/officeDocument/2006/relationships/image" Target="../media/image30.svg"/><Relationship Id="rId28" Type="http://schemas.openxmlformats.org/officeDocument/2006/relationships/image" Target="../media/image35.png"/><Relationship Id="rId49" Type="http://schemas.openxmlformats.org/officeDocument/2006/relationships/image" Target="../media/image56.svg"/><Relationship Id="rId114" Type="http://schemas.openxmlformats.org/officeDocument/2006/relationships/image" Target="../media/image121.png"/><Relationship Id="rId119" Type="http://schemas.openxmlformats.org/officeDocument/2006/relationships/image" Target="../media/image126.svg"/><Relationship Id="rId44" Type="http://schemas.openxmlformats.org/officeDocument/2006/relationships/image" Target="../media/image51.png"/><Relationship Id="rId60" Type="http://schemas.openxmlformats.org/officeDocument/2006/relationships/image" Target="../media/image67.png"/><Relationship Id="rId65" Type="http://schemas.openxmlformats.org/officeDocument/2006/relationships/image" Target="../media/image72.svg"/><Relationship Id="rId81" Type="http://schemas.openxmlformats.org/officeDocument/2006/relationships/image" Target="../media/image88.svg"/><Relationship Id="rId86" Type="http://schemas.openxmlformats.org/officeDocument/2006/relationships/image" Target="../media/image93.png"/><Relationship Id="rId130" Type="http://schemas.openxmlformats.org/officeDocument/2006/relationships/image" Target="../media/image137.png"/><Relationship Id="rId13" Type="http://schemas.openxmlformats.org/officeDocument/2006/relationships/image" Target="../media/image20.svg"/><Relationship Id="rId18" Type="http://schemas.openxmlformats.org/officeDocument/2006/relationships/image" Target="../media/image25.png"/><Relationship Id="rId39" Type="http://schemas.openxmlformats.org/officeDocument/2006/relationships/image" Target="../media/image46.svg"/><Relationship Id="rId109" Type="http://schemas.openxmlformats.org/officeDocument/2006/relationships/image" Target="../media/image116.svg"/><Relationship Id="rId34" Type="http://schemas.openxmlformats.org/officeDocument/2006/relationships/image" Target="../media/image41.png"/><Relationship Id="rId50" Type="http://schemas.openxmlformats.org/officeDocument/2006/relationships/image" Target="../media/image57.png"/><Relationship Id="rId55" Type="http://schemas.openxmlformats.org/officeDocument/2006/relationships/image" Target="../media/image62.svg"/><Relationship Id="rId76" Type="http://schemas.openxmlformats.org/officeDocument/2006/relationships/image" Target="../media/image83.png"/><Relationship Id="rId97" Type="http://schemas.openxmlformats.org/officeDocument/2006/relationships/image" Target="../media/image104.svg"/><Relationship Id="rId104" Type="http://schemas.openxmlformats.org/officeDocument/2006/relationships/image" Target="../media/image111.png"/><Relationship Id="rId120" Type="http://schemas.openxmlformats.org/officeDocument/2006/relationships/image" Target="../media/image127.png"/><Relationship Id="rId125" Type="http://schemas.openxmlformats.org/officeDocument/2006/relationships/image" Target="../media/image132.svg"/><Relationship Id="rId7" Type="http://schemas.openxmlformats.org/officeDocument/2006/relationships/image" Target="../media/image14.svg"/><Relationship Id="rId71" Type="http://schemas.openxmlformats.org/officeDocument/2006/relationships/image" Target="../media/image78.svg"/><Relationship Id="rId92" Type="http://schemas.openxmlformats.org/officeDocument/2006/relationships/image" Target="../media/image99.png"/><Relationship Id="rId2" Type="http://schemas.openxmlformats.org/officeDocument/2006/relationships/image" Target="../media/image9.png"/><Relationship Id="rId29" Type="http://schemas.openxmlformats.org/officeDocument/2006/relationships/image" Target="../media/image36.svg"/><Relationship Id="rId24" Type="http://schemas.openxmlformats.org/officeDocument/2006/relationships/image" Target="../media/image31.png"/><Relationship Id="rId40" Type="http://schemas.openxmlformats.org/officeDocument/2006/relationships/image" Target="../media/image47.png"/><Relationship Id="rId45" Type="http://schemas.openxmlformats.org/officeDocument/2006/relationships/image" Target="../media/image52.svg"/><Relationship Id="rId66" Type="http://schemas.openxmlformats.org/officeDocument/2006/relationships/image" Target="../media/image73.png"/><Relationship Id="rId87" Type="http://schemas.openxmlformats.org/officeDocument/2006/relationships/image" Target="../media/image94.svg"/><Relationship Id="rId110" Type="http://schemas.openxmlformats.org/officeDocument/2006/relationships/image" Target="../media/image117.png"/><Relationship Id="rId115" Type="http://schemas.openxmlformats.org/officeDocument/2006/relationships/image" Target="../media/image122.svg"/><Relationship Id="rId131" Type="http://schemas.openxmlformats.org/officeDocument/2006/relationships/image" Target="../media/image138.svg"/><Relationship Id="rId61" Type="http://schemas.openxmlformats.org/officeDocument/2006/relationships/image" Target="../media/image68.svg"/><Relationship Id="rId82" Type="http://schemas.openxmlformats.org/officeDocument/2006/relationships/image" Target="../media/image89.png"/><Relationship Id="rId19" Type="http://schemas.openxmlformats.org/officeDocument/2006/relationships/image" Target="../media/image26.svg"/><Relationship Id="rId14" Type="http://schemas.openxmlformats.org/officeDocument/2006/relationships/image" Target="../media/image21.png"/><Relationship Id="rId30" Type="http://schemas.openxmlformats.org/officeDocument/2006/relationships/image" Target="../media/image37.png"/><Relationship Id="rId35" Type="http://schemas.openxmlformats.org/officeDocument/2006/relationships/image" Target="../media/image42.svg"/><Relationship Id="rId56" Type="http://schemas.openxmlformats.org/officeDocument/2006/relationships/image" Target="../media/image63.png"/><Relationship Id="rId77" Type="http://schemas.openxmlformats.org/officeDocument/2006/relationships/image" Target="../media/image84.svg"/><Relationship Id="rId100" Type="http://schemas.openxmlformats.org/officeDocument/2006/relationships/image" Target="../media/image107.png"/><Relationship Id="rId105" Type="http://schemas.openxmlformats.org/officeDocument/2006/relationships/image" Target="../media/image112.svg"/><Relationship Id="rId126" Type="http://schemas.openxmlformats.org/officeDocument/2006/relationships/image" Target="../media/image133.png"/><Relationship Id="rId8" Type="http://schemas.openxmlformats.org/officeDocument/2006/relationships/image" Target="../media/image15.png"/><Relationship Id="rId51" Type="http://schemas.openxmlformats.org/officeDocument/2006/relationships/image" Target="../media/image58.svg"/><Relationship Id="rId72" Type="http://schemas.openxmlformats.org/officeDocument/2006/relationships/image" Target="../media/image79.png"/><Relationship Id="rId93" Type="http://schemas.openxmlformats.org/officeDocument/2006/relationships/image" Target="../media/image100.svg"/><Relationship Id="rId98" Type="http://schemas.openxmlformats.org/officeDocument/2006/relationships/image" Target="../media/image105.png"/><Relationship Id="rId121" Type="http://schemas.openxmlformats.org/officeDocument/2006/relationships/image" Target="../media/image128.svg"/><Relationship Id="rId3" Type="http://schemas.openxmlformats.org/officeDocument/2006/relationships/image" Target="../media/image10.svg"/><Relationship Id="rId25" Type="http://schemas.openxmlformats.org/officeDocument/2006/relationships/image" Target="../media/image32.svg"/><Relationship Id="rId46" Type="http://schemas.openxmlformats.org/officeDocument/2006/relationships/image" Target="../media/image53.png"/><Relationship Id="rId67" Type="http://schemas.openxmlformats.org/officeDocument/2006/relationships/image" Target="../media/image74.svg"/><Relationship Id="rId116" Type="http://schemas.openxmlformats.org/officeDocument/2006/relationships/image" Target="../media/image123.png"/><Relationship Id="rId20" Type="http://schemas.openxmlformats.org/officeDocument/2006/relationships/image" Target="../media/image27.png"/><Relationship Id="rId41" Type="http://schemas.openxmlformats.org/officeDocument/2006/relationships/image" Target="../media/image48.svg"/><Relationship Id="rId62" Type="http://schemas.openxmlformats.org/officeDocument/2006/relationships/image" Target="../media/image69.png"/><Relationship Id="rId83" Type="http://schemas.openxmlformats.org/officeDocument/2006/relationships/image" Target="../media/image90.svg"/><Relationship Id="rId88" Type="http://schemas.openxmlformats.org/officeDocument/2006/relationships/image" Target="../media/image95.png"/><Relationship Id="rId111" Type="http://schemas.openxmlformats.org/officeDocument/2006/relationships/image" Target="../media/image118.svg"/><Relationship Id="rId132" Type="http://schemas.openxmlformats.org/officeDocument/2006/relationships/image" Target="../media/image139.png"/><Relationship Id="rId15" Type="http://schemas.openxmlformats.org/officeDocument/2006/relationships/image" Target="../media/image22.svg"/><Relationship Id="rId36" Type="http://schemas.openxmlformats.org/officeDocument/2006/relationships/image" Target="../media/image43.png"/><Relationship Id="rId57" Type="http://schemas.openxmlformats.org/officeDocument/2006/relationships/image" Target="../media/image64.svg"/><Relationship Id="rId106" Type="http://schemas.openxmlformats.org/officeDocument/2006/relationships/image" Target="../media/image113.png"/><Relationship Id="rId127" Type="http://schemas.openxmlformats.org/officeDocument/2006/relationships/image" Target="../media/image134.svg"/><Relationship Id="rId10" Type="http://schemas.openxmlformats.org/officeDocument/2006/relationships/image" Target="../media/image17.png"/><Relationship Id="rId31" Type="http://schemas.openxmlformats.org/officeDocument/2006/relationships/image" Target="../media/image38.svg"/><Relationship Id="rId52" Type="http://schemas.openxmlformats.org/officeDocument/2006/relationships/image" Target="../media/image59.png"/><Relationship Id="rId73" Type="http://schemas.openxmlformats.org/officeDocument/2006/relationships/image" Target="../media/image80.svg"/><Relationship Id="rId78" Type="http://schemas.openxmlformats.org/officeDocument/2006/relationships/image" Target="../media/image85.png"/><Relationship Id="rId94" Type="http://schemas.openxmlformats.org/officeDocument/2006/relationships/image" Target="../media/image101.png"/><Relationship Id="rId99" Type="http://schemas.openxmlformats.org/officeDocument/2006/relationships/image" Target="../media/image106.svg"/><Relationship Id="rId101" Type="http://schemas.openxmlformats.org/officeDocument/2006/relationships/image" Target="../media/image108.svg"/><Relationship Id="rId122" Type="http://schemas.openxmlformats.org/officeDocument/2006/relationships/image" Target="../media/image129.png"/><Relationship Id="rId4" Type="http://schemas.openxmlformats.org/officeDocument/2006/relationships/image" Target="../media/image11.png"/><Relationship Id="rId9" Type="http://schemas.openxmlformats.org/officeDocument/2006/relationships/image" Target="../media/image16.svg"/><Relationship Id="rId26" Type="http://schemas.openxmlformats.org/officeDocument/2006/relationships/image" Target="../media/image33.png"/><Relationship Id="rId47" Type="http://schemas.openxmlformats.org/officeDocument/2006/relationships/image" Target="../media/image54.svg"/><Relationship Id="rId68" Type="http://schemas.openxmlformats.org/officeDocument/2006/relationships/image" Target="../media/image75.png"/><Relationship Id="rId89" Type="http://schemas.openxmlformats.org/officeDocument/2006/relationships/image" Target="../media/image96.svg"/><Relationship Id="rId112" Type="http://schemas.openxmlformats.org/officeDocument/2006/relationships/image" Target="../media/image119.png"/><Relationship Id="rId133" Type="http://schemas.openxmlformats.org/officeDocument/2006/relationships/image" Target="../media/image140.sv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folie mit Bild">
    <p:spTree>
      <p:nvGrpSpPr>
        <p:cNvPr id="1" name=""/>
        <p:cNvGrpSpPr/>
        <p:nvPr/>
      </p:nvGrpSpPr>
      <p:grpSpPr>
        <a:xfrm>
          <a:off x="0" y="0"/>
          <a:ext cx="0" cy="0"/>
          <a:chOff x="0" y="0"/>
          <a:chExt cx="0" cy="0"/>
        </a:xfrm>
      </p:grpSpPr>
      <p:sp>
        <p:nvSpPr>
          <p:cNvPr id="14" name="Rechteck 13">
            <a:extLst>
              <a:ext uri="{FF2B5EF4-FFF2-40B4-BE49-F238E27FC236}">
                <a16:creationId xmlns:a16="http://schemas.microsoft.com/office/drawing/2014/main" id="{631AC114-CFE7-BDAD-9AD5-D3BDB21282D9}"/>
              </a:ext>
            </a:extLst>
          </p:cNvPr>
          <p:cNvSpPr/>
          <p:nvPr userDrawn="1"/>
        </p:nvSpPr>
        <p:spPr>
          <a:xfrm>
            <a:off x="0" y="617508"/>
            <a:ext cx="5249995" cy="160399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sp>
        <p:nvSpPr>
          <p:cNvPr id="8" name="Titel 7">
            <a:extLst>
              <a:ext uri="{FF2B5EF4-FFF2-40B4-BE49-F238E27FC236}">
                <a16:creationId xmlns:a16="http://schemas.microsoft.com/office/drawing/2014/main" id="{50E10753-AC8F-BF21-29FD-9E16AB402E08}"/>
              </a:ext>
            </a:extLst>
          </p:cNvPr>
          <p:cNvSpPr>
            <a:spLocks noGrp="1"/>
          </p:cNvSpPr>
          <p:nvPr>
            <p:ph type="title"/>
          </p:nvPr>
        </p:nvSpPr>
        <p:spPr>
          <a:xfrm>
            <a:off x="210013" y="961850"/>
            <a:ext cx="5030991" cy="1259648"/>
          </a:xfrm>
        </p:spPr>
        <p:txBody>
          <a:bodyPr anchor="ctr"/>
          <a:lstStyle>
            <a:lvl1pPr>
              <a:defRPr sz="2500">
                <a:solidFill>
                  <a:schemeClr val="bg1"/>
                </a:solidFill>
              </a:defRPr>
            </a:lvl1pPr>
          </a:lstStyle>
          <a:p>
            <a:endParaRPr lang="de-DE" dirty="0"/>
          </a:p>
        </p:txBody>
      </p:sp>
      <p:sp>
        <p:nvSpPr>
          <p:cNvPr id="12" name="Rechteck 11">
            <a:extLst>
              <a:ext uri="{FF2B5EF4-FFF2-40B4-BE49-F238E27FC236}">
                <a16:creationId xmlns:a16="http://schemas.microsoft.com/office/drawing/2014/main" id="{6B3A0C13-0D1C-FBE8-AAF8-CCD53D60B73A}"/>
              </a:ext>
            </a:extLst>
          </p:cNvPr>
          <p:cNvSpPr/>
          <p:nvPr userDrawn="1"/>
        </p:nvSpPr>
        <p:spPr>
          <a:xfrm>
            <a:off x="5252993" y="-18493"/>
            <a:ext cx="477001" cy="63600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sp>
        <p:nvSpPr>
          <p:cNvPr id="10" name="Untertitel 2">
            <a:extLst>
              <a:ext uri="{FF2B5EF4-FFF2-40B4-BE49-F238E27FC236}">
                <a16:creationId xmlns:a16="http://schemas.microsoft.com/office/drawing/2014/main" id="{E2FACA25-66A0-748E-2D33-66313CC6CF72}"/>
              </a:ext>
            </a:extLst>
          </p:cNvPr>
          <p:cNvSpPr>
            <a:spLocks noGrp="1"/>
          </p:cNvSpPr>
          <p:nvPr>
            <p:ph type="subTitle" idx="1"/>
          </p:nvPr>
        </p:nvSpPr>
        <p:spPr>
          <a:xfrm>
            <a:off x="210013" y="661680"/>
            <a:ext cx="5030991" cy="320146"/>
          </a:xfrm>
        </p:spPr>
        <p:txBody>
          <a:bodyPr lIns="90000" tIns="0" rIns="90000" bIns="0" anchor="b">
            <a:normAutofit/>
          </a:bodyPr>
          <a:lstStyle>
            <a:lvl1pPr marL="0" indent="0" algn="l">
              <a:buNone/>
              <a:defRPr sz="1167">
                <a:solidFill>
                  <a:schemeClr val="bg1"/>
                </a:solidFill>
              </a:defRPr>
            </a:lvl1pPr>
            <a:lvl2pPr marL="380985" indent="0" algn="ctr">
              <a:buNone/>
              <a:defRPr sz="1667"/>
            </a:lvl2pPr>
            <a:lvl3pPr marL="761970" indent="0" algn="ctr">
              <a:buNone/>
              <a:defRPr sz="1500"/>
            </a:lvl3pPr>
            <a:lvl4pPr marL="1142954" indent="0" algn="ctr">
              <a:buNone/>
              <a:defRPr sz="1333"/>
            </a:lvl4pPr>
            <a:lvl5pPr marL="1523939" indent="0" algn="ctr">
              <a:buNone/>
              <a:defRPr sz="1333"/>
            </a:lvl5pPr>
            <a:lvl6pPr marL="1904924" indent="0" algn="ctr">
              <a:buNone/>
              <a:defRPr sz="1333"/>
            </a:lvl6pPr>
            <a:lvl7pPr marL="2285909" indent="0" algn="ctr">
              <a:buNone/>
              <a:defRPr sz="1333"/>
            </a:lvl7pPr>
            <a:lvl8pPr marL="2666893" indent="0" algn="ctr">
              <a:buNone/>
              <a:defRPr sz="1333"/>
            </a:lvl8pPr>
            <a:lvl9pPr marL="3047878" indent="0" algn="ctr">
              <a:buNone/>
              <a:defRPr sz="1333"/>
            </a:lvl9pPr>
          </a:lstStyle>
          <a:p>
            <a:r>
              <a:rPr lang="de-DE" dirty="0"/>
              <a:t>Master-Untertitelformat</a:t>
            </a:r>
          </a:p>
        </p:txBody>
      </p:sp>
      <p:sp>
        <p:nvSpPr>
          <p:cNvPr id="15" name="Rechteck 14">
            <a:extLst>
              <a:ext uri="{FF2B5EF4-FFF2-40B4-BE49-F238E27FC236}">
                <a16:creationId xmlns:a16="http://schemas.microsoft.com/office/drawing/2014/main" id="{4DC78C02-324C-E538-77D4-983F2CAB1BF6}"/>
              </a:ext>
            </a:extLst>
          </p:cNvPr>
          <p:cNvSpPr/>
          <p:nvPr userDrawn="1"/>
        </p:nvSpPr>
        <p:spPr>
          <a:xfrm>
            <a:off x="6689990" y="2857501"/>
            <a:ext cx="930010" cy="1283992"/>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sp>
        <p:nvSpPr>
          <p:cNvPr id="16" name="Rechteck 15">
            <a:extLst>
              <a:ext uri="{FF2B5EF4-FFF2-40B4-BE49-F238E27FC236}">
                <a16:creationId xmlns:a16="http://schemas.microsoft.com/office/drawing/2014/main" id="{687112D4-2C87-43A2-EB79-DC5E1904E927}"/>
              </a:ext>
            </a:extLst>
          </p:cNvPr>
          <p:cNvSpPr/>
          <p:nvPr userDrawn="1"/>
        </p:nvSpPr>
        <p:spPr>
          <a:xfrm>
            <a:off x="0" y="2221498"/>
            <a:ext cx="479998" cy="63999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dirty="0"/>
          </a:p>
        </p:txBody>
      </p:sp>
      <p:pic>
        <p:nvPicPr>
          <p:cNvPr id="2" name="Grafik 1" descr="Ein Bild, das Grafiken, weiß, Schwarz, Design enthält.&#10;&#10;Automatisch generierte Beschreibung">
            <a:extLst>
              <a:ext uri="{FF2B5EF4-FFF2-40B4-BE49-F238E27FC236}">
                <a16:creationId xmlns:a16="http://schemas.microsoft.com/office/drawing/2014/main" id="{5FB513E5-AD11-48B8-4276-215305634D1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887971" y="320302"/>
            <a:ext cx="480000" cy="338378"/>
          </a:xfrm>
          <a:prstGeom prst="rect">
            <a:avLst/>
          </a:prstGeom>
        </p:spPr>
      </p:pic>
    </p:spTree>
    <p:extLst>
      <p:ext uri="{BB962C8B-B14F-4D97-AF65-F5344CB8AC3E}">
        <p14:creationId xmlns:p14="http://schemas.microsoft.com/office/powerpoint/2010/main" val="604117822"/>
      </p:ext>
    </p:extLst>
  </p:cSld>
  <p:clrMapOvr>
    <a:masterClrMapping/>
  </p:clrMapOvr>
  <p:extLst>
    <p:ext uri="{DCECCB84-F9BA-43D5-87BE-67443E8EF086}">
      <p15:sldGuideLst xmlns:p15="http://schemas.microsoft.com/office/powerpoint/2012/main">
        <p15:guide id="1" orient="horz" pos="1620">
          <p15:clr>
            <a:srgbClr val="FBAE40"/>
          </p15:clr>
        </p15:guide>
        <p15:guide id="2" orient="horz" pos="35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E71E14DC-0C02-4197-1FB0-3D015E5FA364}"/>
              </a:ext>
            </a:extLst>
          </p:cNvPr>
          <p:cNvSpPr/>
          <p:nvPr userDrawn="1"/>
        </p:nvSpPr>
        <p:spPr>
          <a:xfrm>
            <a:off x="0" y="934862"/>
            <a:ext cx="7626007" cy="446664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sp>
        <p:nvSpPr>
          <p:cNvPr id="2" name="Titel 1">
            <a:extLst>
              <a:ext uri="{FF2B5EF4-FFF2-40B4-BE49-F238E27FC236}">
                <a16:creationId xmlns:a16="http://schemas.microsoft.com/office/drawing/2014/main" id="{64E1AF63-011D-62FC-2BBE-5057CB52C870}"/>
              </a:ext>
            </a:extLst>
          </p:cNvPr>
          <p:cNvSpPr>
            <a:spLocks noGrp="1"/>
          </p:cNvSpPr>
          <p:nvPr>
            <p:ph type="ctrTitle"/>
          </p:nvPr>
        </p:nvSpPr>
        <p:spPr>
          <a:xfrm>
            <a:off x="952500" y="937506"/>
            <a:ext cx="5715000" cy="2165103"/>
          </a:xfrm>
        </p:spPr>
        <p:txBody>
          <a:bodyPr anchor="b">
            <a:noAutofit/>
          </a:bodyPr>
          <a:lstStyle>
            <a:lvl1pPr algn="ctr">
              <a:defRPr sz="5000">
                <a:solidFill>
                  <a:schemeClr val="bg1"/>
                </a:solidFill>
              </a:defRPr>
            </a:lvl1pPr>
          </a:lstStyle>
          <a:p>
            <a:r>
              <a:rPr lang="de-DE" dirty="0"/>
              <a:t>Mastertitelformat bearbeiten</a:t>
            </a:r>
          </a:p>
        </p:txBody>
      </p:sp>
      <p:sp>
        <p:nvSpPr>
          <p:cNvPr id="3" name="Untertitel 2">
            <a:extLst>
              <a:ext uri="{FF2B5EF4-FFF2-40B4-BE49-F238E27FC236}">
                <a16:creationId xmlns:a16="http://schemas.microsoft.com/office/drawing/2014/main" id="{DDB3B3B2-FBC7-04AA-687D-4F790E5EA5CC}"/>
              </a:ext>
            </a:extLst>
          </p:cNvPr>
          <p:cNvSpPr>
            <a:spLocks noGrp="1"/>
          </p:cNvSpPr>
          <p:nvPr>
            <p:ph type="subTitle" idx="1"/>
          </p:nvPr>
        </p:nvSpPr>
        <p:spPr>
          <a:xfrm>
            <a:off x="952500" y="3199319"/>
            <a:ext cx="5715000" cy="938177"/>
          </a:xfrm>
        </p:spPr>
        <p:txBody>
          <a:bodyPr>
            <a:normAutofit/>
          </a:bodyPr>
          <a:lstStyle>
            <a:lvl1pPr marL="0" indent="0" algn="ctr">
              <a:buNone/>
              <a:defRPr sz="1667">
                <a:solidFill>
                  <a:schemeClr val="bg1"/>
                </a:solidFill>
              </a:defRPr>
            </a:lvl1pPr>
            <a:lvl2pPr marL="380985" indent="0" algn="ctr">
              <a:buNone/>
              <a:defRPr sz="1667"/>
            </a:lvl2pPr>
            <a:lvl3pPr marL="761970" indent="0" algn="ctr">
              <a:buNone/>
              <a:defRPr sz="1500"/>
            </a:lvl3pPr>
            <a:lvl4pPr marL="1142954" indent="0" algn="ctr">
              <a:buNone/>
              <a:defRPr sz="1333"/>
            </a:lvl4pPr>
            <a:lvl5pPr marL="1523939" indent="0" algn="ctr">
              <a:buNone/>
              <a:defRPr sz="1333"/>
            </a:lvl5pPr>
            <a:lvl6pPr marL="1904924" indent="0" algn="ctr">
              <a:buNone/>
              <a:defRPr sz="1333"/>
            </a:lvl6pPr>
            <a:lvl7pPr marL="2285909" indent="0" algn="ctr">
              <a:buNone/>
              <a:defRPr sz="1333"/>
            </a:lvl7pPr>
            <a:lvl8pPr marL="2666893" indent="0" algn="ctr">
              <a:buNone/>
              <a:defRPr sz="1333"/>
            </a:lvl8pPr>
            <a:lvl9pPr marL="3047878" indent="0" algn="ctr">
              <a:buNone/>
              <a:defRPr sz="1333"/>
            </a:lvl9pPr>
          </a:lstStyle>
          <a:p>
            <a:r>
              <a:rPr lang="de-DE" dirty="0"/>
              <a:t>Master-Untertitelformat bearbeiten</a:t>
            </a:r>
          </a:p>
        </p:txBody>
      </p:sp>
      <p:sp>
        <p:nvSpPr>
          <p:cNvPr id="4" name="Rechteck 3">
            <a:extLst>
              <a:ext uri="{FF2B5EF4-FFF2-40B4-BE49-F238E27FC236}">
                <a16:creationId xmlns:a16="http://schemas.microsoft.com/office/drawing/2014/main" id="{141DCB41-20DC-C588-BB18-5A2E63C3D04B}"/>
              </a:ext>
            </a:extLst>
          </p:cNvPr>
          <p:cNvSpPr/>
          <p:nvPr userDrawn="1"/>
        </p:nvSpPr>
        <p:spPr>
          <a:xfrm>
            <a:off x="6689990" y="2542608"/>
            <a:ext cx="930022" cy="127200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sp>
        <p:nvSpPr>
          <p:cNvPr id="9" name="Rechteck 8">
            <a:extLst>
              <a:ext uri="{FF2B5EF4-FFF2-40B4-BE49-F238E27FC236}">
                <a16:creationId xmlns:a16="http://schemas.microsoft.com/office/drawing/2014/main" id="{255C9D90-42B2-18FB-CFBE-F2DD07C779B6}"/>
              </a:ext>
            </a:extLst>
          </p:cNvPr>
          <p:cNvSpPr/>
          <p:nvPr userDrawn="1"/>
        </p:nvSpPr>
        <p:spPr>
          <a:xfrm>
            <a:off x="6209992" y="3818791"/>
            <a:ext cx="477000" cy="636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dirty="0"/>
          </a:p>
        </p:txBody>
      </p:sp>
    </p:spTree>
    <p:extLst>
      <p:ext uri="{BB962C8B-B14F-4D97-AF65-F5344CB8AC3E}">
        <p14:creationId xmlns:p14="http://schemas.microsoft.com/office/powerpoint/2010/main" val="11558426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Abschnitts-&#10;überschrift">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31C6DAB1-71EB-0D9B-8531-C8D017EDFA82}"/>
              </a:ext>
            </a:extLst>
          </p:cNvPr>
          <p:cNvSpPr/>
          <p:nvPr userDrawn="1"/>
        </p:nvSpPr>
        <p:spPr>
          <a:xfrm>
            <a:off x="-6007" y="5401504"/>
            <a:ext cx="7626007" cy="3134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dirty="0"/>
          </a:p>
        </p:txBody>
      </p:sp>
      <p:sp>
        <p:nvSpPr>
          <p:cNvPr id="8" name="Rechteck 7">
            <a:extLst>
              <a:ext uri="{FF2B5EF4-FFF2-40B4-BE49-F238E27FC236}">
                <a16:creationId xmlns:a16="http://schemas.microsoft.com/office/drawing/2014/main" id="{3C7DC338-E7E4-FB7A-2CDB-114A9BD6E7EA}"/>
              </a:ext>
            </a:extLst>
          </p:cNvPr>
          <p:cNvSpPr/>
          <p:nvPr userDrawn="1"/>
        </p:nvSpPr>
        <p:spPr>
          <a:xfrm>
            <a:off x="0" y="1"/>
            <a:ext cx="7626007" cy="540150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dirty="0"/>
          </a:p>
        </p:txBody>
      </p:sp>
      <p:sp>
        <p:nvSpPr>
          <p:cNvPr id="2" name="Titel 1">
            <a:extLst>
              <a:ext uri="{FF2B5EF4-FFF2-40B4-BE49-F238E27FC236}">
                <a16:creationId xmlns:a16="http://schemas.microsoft.com/office/drawing/2014/main" id="{E169D7C9-9ED5-5758-DF2F-4D5083A5CB3E}"/>
              </a:ext>
            </a:extLst>
          </p:cNvPr>
          <p:cNvSpPr>
            <a:spLocks noGrp="1"/>
          </p:cNvSpPr>
          <p:nvPr>
            <p:ph type="title"/>
          </p:nvPr>
        </p:nvSpPr>
        <p:spPr>
          <a:xfrm>
            <a:off x="210013" y="1585247"/>
            <a:ext cx="7199974" cy="1462752"/>
          </a:xfrm>
        </p:spPr>
        <p:txBody>
          <a:bodyPr anchor="b"/>
          <a:lstStyle>
            <a:lvl1pPr>
              <a:defRPr sz="3333">
                <a:solidFill>
                  <a:schemeClr val="bg1"/>
                </a:solidFill>
              </a:defRPr>
            </a:lvl1pPr>
          </a:lstStyle>
          <a:p>
            <a:r>
              <a:rPr lang="de-DE" dirty="0"/>
              <a:t>Mastertitelformat bearbeiten</a:t>
            </a:r>
          </a:p>
        </p:txBody>
      </p:sp>
      <p:sp>
        <p:nvSpPr>
          <p:cNvPr id="3" name="Textplatzhalter 2">
            <a:extLst>
              <a:ext uri="{FF2B5EF4-FFF2-40B4-BE49-F238E27FC236}">
                <a16:creationId xmlns:a16="http://schemas.microsoft.com/office/drawing/2014/main" id="{C3941B2A-E150-EE73-7114-CA68C47928E7}"/>
              </a:ext>
            </a:extLst>
          </p:cNvPr>
          <p:cNvSpPr>
            <a:spLocks noGrp="1"/>
          </p:cNvSpPr>
          <p:nvPr>
            <p:ph type="body" idx="1"/>
          </p:nvPr>
        </p:nvSpPr>
        <p:spPr>
          <a:xfrm>
            <a:off x="210013" y="3204422"/>
            <a:ext cx="7199975" cy="924429"/>
          </a:xfrm>
        </p:spPr>
        <p:txBody>
          <a:bodyPr>
            <a:normAutofit/>
          </a:bodyPr>
          <a:lstStyle>
            <a:lvl1pPr marL="0" indent="0">
              <a:buNone/>
              <a:defRPr sz="1667">
                <a:solidFill>
                  <a:schemeClr val="bg1"/>
                </a:solidFill>
              </a:defRPr>
            </a:lvl1pPr>
            <a:lvl2pPr marL="380985" indent="0">
              <a:buNone/>
              <a:defRPr sz="1667">
                <a:solidFill>
                  <a:schemeClr val="tx1">
                    <a:tint val="82000"/>
                  </a:schemeClr>
                </a:solidFill>
              </a:defRPr>
            </a:lvl2pPr>
            <a:lvl3pPr marL="761970" indent="0">
              <a:buNone/>
              <a:defRPr sz="1500">
                <a:solidFill>
                  <a:schemeClr val="tx1">
                    <a:tint val="82000"/>
                  </a:schemeClr>
                </a:solidFill>
              </a:defRPr>
            </a:lvl3pPr>
            <a:lvl4pPr marL="1142954" indent="0">
              <a:buNone/>
              <a:defRPr sz="1333">
                <a:solidFill>
                  <a:schemeClr val="tx1">
                    <a:tint val="82000"/>
                  </a:schemeClr>
                </a:solidFill>
              </a:defRPr>
            </a:lvl4pPr>
            <a:lvl5pPr marL="1523939" indent="0">
              <a:buNone/>
              <a:defRPr sz="1333">
                <a:solidFill>
                  <a:schemeClr val="tx1">
                    <a:tint val="82000"/>
                  </a:schemeClr>
                </a:solidFill>
              </a:defRPr>
            </a:lvl5pPr>
            <a:lvl6pPr marL="1904924" indent="0">
              <a:buNone/>
              <a:defRPr sz="1333">
                <a:solidFill>
                  <a:schemeClr val="tx1">
                    <a:tint val="82000"/>
                  </a:schemeClr>
                </a:solidFill>
              </a:defRPr>
            </a:lvl6pPr>
            <a:lvl7pPr marL="2285909" indent="0">
              <a:buNone/>
              <a:defRPr sz="1333">
                <a:solidFill>
                  <a:schemeClr val="tx1">
                    <a:tint val="82000"/>
                  </a:schemeClr>
                </a:solidFill>
              </a:defRPr>
            </a:lvl7pPr>
            <a:lvl8pPr marL="2666893" indent="0">
              <a:buNone/>
              <a:defRPr sz="1333">
                <a:solidFill>
                  <a:schemeClr val="tx1">
                    <a:tint val="82000"/>
                  </a:schemeClr>
                </a:solidFill>
              </a:defRPr>
            </a:lvl8pPr>
            <a:lvl9pPr marL="3047878" indent="0">
              <a:buNone/>
              <a:defRPr sz="1333">
                <a:solidFill>
                  <a:schemeClr val="tx1">
                    <a:tint val="82000"/>
                  </a:schemeClr>
                </a:solidFill>
              </a:defRPr>
            </a:lvl9pPr>
          </a:lstStyle>
          <a:p>
            <a:pPr lvl="0"/>
            <a:r>
              <a:rPr lang="de-DE" dirty="0"/>
              <a:t>Mastertextformat bearbeiten</a:t>
            </a:r>
          </a:p>
        </p:txBody>
      </p:sp>
      <p:sp>
        <p:nvSpPr>
          <p:cNvPr id="5" name="Fußzeilenplatzhalter 4">
            <a:extLst>
              <a:ext uri="{FF2B5EF4-FFF2-40B4-BE49-F238E27FC236}">
                <a16:creationId xmlns:a16="http://schemas.microsoft.com/office/drawing/2014/main" id="{157F2956-4BA1-5452-2EC6-8B60BA4A7101}"/>
              </a:ext>
            </a:extLst>
          </p:cNvPr>
          <p:cNvSpPr>
            <a:spLocks noGrp="1"/>
          </p:cNvSpPr>
          <p:nvPr>
            <p:ph type="ftr" sz="quarter" idx="11"/>
          </p:nvPr>
        </p:nvSpPr>
        <p:spPr/>
        <p:txBody>
          <a:bodyPr/>
          <a:lstStyle>
            <a:lvl1pPr>
              <a:defRPr>
                <a:solidFill>
                  <a:schemeClr val="bg2"/>
                </a:solidFill>
              </a:defRPr>
            </a:lvl1pPr>
          </a:lstStyle>
          <a:p>
            <a:r>
              <a:rPr lang="de-DE"/>
              <a:t>TUM School of Computation, Information and Technology | Technische Universität München</a:t>
            </a:r>
            <a:endParaRPr lang="de-DE" dirty="0"/>
          </a:p>
        </p:txBody>
      </p:sp>
      <p:sp>
        <p:nvSpPr>
          <p:cNvPr id="6" name="Foliennummernplatzhalter 5">
            <a:extLst>
              <a:ext uri="{FF2B5EF4-FFF2-40B4-BE49-F238E27FC236}">
                <a16:creationId xmlns:a16="http://schemas.microsoft.com/office/drawing/2014/main" id="{6FD0F805-F878-F6B4-CB83-C4CB2D1BF17F}"/>
              </a:ext>
            </a:extLst>
          </p:cNvPr>
          <p:cNvSpPr>
            <a:spLocks noGrp="1"/>
          </p:cNvSpPr>
          <p:nvPr>
            <p:ph type="sldNum" sz="quarter" idx="12"/>
          </p:nvPr>
        </p:nvSpPr>
        <p:spPr/>
        <p:txBody>
          <a:bodyPr/>
          <a:lstStyle>
            <a:lvl1pPr>
              <a:defRPr>
                <a:solidFill>
                  <a:schemeClr val="bg2"/>
                </a:solidFill>
              </a:defRPr>
            </a:lvl1pPr>
          </a:lstStyle>
          <a:p>
            <a:fld id="{7BC6339C-EBB9-4F99-9F6F-F0910A22596F}" type="slidenum">
              <a:rPr lang="de-DE" smtClean="0"/>
              <a:pPr/>
              <a:t>‹#›</a:t>
            </a:fld>
            <a:endParaRPr lang="de-DE" dirty="0"/>
          </a:p>
        </p:txBody>
      </p:sp>
      <p:sp>
        <p:nvSpPr>
          <p:cNvPr id="9" name="Rechteck 8">
            <a:extLst>
              <a:ext uri="{FF2B5EF4-FFF2-40B4-BE49-F238E27FC236}">
                <a16:creationId xmlns:a16="http://schemas.microsoft.com/office/drawing/2014/main" id="{DC5AAE2A-5FAA-3EA5-F4BC-8E99EFD67438}"/>
              </a:ext>
            </a:extLst>
          </p:cNvPr>
          <p:cNvSpPr/>
          <p:nvPr userDrawn="1"/>
        </p:nvSpPr>
        <p:spPr>
          <a:xfrm>
            <a:off x="6689990" y="2542608"/>
            <a:ext cx="942023" cy="127200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sp>
        <p:nvSpPr>
          <p:cNvPr id="10" name="Rechteck 9">
            <a:extLst>
              <a:ext uri="{FF2B5EF4-FFF2-40B4-BE49-F238E27FC236}">
                <a16:creationId xmlns:a16="http://schemas.microsoft.com/office/drawing/2014/main" id="{540A2846-B081-7016-562E-414DEA5EFC3C}"/>
              </a:ext>
            </a:extLst>
          </p:cNvPr>
          <p:cNvSpPr/>
          <p:nvPr userDrawn="1"/>
        </p:nvSpPr>
        <p:spPr>
          <a:xfrm>
            <a:off x="6209992" y="3818791"/>
            <a:ext cx="477000" cy="636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dirty="0"/>
          </a:p>
        </p:txBody>
      </p:sp>
      <p:pic>
        <p:nvPicPr>
          <p:cNvPr id="13" name="Bild 6" descr="20150416 tum logo blau png final.png">
            <a:extLst>
              <a:ext uri="{FF2B5EF4-FFF2-40B4-BE49-F238E27FC236}">
                <a16:creationId xmlns:a16="http://schemas.microsoft.com/office/drawing/2014/main" id="{833D4E89-1CFA-4617-9316-65D19C575913}"/>
              </a:ext>
            </a:extLst>
          </p:cNvPr>
          <p:cNvPicPr>
            <a:picLocks noChangeAspect="1"/>
          </p:cNvPicPr>
          <p:nvPr userDrawn="1"/>
        </p:nvPicPr>
        <p:blipFill>
          <a:blip r:embed="rId2"/>
          <a:stretch>
            <a:fillRect/>
          </a:stretch>
        </p:blipFill>
        <p:spPr>
          <a:xfrm>
            <a:off x="6827324" y="324000"/>
            <a:ext cx="599513" cy="320288"/>
          </a:xfrm>
          <a:prstGeom prst="rect">
            <a:avLst/>
          </a:prstGeom>
        </p:spPr>
      </p:pic>
    </p:spTree>
    <p:extLst>
      <p:ext uri="{BB962C8B-B14F-4D97-AF65-F5344CB8AC3E}">
        <p14:creationId xmlns:p14="http://schemas.microsoft.com/office/powerpoint/2010/main" val="19595754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Nur Titel auf dunkelblau">
    <p:bg>
      <p:bgPr>
        <a:solidFill>
          <a:schemeClr val="bg2"/>
        </a:solidFill>
        <a:effectLst/>
      </p:bgPr>
    </p:bg>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053ADCCE-9205-3CB2-A17B-95229EC087EB}"/>
              </a:ext>
            </a:extLst>
          </p:cNvPr>
          <p:cNvSpPr/>
          <p:nvPr userDrawn="1"/>
        </p:nvSpPr>
        <p:spPr>
          <a:xfrm>
            <a:off x="-6007" y="5401504"/>
            <a:ext cx="7626007" cy="3134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dirty="0"/>
          </a:p>
        </p:txBody>
      </p:sp>
      <p:sp>
        <p:nvSpPr>
          <p:cNvPr id="3" name="Fußzeilenplatzhalter 2">
            <a:extLst>
              <a:ext uri="{FF2B5EF4-FFF2-40B4-BE49-F238E27FC236}">
                <a16:creationId xmlns:a16="http://schemas.microsoft.com/office/drawing/2014/main" id="{C614F232-6FAD-4474-8BDB-2097FB17BD03}"/>
              </a:ext>
            </a:extLst>
          </p:cNvPr>
          <p:cNvSpPr>
            <a:spLocks noGrp="1"/>
          </p:cNvSpPr>
          <p:nvPr>
            <p:ph type="ftr" sz="quarter" idx="10"/>
          </p:nvPr>
        </p:nvSpPr>
        <p:spPr/>
        <p:txBody>
          <a:bodyPr/>
          <a:lstStyle>
            <a:lvl1pPr>
              <a:defRPr>
                <a:solidFill>
                  <a:schemeClr val="bg2"/>
                </a:solidFill>
              </a:defRPr>
            </a:lvl1pPr>
          </a:lstStyle>
          <a:p>
            <a:r>
              <a:rPr lang="de-DE"/>
              <a:t>TUM School of Computation, Information and Technology | Technische Universität München</a:t>
            </a:r>
            <a:endParaRPr lang="de-DE" dirty="0"/>
          </a:p>
        </p:txBody>
      </p:sp>
      <p:sp>
        <p:nvSpPr>
          <p:cNvPr id="4" name="Foliennummernplatzhalter 3">
            <a:extLst>
              <a:ext uri="{FF2B5EF4-FFF2-40B4-BE49-F238E27FC236}">
                <a16:creationId xmlns:a16="http://schemas.microsoft.com/office/drawing/2014/main" id="{E5DC8796-6A29-4E8E-8718-B59E8719064B}"/>
              </a:ext>
            </a:extLst>
          </p:cNvPr>
          <p:cNvSpPr>
            <a:spLocks noGrp="1"/>
          </p:cNvSpPr>
          <p:nvPr>
            <p:ph type="sldNum" sz="quarter" idx="11"/>
          </p:nvPr>
        </p:nvSpPr>
        <p:spPr/>
        <p:txBody>
          <a:bodyPr/>
          <a:lstStyle>
            <a:lvl1pPr>
              <a:defRPr>
                <a:solidFill>
                  <a:schemeClr val="bg2"/>
                </a:solidFill>
              </a:defRPr>
            </a:lvl1pPr>
          </a:lstStyle>
          <a:p>
            <a:fld id="{7BC6339C-EBB9-4F99-9F6F-F0910A22596F}" type="slidenum">
              <a:rPr lang="de-DE" smtClean="0"/>
              <a:pPr/>
              <a:t>‹#›</a:t>
            </a:fld>
            <a:endParaRPr lang="de-DE" dirty="0"/>
          </a:p>
        </p:txBody>
      </p:sp>
      <p:sp>
        <p:nvSpPr>
          <p:cNvPr id="5" name="Titel 4">
            <a:extLst>
              <a:ext uri="{FF2B5EF4-FFF2-40B4-BE49-F238E27FC236}">
                <a16:creationId xmlns:a16="http://schemas.microsoft.com/office/drawing/2014/main" id="{DAFB31D1-9F5A-F8AE-F02D-C9C3EB87E9C5}"/>
              </a:ext>
            </a:extLst>
          </p:cNvPr>
          <p:cNvSpPr>
            <a:spLocks noGrp="1"/>
          </p:cNvSpPr>
          <p:nvPr>
            <p:ph type="title"/>
          </p:nvPr>
        </p:nvSpPr>
        <p:spPr>
          <a:xfrm>
            <a:off x="210013" y="297509"/>
            <a:ext cx="7199975" cy="1255999"/>
          </a:xfrm>
        </p:spPr>
        <p:txBody>
          <a:bodyPr/>
          <a:lstStyle>
            <a:lvl1pPr>
              <a:defRPr>
                <a:solidFill>
                  <a:schemeClr val="bg1"/>
                </a:solidFill>
              </a:defRPr>
            </a:lvl1pPr>
          </a:lstStyle>
          <a:p>
            <a:r>
              <a:rPr lang="de-DE"/>
              <a:t>Mastertitelformat bearbeiten</a:t>
            </a:r>
          </a:p>
        </p:txBody>
      </p:sp>
      <p:pic>
        <p:nvPicPr>
          <p:cNvPr id="7" name="Bild 6" descr="20150416 tum logo blau png final.png">
            <a:extLst>
              <a:ext uri="{FF2B5EF4-FFF2-40B4-BE49-F238E27FC236}">
                <a16:creationId xmlns:a16="http://schemas.microsoft.com/office/drawing/2014/main" id="{0F657C1C-B18F-4AEB-850B-49E509862460}"/>
              </a:ext>
            </a:extLst>
          </p:cNvPr>
          <p:cNvPicPr>
            <a:picLocks noChangeAspect="1"/>
          </p:cNvPicPr>
          <p:nvPr userDrawn="1"/>
        </p:nvPicPr>
        <p:blipFill>
          <a:blip r:embed="rId2"/>
          <a:stretch>
            <a:fillRect/>
          </a:stretch>
        </p:blipFill>
        <p:spPr>
          <a:xfrm>
            <a:off x="6815715" y="349862"/>
            <a:ext cx="599513" cy="320288"/>
          </a:xfrm>
          <a:prstGeom prst="rect">
            <a:avLst/>
          </a:prstGeom>
        </p:spPr>
      </p:pic>
    </p:spTree>
    <p:extLst>
      <p:ext uri="{BB962C8B-B14F-4D97-AF65-F5344CB8AC3E}">
        <p14:creationId xmlns:p14="http://schemas.microsoft.com/office/powerpoint/2010/main" val="18012062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el und Inhalt">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DAFB31D1-9F5A-F8AE-F02D-C9C3EB87E9C5}"/>
              </a:ext>
            </a:extLst>
          </p:cNvPr>
          <p:cNvSpPr>
            <a:spLocks noGrp="1"/>
          </p:cNvSpPr>
          <p:nvPr>
            <p:ph type="title"/>
          </p:nvPr>
        </p:nvSpPr>
        <p:spPr>
          <a:xfrm>
            <a:off x="210013" y="297509"/>
            <a:ext cx="7199975" cy="1255999"/>
          </a:xfrm>
        </p:spPr>
        <p:txBody>
          <a:bodyPr/>
          <a:lstStyle>
            <a:lvl1pPr>
              <a:defRPr>
                <a:solidFill>
                  <a:schemeClr val="bg2"/>
                </a:solidFill>
              </a:defRPr>
            </a:lvl1pPr>
          </a:lstStyle>
          <a:p>
            <a:r>
              <a:rPr lang="de-DE" dirty="0"/>
              <a:t>Mastertitelformat bearbeiten</a:t>
            </a:r>
          </a:p>
        </p:txBody>
      </p:sp>
      <p:sp>
        <p:nvSpPr>
          <p:cNvPr id="8" name="Rechteck 7">
            <a:extLst>
              <a:ext uri="{FF2B5EF4-FFF2-40B4-BE49-F238E27FC236}">
                <a16:creationId xmlns:a16="http://schemas.microsoft.com/office/drawing/2014/main" id="{36B037A9-9599-74F1-B27B-A701253EC916}"/>
              </a:ext>
            </a:extLst>
          </p:cNvPr>
          <p:cNvSpPr/>
          <p:nvPr userDrawn="1"/>
        </p:nvSpPr>
        <p:spPr>
          <a:xfrm>
            <a:off x="-6007" y="5401504"/>
            <a:ext cx="7626007" cy="313496"/>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dirty="0"/>
          </a:p>
        </p:txBody>
      </p:sp>
      <p:sp>
        <p:nvSpPr>
          <p:cNvPr id="9" name="Fußzeilenplatzhalter 5">
            <a:extLst>
              <a:ext uri="{FF2B5EF4-FFF2-40B4-BE49-F238E27FC236}">
                <a16:creationId xmlns:a16="http://schemas.microsoft.com/office/drawing/2014/main" id="{3A3F27DA-F045-03CA-AC95-E37414A3265C}"/>
              </a:ext>
            </a:extLst>
          </p:cNvPr>
          <p:cNvSpPr>
            <a:spLocks noGrp="1"/>
          </p:cNvSpPr>
          <p:nvPr>
            <p:ph type="ftr" sz="quarter" idx="11"/>
          </p:nvPr>
        </p:nvSpPr>
        <p:spPr>
          <a:xfrm>
            <a:off x="210013" y="5426939"/>
            <a:ext cx="6652961" cy="188513"/>
          </a:xfrm>
        </p:spPr>
        <p:txBody>
          <a:bodyPr/>
          <a:lstStyle/>
          <a:p>
            <a:r>
              <a:rPr lang="de-DE" dirty="0"/>
              <a:t>TUM School </a:t>
            </a:r>
            <a:r>
              <a:rPr lang="de-DE" dirty="0" err="1"/>
              <a:t>of</a:t>
            </a:r>
            <a:r>
              <a:rPr lang="de-DE" dirty="0"/>
              <a:t> </a:t>
            </a:r>
            <a:r>
              <a:rPr lang="de-DE" dirty="0" err="1"/>
              <a:t>Computation</a:t>
            </a:r>
            <a:r>
              <a:rPr lang="de-DE" dirty="0"/>
              <a:t>, Information and Technology | Technische Universität München</a:t>
            </a:r>
          </a:p>
        </p:txBody>
      </p:sp>
      <p:sp>
        <p:nvSpPr>
          <p:cNvPr id="10" name="Foliennummernplatzhalter 6">
            <a:extLst>
              <a:ext uri="{FF2B5EF4-FFF2-40B4-BE49-F238E27FC236}">
                <a16:creationId xmlns:a16="http://schemas.microsoft.com/office/drawing/2014/main" id="{077FF991-E63C-E4B4-00D2-56B2021B1194}"/>
              </a:ext>
            </a:extLst>
          </p:cNvPr>
          <p:cNvSpPr>
            <a:spLocks noGrp="1"/>
          </p:cNvSpPr>
          <p:nvPr>
            <p:ph type="sldNum" sz="quarter" idx="12"/>
          </p:nvPr>
        </p:nvSpPr>
        <p:spPr>
          <a:xfrm>
            <a:off x="6912029" y="5426939"/>
            <a:ext cx="497959" cy="188513"/>
          </a:xfrm>
        </p:spPr>
        <p:txBody>
          <a:bodyPr/>
          <a:lstStyle/>
          <a:p>
            <a:fld id="{7BC6339C-EBB9-4F99-9F6F-F0910A22596F}" type="slidenum">
              <a:rPr lang="de-DE" smtClean="0"/>
              <a:t>‹#›</a:t>
            </a:fld>
            <a:endParaRPr lang="de-DE"/>
          </a:p>
        </p:txBody>
      </p:sp>
      <p:pic>
        <p:nvPicPr>
          <p:cNvPr id="2" name="Bild 8">
            <a:extLst>
              <a:ext uri="{FF2B5EF4-FFF2-40B4-BE49-F238E27FC236}">
                <a16:creationId xmlns:a16="http://schemas.microsoft.com/office/drawing/2014/main" id="{D43486B6-D735-4F5B-EC40-B8AA4803B42D}"/>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6888000" y="320000"/>
            <a:ext cx="480000" cy="337348"/>
          </a:xfrm>
          <a:prstGeom prst="rect">
            <a:avLst/>
          </a:prstGeom>
        </p:spPr>
      </p:pic>
      <p:sp>
        <p:nvSpPr>
          <p:cNvPr id="4" name="Textplatzhalter 2">
            <a:extLst>
              <a:ext uri="{FF2B5EF4-FFF2-40B4-BE49-F238E27FC236}">
                <a16:creationId xmlns:a16="http://schemas.microsoft.com/office/drawing/2014/main" id="{DEFFD170-06CB-D811-E89F-FCA123B15E03}"/>
              </a:ext>
            </a:extLst>
          </p:cNvPr>
          <p:cNvSpPr>
            <a:spLocks noGrp="1"/>
          </p:cNvSpPr>
          <p:nvPr>
            <p:ph idx="1"/>
          </p:nvPr>
        </p:nvSpPr>
        <p:spPr>
          <a:xfrm>
            <a:off x="210013" y="1577505"/>
            <a:ext cx="7199975" cy="3521177"/>
          </a:xfrm>
          <a:prstGeom prst="rect">
            <a:avLst/>
          </a:prstGeom>
        </p:spPr>
        <p:txBody>
          <a:bodyPr vert="horz" lIns="91440" tIns="45720" rIns="91440" bIns="45720" rtlCol="0">
            <a:norm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extLst>
      <p:ext uri="{BB962C8B-B14F-4D97-AF65-F5344CB8AC3E}">
        <p14:creationId xmlns:p14="http://schemas.microsoft.com/office/powerpoint/2010/main" val="23343377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Nur Titel auf weiß">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DAFB31D1-9F5A-F8AE-F02D-C9C3EB87E9C5}"/>
              </a:ext>
            </a:extLst>
          </p:cNvPr>
          <p:cNvSpPr>
            <a:spLocks noGrp="1"/>
          </p:cNvSpPr>
          <p:nvPr>
            <p:ph type="title"/>
          </p:nvPr>
        </p:nvSpPr>
        <p:spPr>
          <a:xfrm>
            <a:off x="210013" y="297509"/>
            <a:ext cx="7199975" cy="1255999"/>
          </a:xfrm>
        </p:spPr>
        <p:txBody>
          <a:bodyPr/>
          <a:lstStyle>
            <a:lvl1pPr>
              <a:defRPr>
                <a:solidFill>
                  <a:schemeClr val="bg2"/>
                </a:solidFill>
              </a:defRPr>
            </a:lvl1pPr>
          </a:lstStyle>
          <a:p>
            <a:r>
              <a:rPr lang="de-DE" dirty="0"/>
              <a:t>Mastertitelformat bearbeiten</a:t>
            </a:r>
          </a:p>
        </p:txBody>
      </p:sp>
      <p:sp>
        <p:nvSpPr>
          <p:cNvPr id="8" name="Rechteck 7">
            <a:extLst>
              <a:ext uri="{FF2B5EF4-FFF2-40B4-BE49-F238E27FC236}">
                <a16:creationId xmlns:a16="http://schemas.microsoft.com/office/drawing/2014/main" id="{36B037A9-9599-74F1-B27B-A701253EC916}"/>
              </a:ext>
            </a:extLst>
          </p:cNvPr>
          <p:cNvSpPr/>
          <p:nvPr userDrawn="1"/>
        </p:nvSpPr>
        <p:spPr>
          <a:xfrm>
            <a:off x="-6007" y="5401504"/>
            <a:ext cx="7626007" cy="313496"/>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dirty="0"/>
          </a:p>
        </p:txBody>
      </p:sp>
      <p:sp>
        <p:nvSpPr>
          <p:cNvPr id="9" name="Fußzeilenplatzhalter 5">
            <a:extLst>
              <a:ext uri="{FF2B5EF4-FFF2-40B4-BE49-F238E27FC236}">
                <a16:creationId xmlns:a16="http://schemas.microsoft.com/office/drawing/2014/main" id="{3A3F27DA-F045-03CA-AC95-E37414A3265C}"/>
              </a:ext>
            </a:extLst>
          </p:cNvPr>
          <p:cNvSpPr>
            <a:spLocks noGrp="1"/>
          </p:cNvSpPr>
          <p:nvPr>
            <p:ph type="ftr" sz="quarter" idx="11"/>
          </p:nvPr>
        </p:nvSpPr>
        <p:spPr>
          <a:xfrm>
            <a:off x="210013" y="5426939"/>
            <a:ext cx="6652961" cy="188513"/>
          </a:xfrm>
        </p:spPr>
        <p:txBody>
          <a:bodyPr/>
          <a:lstStyle/>
          <a:p>
            <a:r>
              <a:rPr lang="de-DE" dirty="0"/>
              <a:t>TUM School </a:t>
            </a:r>
            <a:r>
              <a:rPr lang="de-DE" dirty="0" err="1"/>
              <a:t>of</a:t>
            </a:r>
            <a:r>
              <a:rPr lang="de-DE" dirty="0"/>
              <a:t> </a:t>
            </a:r>
            <a:r>
              <a:rPr lang="de-DE" dirty="0" err="1"/>
              <a:t>Computation</a:t>
            </a:r>
            <a:r>
              <a:rPr lang="de-DE" dirty="0"/>
              <a:t>, Information and Technology | Technische Universität München</a:t>
            </a:r>
          </a:p>
        </p:txBody>
      </p:sp>
      <p:sp>
        <p:nvSpPr>
          <p:cNvPr id="10" name="Foliennummernplatzhalter 6">
            <a:extLst>
              <a:ext uri="{FF2B5EF4-FFF2-40B4-BE49-F238E27FC236}">
                <a16:creationId xmlns:a16="http://schemas.microsoft.com/office/drawing/2014/main" id="{077FF991-E63C-E4B4-00D2-56B2021B1194}"/>
              </a:ext>
            </a:extLst>
          </p:cNvPr>
          <p:cNvSpPr>
            <a:spLocks noGrp="1"/>
          </p:cNvSpPr>
          <p:nvPr>
            <p:ph type="sldNum" sz="quarter" idx="12"/>
          </p:nvPr>
        </p:nvSpPr>
        <p:spPr>
          <a:xfrm>
            <a:off x="6912029" y="5426939"/>
            <a:ext cx="497959" cy="188513"/>
          </a:xfrm>
        </p:spPr>
        <p:txBody>
          <a:bodyPr/>
          <a:lstStyle/>
          <a:p>
            <a:fld id="{7BC6339C-EBB9-4F99-9F6F-F0910A22596F}" type="slidenum">
              <a:rPr lang="de-DE" smtClean="0"/>
              <a:t>‹#›</a:t>
            </a:fld>
            <a:endParaRPr lang="de-DE"/>
          </a:p>
        </p:txBody>
      </p:sp>
      <p:pic>
        <p:nvPicPr>
          <p:cNvPr id="2" name="Bild 8">
            <a:extLst>
              <a:ext uri="{FF2B5EF4-FFF2-40B4-BE49-F238E27FC236}">
                <a16:creationId xmlns:a16="http://schemas.microsoft.com/office/drawing/2014/main" id="{D43486B6-D735-4F5B-EC40-B8AA4803B42D}"/>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6888000" y="320000"/>
            <a:ext cx="480000" cy="337348"/>
          </a:xfrm>
          <a:prstGeom prst="rect">
            <a:avLst/>
          </a:prstGeom>
        </p:spPr>
      </p:pic>
    </p:spTree>
    <p:extLst>
      <p:ext uri="{BB962C8B-B14F-4D97-AF65-F5344CB8AC3E}">
        <p14:creationId xmlns:p14="http://schemas.microsoft.com/office/powerpoint/2010/main" val="22488725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Ohne Inhalt">
    <p:spTree>
      <p:nvGrpSpPr>
        <p:cNvPr id="1" name=""/>
        <p:cNvGrpSpPr/>
        <p:nvPr/>
      </p:nvGrpSpPr>
      <p:grpSpPr>
        <a:xfrm>
          <a:off x="0" y="0"/>
          <a:ext cx="0" cy="0"/>
          <a:chOff x="0" y="0"/>
          <a:chExt cx="0" cy="0"/>
        </a:xfrm>
      </p:grpSpPr>
      <p:sp>
        <p:nvSpPr>
          <p:cNvPr id="9" name="Rechteck 8">
            <a:extLst>
              <a:ext uri="{FF2B5EF4-FFF2-40B4-BE49-F238E27FC236}">
                <a16:creationId xmlns:a16="http://schemas.microsoft.com/office/drawing/2014/main" id="{04B5615E-D15D-6FBD-3572-CBCFA7D8D6AF}"/>
              </a:ext>
            </a:extLst>
          </p:cNvPr>
          <p:cNvSpPr/>
          <p:nvPr userDrawn="1"/>
        </p:nvSpPr>
        <p:spPr>
          <a:xfrm>
            <a:off x="-6007" y="5401504"/>
            <a:ext cx="7626007" cy="313496"/>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dirty="0"/>
          </a:p>
        </p:txBody>
      </p:sp>
      <p:sp>
        <p:nvSpPr>
          <p:cNvPr id="6" name="Fußzeilenplatzhalter 5">
            <a:extLst>
              <a:ext uri="{FF2B5EF4-FFF2-40B4-BE49-F238E27FC236}">
                <a16:creationId xmlns:a16="http://schemas.microsoft.com/office/drawing/2014/main" id="{8B32E56E-3AAF-431C-5AFC-599CC8481FC0}"/>
              </a:ext>
            </a:extLst>
          </p:cNvPr>
          <p:cNvSpPr>
            <a:spLocks noGrp="1"/>
          </p:cNvSpPr>
          <p:nvPr>
            <p:ph type="ftr" sz="quarter" idx="11"/>
          </p:nvPr>
        </p:nvSpPr>
        <p:spPr/>
        <p:txBody>
          <a:bodyPr/>
          <a:lstStyle/>
          <a:p>
            <a:r>
              <a:rPr lang="de-DE" dirty="0"/>
              <a:t>TUM School </a:t>
            </a:r>
            <a:r>
              <a:rPr lang="de-DE" dirty="0" err="1"/>
              <a:t>of</a:t>
            </a:r>
            <a:r>
              <a:rPr lang="de-DE" dirty="0"/>
              <a:t> </a:t>
            </a:r>
            <a:r>
              <a:rPr lang="de-DE" dirty="0" err="1"/>
              <a:t>Computation</a:t>
            </a:r>
            <a:r>
              <a:rPr lang="de-DE" dirty="0"/>
              <a:t>, Information and Technology | Technische Universität München</a:t>
            </a:r>
          </a:p>
        </p:txBody>
      </p:sp>
      <p:sp>
        <p:nvSpPr>
          <p:cNvPr id="7" name="Foliennummernplatzhalter 6">
            <a:extLst>
              <a:ext uri="{FF2B5EF4-FFF2-40B4-BE49-F238E27FC236}">
                <a16:creationId xmlns:a16="http://schemas.microsoft.com/office/drawing/2014/main" id="{977DC928-5991-B20A-13AC-D892E4A93B46}"/>
              </a:ext>
            </a:extLst>
          </p:cNvPr>
          <p:cNvSpPr>
            <a:spLocks noGrp="1"/>
          </p:cNvSpPr>
          <p:nvPr>
            <p:ph type="sldNum" sz="quarter" idx="12"/>
          </p:nvPr>
        </p:nvSpPr>
        <p:spPr/>
        <p:txBody>
          <a:bodyPr/>
          <a:lstStyle/>
          <a:p>
            <a:fld id="{7BC6339C-EBB9-4F99-9F6F-F0910A22596F}" type="slidenum">
              <a:rPr lang="de-DE" smtClean="0"/>
              <a:t>‹#›</a:t>
            </a:fld>
            <a:endParaRPr lang="de-DE"/>
          </a:p>
        </p:txBody>
      </p:sp>
      <p:pic>
        <p:nvPicPr>
          <p:cNvPr id="11" name="Bild 8">
            <a:extLst>
              <a:ext uri="{FF2B5EF4-FFF2-40B4-BE49-F238E27FC236}">
                <a16:creationId xmlns:a16="http://schemas.microsoft.com/office/drawing/2014/main" id="{9388CED8-5E9C-E29C-6BDB-CA4D5467AD79}"/>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6888000" y="320000"/>
            <a:ext cx="480000" cy="337348"/>
          </a:xfrm>
          <a:prstGeom prst="rect">
            <a:avLst/>
          </a:prstGeom>
        </p:spPr>
      </p:pic>
    </p:spTree>
    <p:extLst>
      <p:ext uri="{BB962C8B-B14F-4D97-AF65-F5344CB8AC3E}">
        <p14:creationId xmlns:p14="http://schemas.microsoft.com/office/powerpoint/2010/main" val="567101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Inhalt mit Überschrift">
    <p:spTree>
      <p:nvGrpSpPr>
        <p:cNvPr id="1" name=""/>
        <p:cNvGrpSpPr/>
        <p:nvPr/>
      </p:nvGrpSpPr>
      <p:grpSpPr>
        <a:xfrm>
          <a:off x="0" y="0"/>
          <a:ext cx="0" cy="0"/>
          <a:chOff x="0" y="0"/>
          <a:chExt cx="0" cy="0"/>
        </a:xfrm>
      </p:grpSpPr>
      <p:sp>
        <p:nvSpPr>
          <p:cNvPr id="9" name="Rechteck 8">
            <a:extLst>
              <a:ext uri="{FF2B5EF4-FFF2-40B4-BE49-F238E27FC236}">
                <a16:creationId xmlns:a16="http://schemas.microsoft.com/office/drawing/2014/main" id="{04B5615E-D15D-6FBD-3572-CBCFA7D8D6AF}"/>
              </a:ext>
            </a:extLst>
          </p:cNvPr>
          <p:cNvSpPr/>
          <p:nvPr userDrawn="1"/>
        </p:nvSpPr>
        <p:spPr>
          <a:xfrm>
            <a:off x="-6007" y="5401504"/>
            <a:ext cx="7626007" cy="313496"/>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dirty="0"/>
          </a:p>
        </p:txBody>
      </p:sp>
      <p:sp>
        <p:nvSpPr>
          <p:cNvPr id="4" name="Textplatzhalter 3">
            <a:extLst>
              <a:ext uri="{FF2B5EF4-FFF2-40B4-BE49-F238E27FC236}">
                <a16:creationId xmlns:a16="http://schemas.microsoft.com/office/drawing/2014/main" id="{A6DE731D-10E4-A6F7-CEE9-9B8AF0B1B10F}"/>
              </a:ext>
            </a:extLst>
          </p:cNvPr>
          <p:cNvSpPr>
            <a:spLocks noGrp="1"/>
          </p:cNvSpPr>
          <p:nvPr>
            <p:ph type="body" sz="half" idx="2"/>
          </p:nvPr>
        </p:nvSpPr>
        <p:spPr>
          <a:xfrm>
            <a:off x="210013" y="1897503"/>
            <a:ext cx="3599988" cy="3199989"/>
          </a:xfrm>
        </p:spPr>
        <p:txBody>
          <a:bodyPr>
            <a:normAutofit/>
          </a:bodyPr>
          <a:lstStyle>
            <a:lvl1pPr marL="238115" indent="-238115">
              <a:buFont typeface="Wingdings" panose="05000000000000000000" pitchFamily="2" charset="2"/>
              <a:buChar char="§"/>
              <a:defRPr sz="1167"/>
            </a:lvl1pPr>
            <a:lvl2pPr marL="380985" indent="0">
              <a:buNone/>
              <a:defRPr sz="1167"/>
            </a:lvl2pPr>
            <a:lvl3pPr marL="761970" indent="0">
              <a:buNone/>
              <a:defRPr sz="1000"/>
            </a:lvl3pPr>
            <a:lvl4pPr marL="1142954" indent="0">
              <a:buNone/>
              <a:defRPr sz="833"/>
            </a:lvl4pPr>
            <a:lvl5pPr marL="1523939" indent="0">
              <a:buNone/>
              <a:defRPr sz="833"/>
            </a:lvl5pPr>
            <a:lvl6pPr marL="1904924" indent="0">
              <a:buNone/>
              <a:defRPr sz="833"/>
            </a:lvl6pPr>
            <a:lvl7pPr marL="2285909" indent="0">
              <a:buNone/>
              <a:defRPr sz="833"/>
            </a:lvl7pPr>
            <a:lvl8pPr marL="2666893" indent="0">
              <a:buNone/>
              <a:defRPr sz="833"/>
            </a:lvl8pPr>
            <a:lvl9pPr marL="3047878" indent="0">
              <a:buNone/>
              <a:defRPr sz="833"/>
            </a:lvl9pPr>
          </a:lstStyle>
          <a:p>
            <a:pPr lvl="0"/>
            <a:r>
              <a:rPr lang="de-DE" dirty="0"/>
              <a:t>Mastertextformat bearbeiten</a:t>
            </a:r>
          </a:p>
        </p:txBody>
      </p:sp>
      <p:sp>
        <p:nvSpPr>
          <p:cNvPr id="6" name="Fußzeilenplatzhalter 5">
            <a:extLst>
              <a:ext uri="{FF2B5EF4-FFF2-40B4-BE49-F238E27FC236}">
                <a16:creationId xmlns:a16="http://schemas.microsoft.com/office/drawing/2014/main" id="{8B32E56E-3AAF-431C-5AFC-599CC8481FC0}"/>
              </a:ext>
            </a:extLst>
          </p:cNvPr>
          <p:cNvSpPr>
            <a:spLocks noGrp="1"/>
          </p:cNvSpPr>
          <p:nvPr>
            <p:ph type="ftr" sz="quarter" idx="11"/>
          </p:nvPr>
        </p:nvSpPr>
        <p:spPr/>
        <p:txBody>
          <a:bodyPr/>
          <a:lstStyle/>
          <a:p>
            <a:r>
              <a:rPr lang="de-DE"/>
              <a:t>TUM School of Computation, Information and Technology | Technische Universität München</a:t>
            </a:r>
            <a:endParaRPr lang="de-DE" dirty="0"/>
          </a:p>
        </p:txBody>
      </p:sp>
      <p:sp>
        <p:nvSpPr>
          <p:cNvPr id="7" name="Foliennummernplatzhalter 6">
            <a:extLst>
              <a:ext uri="{FF2B5EF4-FFF2-40B4-BE49-F238E27FC236}">
                <a16:creationId xmlns:a16="http://schemas.microsoft.com/office/drawing/2014/main" id="{977DC928-5991-B20A-13AC-D892E4A93B46}"/>
              </a:ext>
            </a:extLst>
          </p:cNvPr>
          <p:cNvSpPr>
            <a:spLocks noGrp="1"/>
          </p:cNvSpPr>
          <p:nvPr>
            <p:ph type="sldNum" sz="quarter" idx="12"/>
          </p:nvPr>
        </p:nvSpPr>
        <p:spPr/>
        <p:txBody>
          <a:bodyPr/>
          <a:lstStyle/>
          <a:p>
            <a:fld id="{7BC6339C-EBB9-4F99-9F6F-F0910A22596F}" type="slidenum">
              <a:rPr lang="de-DE" smtClean="0"/>
              <a:t>‹#›</a:t>
            </a:fld>
            <a:endParaRPr lang="de-DE" dirty="0"/>
          </a:p>
        </p:txBody>
      </p:sp>
      <p:sp>
        <p:nvSpPr>
          <p:cNvPr id="10" name="Rechteck 9">
            <a:extLst>
              <a:ext uri="{FF2B5EF4-FFF2-40B4-BE49-F238E27FC236}">
                <a16:creationId xmlns:a16="http://schemas.microsoft.com/office/drawing/2014/main" id="{5CB256F0-EE98-E1FB-99F3-0B3BB85971FF}"/>
              </a:ext>
            </a:extLst>
          </p:cNvPr>
          <p:cNvSpPr/>
          <p:nvPr userDrawn="1"/>
        </p:nvSpPr>
        <p:spPr>
          <a:xfrm>
            <a:off x="4287001" y="-4505"/>
            <a:ext cx="3332999" cy="540601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sp>
        <p:nvSpPr>
          <p:cNvPr id="12" name="Rechteck 11">
            <a:extLst>
              <a:ext uri="{FF2B5EF4-FFF2-40B4-BE49-F238E27FC236}">
                <a16:creationId xmlns:a16="http://schemas.microsoft.com/office/drawing/2014/main" id="{6B3A0C13-0D1C-FBE8-AAF8-CCD53D60B73A}"/>
              </a:ext>
            </a:extLst>
          </p:cNvPr>
          <p:cNvSpPr/>
          <p:nvPr userDrawn="1"/>
        </p:nvSpPr>
        <p:spPr>
          <a:xfrm>
            <a:off x="3809999" y="-4506"/>
            <a:ext cx="479999" cy="31800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dirty="0"/>
          </a:p>
        </p:txBody>
      </p:sp>
      <p:sp>
        <p:nvSpPr>
          <p:cNvPr id="13" name="Rechteck 12">
            <a:extLst>
              <a:ext uri="{FF2B5EF4-FFF2-40B4-BE49-F238E27FC236}">
                <a16:creationId xmlns:a16="http://schemas.microsoft.com/office/drawing/2014/main" id="{07484FF9-48FC-9F73-F82A-FF1913222684}"/>
              </a:ext>
            </a:extLst>
          </p:cNvPr>
          <p:cNvSpPr/>
          <p:nvPr userDrawn="1"/>
        </p:nvSpPr>
        <p:spPr>
          <a:xfrm>
            <a:off x="3810000" y="4777493"/>
            <a:ext cx="959997" cy="93750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sp>
        <p:nvSpPr>
          <p:cNvPr id="2" name="Rechteck 1">
            <a:extLst>
              <a:ext uri="{FF2B5EF4-FFF2-40B4-BE49-F238E27FC236}">
                <a16:creationId xmlns:a16="http://schemas.microsoft.com/office/drawing/2014/main" id="{7FA1D573-164B-6523-1E50-F3BF0380BF6C}"/>
              </a:ext>
            </a:extLst>
          </p:cNvPr>
          <p:cNvSpPr/>
          <p:nvPr userDrawn="1"/>
        </p:nvSpPr>
        <p:spPr>
          <a:xfrm>
            <a:off x="-6007" y="313496"/>
            <a:ext cx="4293008" cy="1272002"/>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sp>
        <p:nvSpPr>
          <p:cNvPr id="3" name="Titel 7">
            <a:extLst>
              <a:ext uri="{FF2B5EF4-FFF2-40B4-BE49-F238E27FC236}">
                <a16:creationId xmlns:a16="http://schemas.microsoft.com/office/drawing/2014/main" id="{CC996C69-26D7-C6C4-F688-D7D37E9D0DD9}"/>
              </a:ext>
            </a:extLst>
          </p:cNvPr>
          <p:cNvSpPr>
            <a:spLocks noGrp="1"/>
          </p:cNvSpPr>
          <p:nvPr>
            <p:ph type="title"/>
          </p:nvPr>
        </p:nvSpPr>
        <p:spPr>
          <a:xfrm>
            <a:off x="210012" y="313497"/>
            <a:ext cx="3599988" cy="1272002"/>
          </a:xfrm>
        </p:spPr>
        <p:txBody>
          <a:bodyPr anchor="ctr"/>
          <a:lstStyle>
            <a:lvl1pPr>
              <a:defRPr sz="2500">
                <a:solidFill>
                  <a:schemeClr val="bg1"/>
                </a:solidFill>
              </a:defRPr>
            </a:lvl1pPr>
          </a:lstStyle>
          <a:p>
            <a:endParaRPr lang="de-DE" dirty="0"/>
          </a:p>
        </p:txBody>
      </p:sp>
      <p:pic>
        <p:nvPicPr>
          <p:cNvPr id="5" name="Grafik 4" descr="Ein Bild, das Grafiken, weiß, Schwarz, Design enthält.&#10;&#10;Automatisch generierte Beschreibung">
            <a:extLst>
              <a:ext uri="{FF2B5EF4-FFF2-40B4-BE49-F238E27FC236}">
                <a16:creationId xmlns:a16="http://schemas.microsoft.com/office/drawing/2014/main" id="{FE7F8795-1EFC-2B37-FF4C-0C372CF9053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912029" y="313495"/>
            <a:ext cx="480000" cy="338378"/>
          </a:xfrm>
          <a:prstGeom prst="rect">
            <a:avLst/>
          </a:prstGeom>
        </p:spPr>
      </p:pic>
    </p:spTree>
    <p:extLst>
      <p:ext uri="{BB962C8B-B14F-4D97-AF65-F5344CB8AC3E}">
        <p14:creationId xmlns:p14="http://schemas.microsoft.com/office/powerpoint/2010/main" val="22431823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Inhalt mit Bild rechts">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4B6EBDAC-A6EA-CA0D-FFFE-35ACB1411385}"/>
              </a:ext>
            </a:extLst>
          </p:cNvPr>
          <p:cNvSpPr/>
          <p:nvPr userDrawn="1"/>
        </p:nvSpPr>
        <p:spPr>
          <a:xfrm>
            <a:off x="6632613" y="-1"/>
            <a:ext cx="987387" cy="99705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sp>
        <p:nvSpPr>
          <p:cNvPr id="3" name="Bildplatzhalter 2">
            <a:extLst>
              <a:ext uri="{FF2B5EF4-FFF2-40B4-BE49-F238E27FC236}">
                <a16:creationId xmlns:a16="http://schemas.microsoft.com/office/drawing/2014/main" id="{42DD9EB5-F92C-DF31-84C5-D321ED1DCE01}"/>
              </a:ext>
            </a:extLst>
          </p:cNvPr>
          <p:cNvSpPr>
            <a:spLocks noGrp="1"/>
          </p:cNvSpPr>
          <p:nvPr>
            <p:ph type="pic" sz="quarter" idx="13"/>
          </p:nvPr>
        </p:nvSpPr>
        <p:spPr>
          <a:xfrm>
            <a:off x="4284001" y="-1209"/>
            <a:ext cx="3337178" cy="5716210"/>
          </a:xfrm>
          <a:custGeom>
            <a:avLst/>
            <a:gdLst>
              <a:gd name="connsiteX0" fmla="*/ 0 w 3999691"/>
              <a:gd name="connsiteY0" fmla="*/ 0 h 5143500"/>
              <a:gd name="connsiteX1" fmla="*/ 3999691 w 3999691"/>
              <a:gd name="connsiteY1" fmla="*/ 0 h 5143500"/>
              <a:gd name="connsiteX2" fmla="*/ 3999691 w 3999691"/>
              <a:gd name="connsiteY2" fmla="*/ 5143500 h 5143500"/>
              <a:gd name="connsiteX3" fmla="*/ 0 w 3999691"/>
              <a:gd name="connsiteY3" fmla="*/ 5143500 h 5143500"/>
              <a:gd name="connsiteX4" fmla="*/ 0 w 3999691"/>
              <a:gd name="connsiteY4" fmla="*/ 0 h 5143500"/>
              <a:gd name="connsiteX0" fmla="*/ 1620 w 4001311"/>
              <a:gd name="connsiteY0" fmla="*/ 0 h 5143500"/>
              <a:gd name="connsiteX1" fmla="*/ 4001311 w 4001311"/>
              <a:gd name="connsiteY1" fmla="*/ 0 h 5143500"/>
              <a:gd name="connsiteX2" fmla="*/ 4001311 w 4001311"/>
              <a:gd name="connsiteY2" fmla="*/ 5143500 h 5143500"/>
              <a:gd name="connsiteX3" fmla="*/ 1620 w 4001311"/>
              <a:gd name="connsiteY3" fmla="*/ 5143500 h 5143500"/>
              <a:gd name="connsiteX4" fmla="*/ 0 w 4001311"/>
              <a:gd name="connsiteY4" fmla="*/ 4293139 h 5143500"/>
              <a:gd name="connsiteX5" fmla="*/ 1620 w 4001311"/>
              <a:gd name="connsiteY5" fmla="*/ 0 h 5143500"/>
              <a:gd name="connsiteX0" fmla="*/ 1620 w 4001311"/>
              <a:gd name="connsiteY0" fmla="*/ 0 h 5143500"/>
              <a:gd name="connsiteX1" fmla="*/ 4001311 w 4001311"/>
              <a:gd name="connsiteY1" fmla="*/ 0 h 5143500"/>
              <a:gd name="connsiteX2" fmla="*/ 4001311 w 4001311"/>
              <a:gd name="connsiteY2" fmla="*/ 5143500 h 5143500"/>
              <a:gd name="connsiteX3" fmla="*/ 577175 w 4001311"/>
              <a:gd name="connsiteY3" fmla="*/ 5142688 h 5143500"/>
              <a:gd name="connsiteX4" fmla="*/ 1620 w 4001311"/>
              <a:gd name="connsiteY4" fmla="*/ 5143500 h 5143500"/>
              <a:gd name="connsiteX5" fmla="*/ 0 w 4001311"/>
              <a:gd name="connsiteY5" fmla="*/ 4293139 h 5143500"/>
              <a:gd name="connsiteX6" fmla="*/ 1620 w 4001311"/>
              <a:gd name="connsiteY6" fmla="*/ 0 h 5143500"/>
              <a:gd name="connsiteX0" fmla="*/ 1620 w 4001311"/>
              <a:gd name="connsiteY0" fmla="*/ 0 h 5143500"/>
              <a:gd name="connsiteX1" fmla="*/ 4001311 w 4001311"/>
              <a:gd name="connsiteY1" fmla="*/ 0 h 5143500"/>
              <a:gd name="connsiteX2" fmla="*/ 4001311 w 4001311"/>
              <a:gd name="connsiteY2" fmla="*/ 5143500 h 5143500"/>
              <a:gd name="connsiteX3" fmla="*/ 577175 w 4001311"/>
              <a:gd name="connsiteY3" fmla="*/ 5142688 h 5143500"/>
              <a:gd name="connsiteX4" fmla="*/ 585280 w 4001311"/>
              <a:gd name="connsiteY4" fmla="*/ 4293951 h 5143500"/>
              <a:gd name="connsiteX5" fmla="*/ 0 w 4001311"/>
              <a:gd name="connsiteY5" fmla="*/ 4293139 h 5143500"/>
              <a:gd name="connsiteX6" fmla="*/ 1620 w 4001311"/>
              <a:gd name="connsiteY6" fmla="*/ 0 h 5143500"/>
              <a:gd name="connsiteX0" fmla="*/ 1620 w 4001311"/>
              <a:gd name="connsiteY0" fmla="*/ 0 h 5143500"/>
              <a:gd name="connsiteX1" fmla="*/ 4001311 w 4001311"/>
              <a:gd name="connsiteY1" fmla="*/ 0 h 5143500"/>
              <a:gd name="connsiteX2" fmla="*/ 4001311 w 4001311"/>
              <a:gd name="connsiteY2" fmla="*/ 5143500 h 5143500"/>
              <a:gd name="connsiteX3" fmla="*/ 577175 w 4001311"/>
              <a:gd name="connsiteY3" fmla="*/ 5142688 h 5143500"/>
              <a:gd name="connsiteX4" fmla="*/ 585280 w 4001311"/>
              <a:gd name="connsiteY4" fmla="*/ 4293951 h 5143500"/>
              <a:gd name="connsiteX5" fmla="*/ 0 w 4001311"/>
              <a:gd name="connsiteY5" fmla="*/ 4306140 h 5143500"/>
              <a:gd name="connsiteX6" fmla="*/ 1620 w 4001311"/>
              <a:gd name="connsiteY6" fmla="*/ 0 h 5143500"/>
              <a:gd name="connsiteX0" fmla="*/ 1620 w 4001311"/>
              <a:gd name="connsiteY0" fmla="*/ 0 h 5143500"/>
              <a:gd name="connsiteX1" fmla="*/ 4001311 w 4001311"/>
              <a:gd name="connsiteY1" fmla="*/ 0 h 5143500"/>
              <a:gd name="connsiteX2" fmla="*/ 4001311 w 4001311"/>
              <a:gd name="connsiteY2" fmla="*/ 5143500 h 5143500"/>
              <a:gd name="connsiteX3" fmla="*/ 577175 w 4001311"/>
              <a:gd name="connsiteY3" fmla="*/ 5142688 h 5143500"/>
              <a:gd name="connsiteX4" fmla="*/ 585280 w 4001311"/>
              <a:gd name="connsiteY4" fmla="*/ 4306952 h 5143500"/>
              <a:gd name="connsiteX5" fmla="*/ 0 w 4001311"/>
              <a:gd name="connsiteY5" fmla="*/ 4306140 h 5143500"/>
              <a:gd name="connsiteX6" fmla="*/ 1620 w 4001311"/>
              <a:gd name="connsiteY6" fmla="*/ 0 h 5143500"/>
              <a:gd name="connsiteX0" fmla="*/ 1620 w 4001311"/>
              <a:gd name="connsiteY0" fmla="*/ 0 h 5143500"/>
              <a:gd name="connsiteX1" fmla="*/ 4001311 w 4001311"/>
              <a:gd name="connsiteY1" fmla="*/ 0 h 5143500"/>
              <a:gd name="connsiteX2" fmla="*/ 4001311 w 4001311"/>
              <a:gd name="connsiteY2" fmla="*/ 5143500 h 5143500"/>
              <a:gd name="connsiteX3" fmla="*/ 577175 w 4001311"/>
              <a:gd name="connsiteY3" fmla="*/ 5142688 h 5143500"/>
              <a:gd name="connsiteX4" fmla="*/ 573850 w 4001311"/>
              <a:gd name="connsiteY4" fmla="*/ 4306952 h 5143500"/>
              <a:gd name="connsiteX5" fmla="*/ 0 w 4001311"/>
              <a:gd name="connsiteY5" fmla="*/ 4306140 h 5143500"/>
              <a:gd name="connsiteX6" fmla="*/ 1620 w 4001311"/>
              <a:gd name="connsiteY6" fmla="*/ 0 h 5143500"/>
              <a:gd name="connsiteX0" fmla="*/ 1620 w 4001311"/>
              <a:gd name="connsiteY0" fmla="*/ 0 h 5143500"/>
              <a:gd name="connsiteX1" fmla="*/ 4001311 w 4001311"/>
              <a:gd name="connsiteY1" fmla="*/ 0 h 5143500"/>
              <a:gd name="connsiteX2" fmla="*/ 4001311 w 4001311"/>
              <a:gd name="connsiteY2" fmla="*/ 5143500 h 5143500"/>
              <a:gd name="connsiteX3" fmla="*/ 577175 w 4001311"/>
              <a:gd name="connsiteY3" fmla="*/ 5142688 h 5143500"/>
              <a:gd name="connsiteX4" fmla="*/ 573850 w 4001311"/>
              <a:gd name="connsiteY4" fmla="*/ 4306952 h 5143500"/>
              <a:gd name="connsiteX5" fmla="*/ 0 w 4001311"/>
              <a:gd name="connsiteY5" fmla="*/ 4300989 h 5143500"/>
              <a:gd name="connsiteX6" fmla="*/ 1620 w 4001311"/>
              <a:gd name="connsiteY6" fmla="*/ 0 h 5143500"/>
              <a:gd name="connsiteX0" fmla="*/ 1620 w 4001311"/>
              <a:gd name="connsiteY0" fmla="*/ 0 h 5143500"/>
              <a:gd name="connsiteX1" fmla="*/ 4001311 w 4001311"/>
              <a:gd name="connsiteY1" fmla="*/ 0 h 5143500"/>
              <a:gd name="connsiteX2" fmla="*/ 4001311 w 4001311"/>
              <a:gd name="connsiteY2" fmla="*/ 5143500 h 5143500"/>
              <a:gd name="connsiteX3" fmla="*/ 577175 w 4001311"/>
              <a:gd name="connsiteY3" fmla="*/ 5142688 h 5143500"/>
              <a:gd name="connsiteX4" fmla="*/ 576426 w 4001311"/>
              <a:gd name="connsiteY4" fmla="*/ 4304376 h 5143500"/>
              <a:gd name="connsiteX5" fmla="*/ 0 w 4001311"/>
              <a:gd name="connsiteY5" fmla="*/ 4300989 h 5143500"/>
              <a:gd name="connsiteX6" fmla="*/ 1620 w 4001311"/>
              <a:gd name="connsiteY6" fmla="*/ 0 h 5143500"/>
              <a:gd name="connsiteX0" fmla="*/ 1620 w 4001311"/>
              <a:gd name="connsiteY0" fmla="*/ 7621 h 5151121"/>
              <a:gd name="connsiteX1" fmla="*/ 2845382 w 4001311"/>
              <a:gd name="connsiteY1" fmla="*/ 0 h 5151121"/>
              <a:gd name="connsiteX2" fmla="*/ 4001311 w 4001311"/>
              <a:gd name="connsiteY2" fmla="*/ 7621 h 5151121"/>
              <a:gd name="connsiteX3" fmla="*/ 4001311 w 4001311"/>
              <a:gd name="connsiteY3" fmla="*/ 5151121 h 5151121"/>
              <a:gd name="connsiteX4" fmla="*/ 577175 w 4001311"/>
              <a:gd name="connsiteY4" fmla="*/ 5150309 h 5151121"/>
              <a:gd name="connsiteX5" fmla="*/ 576426 w 4001311"/>
              <a:gd name="connsiteY5" fmla="*/ 4311997 h 5151121"/>
              <a:gd name="connsiteX6" fmla="*/ 0 w 4001311"/>
              <a:gd name="connsiteY6" fmla="*/ 4308610 h 5151121"/>
              <a:gd name="connsiteX7" fmla="*/ 1620 w 4001311"/>
              <a:gd name="connsiteY7" fmla="*/ 7621 h 5151121"/>
              <a:gd name="connsiteX0" fmla="*/ 1620 w 4001311"/>
              <a:gd name="connsiteY0" fmla="*/ 7621 h 5151121"/>
              <a:gd name="connsiteX1" fmla="*/ 2845382 w 4001311"/>
              <a:gd name="connsiteY1" fmla="*/ 0 h 5151121"/>
              <a:gd name="connsiteX2" fmla="*/ 4001311 w 4001311"/>
              <a:gd name="connsiteY2" fmla="*/ 7621 h 5151121"/>
              <a:gd name="connsiteX3" fmla="*/ 3999812 w 4001311"/>
              <a:gd name="connsiteY3" fmla="*/ 849631 h 5151121"/>
              <a:gd name="connsiteX4" fmla="*/ 4001311 w 4001311"/>
              <a:gd name="connsiteY4" fmla="*/ 5151121 h 5151121"/>
              <a:gd name="connsiteX5" fmla="*/ 577175 w 4001311"/>
              <a:gd name="connsiteY5" fmla="*/ 5150309 h 5151121"/>
              <a:gd name="connsiteX6" fmla="*/ 576426 w 4001311"/>
              <a:gd name="connsiteY6" fmla="*/ 4311997 h 5151121"/>
              <a:gd name="connsiteX7" fmla="*/ 0 w 4001311"/>
              <a:gd name="connsiteY7" fmla="*/ 4308610 h 5151121"/>
              <a:gd name="connsiteX8" fmla="*/ 1620 w 4001311"/>
              <a:gd name="connsiteY8" fmla="*/ 7621 h 5151121"/>
              <a:gd name="connsiteX0" fmla="*/ 1620 w 4001311"/>
              <a:gd name="connsiteY0" fmla="*/ 7621 h 5151121"/>
              <a:gd name="connsiteX1" fmla="*/ 2845382 w 4001311"/>
              <a:gd name="connsiteY1" fmla="*/ 0 h 5151121"/>
              <a:gd name="connsiteX2" fmla="*/ 2843071 w 4001311"/>
              <a:gd name="connsiteY2" fmla="*/ 811531 h 5151121"/>
              <a:gd name="connsiteX3" fmla="*/ 3999812 w 4001311"/>
              <a:gd name="connsiteY3" fmla="*/ 849631 h 5151121"/>
              <a:gd name="connsiteX4" fmla="*/ 4001311 w 4001311"/>
              <a:gd name="connsiteY4" fmla="*/ 5151121 h 5151121"/>
              <a:gd name="connsiteX5" fmla="*/ 577175 w 4001311"/>
              <a:gd name="connsiteY5" fmla="*/ 5150309 h 5151121"/>
              <a:gd name="connsiteX6" fmla="*/ 576426 w 4001311"/>
              <a:gd name="connsiteY6" fmla="*/ 4311997 h 5151121"/>
              <a:gd name="connsiteX7" fmla="*/ 0 w 4001311"/>
              <a:gd name="connsiteY7" fmla="*/ 4308610 h 5151121"/>
              <a:gd name="connsiteX8" fmla="*/ 1620 w 4001311"/>
              <a:gd name="connsiteY8" fmla="*/ 7621 h 5151121"/>
              <a:gd name="connsiteX0" fmla="*/ 1620 w 4001311"/>
              <a:gd name="connsiteY0" fmla="*/ 7621 h 5151121"/>
              <a:gd name="connsiteX1" fmla="*/ 2845382 w 4001311"/>
              <a:gd name="connsiteY1" fmla="*/ 0 h 5151121"/>
              <a:gd name="connsiteX2" fmla="*/ 2843071 w 4001311"/>
              <a:gd name="connsiteY2" fmla="*/ 811531 h 5151121"/>
              <a:gd name="connsiteX3" fmla="*/ 3999812 w 4001311"/>
              <a:gd name="connsiteY3" fmla="*/ 849631 h 5151121"/>
              <a:gd name="connsiteX4" fmla="*/ 4001311 w 4001311"/>
              <a:gd name="connsiteY4" fmla="*/ 5151121 h 5151121"/>
              <a:gd name="connsiteX5" fmla="*/ 577175 w 4001311"/>
              <a:gd name="connsiteY5" fmla="*/ 5150309 h 5151121"/>
              <a:gd name="connsiteX6" fmla="*/ 576426 w 4001311"/>
              <a:gd name="connsiteY6" fmla="*/ 4311997 h 5151121"/>
              <a:gd name="connsiteX7" fmla="*/ 0 w 4001311"/>
              <a:gd name="connsiteY7" fmla="*/ 4308610 h 5151121"/>
              <a:gd name="connsiteX8" fmla="*/ 1620 w 4001311"/>
              <a:gd name="connsiteY8" fmla="*/ 7621 h 5151121"/>
              <a:gd name="connsiteX0" fmla="*/ 1620 w 4001311"/>
              <a:gd name="connsiteY0" fmla="*/ 7621 h 5151121"/>
              <a:gd name="connsiteX1" fmla="*/ 2845382 w 4001311"/>
              <a:gd name="connsiteY1" fmla="*/ 0 h 5151121"/>
              <a:gd name="connsiteX2" fmla="*/ 2843071 w 4001311"/>
              <a:gd name="connsiteY2" fmla="*/ 811531 h 5151121"/>
              <a:gd name="connsiteX3" fmla="*/ 3999812 w 4001311"/>
              <a:gd name="connsiteY3" fmla="*/ 849631 h 5151121"/>
              <a:gd name="connsiteX4" fmla="*/ 4001311 w 4001311"/>
              <a:gd name="connsiteY4" fmla="*/ 5151121 h 5151121"/>
              <a:gd name="connsiteX5" fmla="*/ 577175 w 4001311"/>
              <a:gd name="connsiteY5" fmla="*/ 5150309 h 5151121"/>
              <a:gd name="connsiteX6" fmla="*/ 576426 w 4001311"/>
              <a:gd name="connsiteY6" fmla="*/ 4311997 h 5151121"/>
              <a:gd name="connsiteX7" fmla="*/ 0 w 4001311"/>
              <a:gd name="connsiteY7" fmla="*/ 4308610 h 5151121"/>
              <a:gd name="connsiteX8" fmla="*/ 1620 w 4001311"/>
              <a:gd name="connsiteY8" fmla="*/ 7621 h 5151121"/>
              <a:gd name="connsiteX0" fmla="*/ 1620 w 4001311"/>
              <a:gd name="connsiteY0" fmla="*/ 7621 h 5151121"/>
              <a:gd name="connsiteX1" fmla="*/ 2845382 w 4001311"/>
              <a:gd name="connsiteY1" fmla="*/ 0 h 5151121"/>
              <a:gd name="connsiteX2" fmla="*/ 2846881 w 4001311"/>
              <a:gd name="connsiteY2" fmla="*/ 849631 h 5151121"/>
              <a:gd name="connsiteX3" fmla="*/ 3999812 w 4001311"/>
              <a:gd name="connsiteY3" fmla="*/ 849631 h 5151121"/>
              <a:gd name="connsiteX4" fmla="*/ 4001311 w 4001311"/>
              <a:gd name="connsiteY4" fmla="*/ 5151121 h 5151121"/>
              <a:gd name="connsiteX5" fmla="*/ 577175 w 4001311"/>
              <a:gd name="connsiteY5" fmla="*/ 5150309 h 5151121"/>
              <a:gd name="connsiteX6" fmla="*/ 576426 w 4001311"/>
              <a:gd name="connsiteY6" fmla="*/ 4311997 h 5151121"/>
              <a:gd name="connsiteX7" fmla="*/ 0 w 4001311"/>
              <a:gd name="connsiteY7" fmla="*/ 4308610 h 5151121"/>
              <a:gd name="connsiteX8" fmla="*/ 1620 w 4001311"/>
              <a:gd name="connsiteY8" fmla="*/ 7621 h 5151121"/>
              <a:gd name="connsiteX0" fmla="*/ 1620 w 4001311"/>
              <a:gd name="connsiteY0" fmla="*/ 1089 h 5144589"/>
              <a:gd name="connsiteX1" fmla="*/ 2848647 w 4001311"/>
              <a:gd name="connsiteY1" fmla="*/ 0 h 5144589"/>
              <a:gd name="connsiteX2" fmla="*/ 2846881 w 4001311"/>
              <a:gd name="connsiteY2" fmla="*/ 843099 h 5144589"/>
              <a:gd name="connsiteX3" fmla="*/ 3999812 w 4001311"/>
              <a:gd name="connsiteY3" fmla="*/ 843099 h 5144589"/>
              <a:gd name="connsiteX4" fmla="*/ 4001311 w 4001311"/>
              <a:gd name="connsiteY4" fmla="*/ 5144589 h 5144589"/>
              <a:gd name="connsiteX5" fmla="*/ 577175 w 4001311"/>
              <a:gd name="connsiteY5" fmla="*/ 5143777 h 5144589"/>
              <a:gd name="connsiteX6" fmla="*/ 576426 w 4001311"/>
              <a:gd name="connsiteY6" fmla="*/ 4305465 h 5144589"/>
              <a:gd name="connsiteX7" fmla="*/ 0 w 4001311"/>
              <a:gd name="connsiteY7" fmla="*/ 4302078 h 5144589"/>
              <a:gd name="connsiteX8" fmla="*/ 1620 w 4001311"/>
              <a:gd name="connsiteY8" fmla="*/ 1089 h 5144589"/>
              <a:gd name="connsiteX0" fmla="*/ 1620 w 4001311"/>
              <a:gd name="connsiteY0" fmla="*/ 1089 h 5144589"/>
              <a:gd name="connsiteX1" fmla="*/ 2848647 w 4001311"/>
              <a:gd name="connsiteY1" fmla="*/ 0 h 5144589"/>
              <a:gd name="connsiteX2" fmla="*/ 2850146 w 4001311"/>
              <a:gd name="connsiteY2" fmla="*/ 836567 h 5144589"/>
              <a:gd name="connsiteX3" fmla="*/ 3999812 w 4001311"/>
              <a:gd name="connsiteY3" fmla="*/ 843099 h 5144589"/>
              <a:gd name="connsiteX4" fmla="*/ 4001311 w 4001311"/>
              <a:gd name="connsiteY4" fmla="*/ 5144589 h 5144589"/>
              <a:gd name="connsiteX5" fmla="*/ 577175 w 4001311"/>
              <a:gd name="connsiteY5" fmla="*/ 5143777 h 5144589"/>
              <a:gd name="connsiteX6" fmla="*/ 576426 w 4001311"/>
              <a:gd name="connsiteY6" fmla="*/ 4305465 h 5144589"/>
              <a:gd name="connsiteX7" fmla="*/ 0 w 4001311"/>
              <a:gd name="connsiteY7" fmla="*/ 4302078 h 5144589"/>
              <a:gd name="connsiteX8" fmla="*/ 1620 w 4001311"/>
              <a:gd name="connsiteY8" fmla="*/ 1089 h 5144589"/>
              <a:gd name="connsiteX0" fmla="*/ 1620 w 4001311"/>
              <a:gd name="connsiteY0" fmla="*/ 1089 h 5144589"/>
              <a:gd name="connsiteX1" fmla="*/ 2848647 w 4001311"/>
              <a:gd name="connsiteY1" fmla="*/ 0 h 5144589"/>
              <a:gd name="connsiteX2" fmla="*/ 2850146 w 4001311"/>
              <a:gd name="connsiteY2" fmla="*/ 836567 h 5144589"/>
              <a:gd name="connsiteX3" fmla="*/ 3999812 w 4001311"/>
              <a:gd name="connsiteY3" fmla="*/ 833302 h 5144589"/>
              <a:gd name="connsiteX4" fmla="*/ 4001311 w 4001311"/>
              <a:gd name="connsiteY4" fmla="*/ 5144589 h 5144589"/>
              <a:gd name="connsiteX5" fmla="*/ 577175 w 4001311"/>
              <a:gd name="connsiteY5" fmla="*/ 5143777 h 5144589"/>
              <a:gd name="connsiteX6" fmla="*/ 576426 w 4001311"/>
              <a:gd name="connsiteY6" fmla="*/ 4305465 h 5144589"/>
              <a:gd name="connsiteX7" fmla="*/ 0 w 4001311"/>
              <a:gd name="connsiteY7" fmla="*/ 4302078 h 5144589"/>
              <a:gd name="connsiteX8" fmla="*/ 1620 w 4001311"/>
              <a:gd name="connsiteY8" fmla="*/ 1089 h 5144589"/>
              <a:gd name="connsiteX0" fmla="*/ 1620 w 4001311"/>
              <a:gd name="connsiteY0" fmla="*/ 1089 h 5144589"/>
              <a:gd name="connsiteX1" fmla="*/ 2848647 w 4001311"/>
              <a:gd name="connsiteY1" fmla="*/ 0 h 5144589"/>
              <a:gd name="connsiteX2" fmla="*/ 2845383 w 4001311"/>
              <a:gd name="connsiteY2" fmla="*/ 846092 h 5144589"/>
              <a:gd name="connsiteX3" fmla="*/ 3999812 w 4001311"/>
              <a:gd name="connsiteY3" fmla="*/ 833302 h 5144589"/>
              <a:gd name="connsiteX4" fmla="*/ 4001311 w 4001311"/>
              <a:gd name="connsiteY4" fmla="*/ 5144589 h 5144589"/>
              <a:gd name="connsiteX5" fmla="*/ 577175 w 4001311"/>
              <a:gd name="connsiteY5" fmla="*/ 5143777 h 5144589"/>
              <a:gd name="connsiteX6" fmla="*/ 576426 w 4001311"/>
              <a:gd name="connsiteY6" fmla="*/ 4305465 h 5144589"/>
              <a:gd name="connsiteX7" fmla="*/ 0 w 4001311"/>
              <a:gd name="connsiteY7" fmla="*/ 4302078 h 5144589"/>
              <a:gd name="connsiteX8" fmla="*/ 1620 w 4001311"/>
              <a:gd name="connsiteY8" fmla="*/ 1089 h 5144589"/>
              <a:gd name="connsiteX0" fmla="*/ 1620 w 4001311"/>
              <a:gd name="connsiteY0" fmla="*/ 1089 h 5144589"/>
              <a:gd name="connsiteX1" fmla="*/ 2848647 w 4001311"/>
              <a:gd name="connsiteY1" fmla="*/ 0 h 5144589"/>
              <a:gd name="connsiteX2" fmla="*/ 2845383 w 4001311"/>
              <a:gd name="connsiteY2" fmla="*/ 846092 h 5144589"/>
              <a:gd name="connsiteX3" fmla="*/ 3997431 w 4001311"/>
              <a:gd name="connsiteY3" fmla="*/ 840446 h 5144589"/>
              <a:gd name="connsiteX4" fmla="*/ 4001311 w 4001311"/>
              <a:gd name="connsiteY4" fmla="*/ 5144589 h 5144589"/>
              <a:gd name="connsiteX5" fmla="*/ 577175 w 4001311"/>
              <a:gd name="connsiteY5" fmla="*/ 5143777 h 5144589"/>
              <a:gd name="connsiteX6" fmla="*/ 576426 w 4001311"/>
              <a:gd name="connsiteY6" fmla="*/ 4305465 h 5144589"/>
              <a:gd name="connsiteX7" fmla="*/ 0 w 4001311"/>
              <a:gd name="connsiteY7" fmla="*/ 4302078 h 5144589"/>
              <a:gd name="connsiteX8" fmla="*/ 1620 w 4001311"/>
              <a:gd name="connsiteY8" fmla="*/ 1089 h 5144589"/>
              <a:gd name="connsiteX0" fmla="*/ 1620 w 4001311"/>
              <a:gd name="connsiteY0" fmla="*/ 0 h 5143500"/>
              <a:gd name="connsiteX1" fmla="*/ 2843885 w 4001311"/>
              <a:gd name="connsiteY1" fmla="*/ 1292 h 5143500"/>
              <a:gd name="connsiteX2" fmla="*/ 2845383 w 4001311"/>
              <a:gd name="connsiteY2" fmla="*/ 845003 h 5143500"/>
              <a:gd name="connsiteX3" fmla="*/ 3997431 w 4001311"/>
              <a:gd name="connsiteY3" fmla="*/ 839357 h 5143500"/>
              <a:gd name="connsiteX4" fmla="*/ 4001311 w 4001311"/>
              <a:gd name="connsiteY4" fmla="*/ 5143500 h 5143500"/>
              <a:gd name="connsiteX5" fmla="*/ 577175 w 4001311"/>
              <a:gd name="connsiteY5" fmla="*/ 5142688 h 5143500"/>
              <a:gd name="connsiteX6" fmla="*/ 576426 w 4001311"/>
              <a:gd name="connsiteY6" fmla="*/ 4304376 h 5143500"/>
              <a:gd name="connsiteX7" fmla="*/ 0 w 4001311"/>
              <a:gd name="connsiteY7" fmla="*/ 4300989 h 5143500"/>
              <a:gd name="connsiteX8" fmla="*/ 1620 w 4001311"/>
              <a:gd name="connsiteY8" fmla="*/ 0 h 5143500"/>
              <a:gd name="connsiteX0" fmla="*/ 1620 w 4001311"/>
              <a:gd name="connsiteY0" fmla="*/ 0 h 5143500"/>
              <a:gd name="connsiteX1" fmla="*/ 2843885 w 4001311"/>
              <a:gd name="connsiteY1" fmla="*/ 1292 h 5143500"/>
              <a:gd name="connsiteX2" fmla="*/ 2845383 w 4001311"/>
              <a:gd name="connsiteY2" fmla="*/ 845003 h 5143500"/>
              <a:gd name="connsiteX3" fmla="*/ 3997431 w 4001311"/>
              <a:gd name="connsiteY3" fmla="*/ 839357 h 5143500"/>
              <a:gd name="connsiteX4" fmla="*/ 4001311 w 4001311"/>
              <a:gd name="connsiteY4" fmla="*/ 5143500 h 5143500"/>
              <a:gd name="connsiteX5" fmla="*/ 577175 w 4001311"/>
              <a:gd name="connsiteY5" fmla="*/ 5142688 h 5143500"/>
              <a:gd name="connsiteX6" fmla="*/ 576426 w 4001311"/>
              <a:gd name="connsiteY6" fmla="*/ 4304376 h 5143500"/>
              <a:gd name="connsiteX7" fmla="*/ 0 w 4001311"/>
              <a:gd name="connsiteY7" fmla="*/ 4300989 h 5143500"/>
              <a:gd name="connsiteX8" fmla="*/ 1620 w 4001311"/>
              <a:gd name="connsiteY8" fmla="*/ 0 h 5143500"/>
              <a:gd name="connsiteX0" fmla="*/ 1620 w 4001311"/>
              <a:gd name="connsiteY0" fmla="*/ 0 h 5143500"/>
              <a:gd name="connsiteX1" fmla="*/ 2843885 w 4001311"/>
              <a:gd name="connsiteY1" fmla="*/ 1292 h 5143500"/>
              <a:gd name="connsiteX2" fmla="*/ 2843001 w 4001311"/>
              <a:gd name="connsiteY2" fmla="*/ 842621 h 5143500"/>
              <a:gd name="connsiteX3" fmla="*/ 3997431 w 4001311"/>
              <a:gd name="connsiteY3" fmla="*/ 839357 h 5143500"/>
              <a:gd name="connsiteX4" fmla="*/ 4001311 w 4001311"/>
              <a:gd name="connsiteY4" fmla="*/ 5143500 h 5143500"/>
              <a:gd name="connsiteX5" fmla="*/ 577175 w 4001311"/>
              <a:gd name="connsiteY5" fmla="*/ 5142688 h 5143500"/>
              <a:gd name="connsiteX6" fmla="*/ 576426 w 4001311"/>
              <a:gd name="connsiteY6" fmla="*/ 4304376 h 5143500"/>
              <a:gd name="connsiteX7" fmla="*/ 0 w 4001311"/>
              <a:gd name="connsiteY7" fmla="*/ 4300989 h 5143500"/>
              <a:gd name="connsiteX8" fmla="*/ 1620 w 4001311"/>
              <a:gd name="connsiteY8" fmla="*/ 0 h 5143500"/>
              <a:gd name="connsiteX0" fmla="*/ 1620 w 4001311"/>
              <a:gd name="connsiteY0" fmla="*/ 0 h 5143500"/>
              <a:gd name="connsiteX1" fmla="*/ 2843885 w 4001311"/>
              <a:gd name="connsiteY1" fmla="*/ 1292 h 5143500"/>
              <a:gd name="connsiteX2" fmla="*/ 2850145 w 4001311"/>
              <a:gd name="connsiteY2" fmla="*/ 840240 h 5143500"/>
              <a:gd name="connsiteX3" fmla="*/ 3997431 w 4001311"/>
              <a:gd name="connsiteY3" fmla="*/ 839357 h 5143500"/>
              <a:gd name="connsiteX4" fmla="*/ 4001311 w 4001311"/>
              <a:gd name="connsiteY4" fmla="*/ 5143500 h 5143500"/>
              <a:gd name="connsiteX5" fmla="*/ 577175 w 4001311"/>
              <a:gd name="connsiteY5" fmla="*/ 5142688 h 5143500"/>
              <a:gd name="connsiteX6" fmla="*/ 576426 w 4001311"/>
              <a:gd name="connsiteY6" fmla="*/ 4304376 h 5143500"/>
              <a:gd name="connsiteX7" fmla="*/ 0 w 4001311"/>
              <a:gd name="connsiteY7" fmla="*/ 4300989 h 5143500"/>
              <a:gd name="connsiteX8" fmla="*/ 1620 w 4001311"/>
              <a:gd name="connsiteY8" fmla="*/ 0 h 5143500"/>
              <a:gd name="connsiteX0" fmla="*/ 1620 w 4001311"/>
              <a:gd name="connsiteY0" fmla="*/ 0 h 5143500"/>
              <a:gd name="connsiteX1" fmla="*/ 2851028 w 4001311"/>
              <a:gd name="connsiteY1" fmla="*/ 1292 h 5143500"/>
              <a:gd name="connsiteX2" fmla="*/ 2850145 w 4001311"/>
              <a:gd name="connsiteY2" fmla="*/ 840240 h 5143500"/>
              <a:gd name="connsiteX3" fmla="*/ 3997431 w 4001311"/>
              <a:gd name="connsiteY3" fmla="*/ 839357 h 5143500"/>
              <a:gd name="connsiteX4" fmla="*/ 4001311 w 4001311"/>
              <a:gd name="connsiteY4" fmla="*/ 5143500 h 5143500"/>
              <a:gd name="connsiteX5" fmla="*/ 577175 w 4001311"/>
              <a:gd name="connsiteY5" fmla="*/ 5142688 h 5143500"/>
              <a:gd name="connsiteX6" fmla="*/ 576426 w 4001311"/>
              <a:gd name="connsiteY6" fmla="*/ 4304376 h 5143500"/>
              <a:gd name="connsiteX7" fmla="*/ 0 w 4001311"/>
              <a:gd name="connsiteY7" fmla="*/ 4300989 h 5143500"/>
              <a:gd name="connsiteX8" fmla="*/ 1620 w 4001311"/>
              <a:gd name="connsiteY8" fmla="*/ 0 h 5143500"/>
              <a:gd name="connsiteX0" fmla="*/ 1620 w 4001311"/>
              <a:gd name="connsiteY0" fmla="*/ 1089 h 5144589"/>
              <a:gd name="connsiteX1" fmla="*/ 2820072 w 4001311"/>
              <a:gd name="connsiteY1" fmla="*/ 0 h 5144589"/>
              <a:gd name="connsiteX2" fmla="*/ 2850145 w 4001311"/>
              <a:gd name="connsiteY2" fmla="*/ 841329 h 5144589"/>
              <a:gd name="connsiteX3" fmla="*/ 3997431 w 4001311"/>
              <a:gd name="connsiteY3" fmla="*/ 840446 h 5144589"/>
              <a:gd name="connsiteX4" fmla="*/ 4001311 w 4001311"/>
              <a:gd name="connsiteY4" fmla="*/ 5144589 h 5144589"/>
              <a:gd name="connsiteX5" fmla="*/ 577175 w 4001311"/>
              <a:gd name="connsiteY5" fmla="*/ 5143777 h 5144589"/>
              <a:gd name="connsiteX6" fmla="*/ 576426 w 4001311"/>
              <a:gd name="connsiteY6" fmla="*/ 4305465 h 5144589"/>
              <a:gd name="connsiteX7" fmla="*/ 0 w 4001311"/>
              <a:gd name="connsiteY7" fmla="*/ 4302078 h 5144589"/>
              <a:gd name="connsiteX8" fmla="*/ 1620 w 4001311"/>
              <a:gd name="connsiteY8" fmla="*/ 1089 h 5144589"/>
              <a:gd name="connsiteX0" fmla="*/ 1620 w 4001311"/>
              <a:gd name="connsiteY0" fmla="*/ 1089 h 5144589"/>
              <a:gd name="connsiteX1" fmla="*/ 2820072 w 4001311"/>
              <a:gd name="connsiteY1" fmla="*/ 0 h 5144589"/>
              <a:gd name="connsiteX2" fmla="*/ 2816807 w 4001311"/>
              <a:gd name="connsiteY2" fmla="*/ 898479 h 5144589"/>
              <a:gd name="connsiteX3" fmla="*/ 3997431 w 4001311"/>
              <a:gd name="connsiteY3" fmla="*/ 840446 h 5144589"/>
              <a:gd name="connsiteX4" fmla="*/ 4001311 w 4001311"/>
              <a:gd name="connsiteY4" fmla="*/ 5144589 h 5144589"/>
              <a:gd name="connsiteX5" fmla="*/ 577175 w 4001311"/>
              <a:gd name="connsiteY5" fmla="*/ 5143777 h 5144589"/>
              <a:gd name="connsiteX6" fmla="*/ 576426 w 4001311"/>
              <a:gd name="connsiteY6" fmla="*/ 4305465 h 5144589"/>
              <a:gd name="connsiteX7" fmla="*/ 0 w 4001311"/>
              <a:gd name="connsiteY7" fmla="*/ 4302078 h 5144589"/>
              <a:gd name="connsiteX8" fmla="*/ 1620 w 4001311"/>
              <a:gd name="connsiteY8" fmla="*/ 1089 h 5144589"/>
              <a:gd name="connsiteX0" fmla="*/ 1620 w 4004614"/>
              <a:gd name="connsiteY0" fmla="*/ 1089 h 5144589"/>
              <a:gd name="connsiteX1" fmla="*/ 2820072 w 4004614"/>
              <a:gd name="connsiteY1" fmla="*/ 0 h 5144589"/>
              <a:gd name="connsiteX2" fmla="*/ 2816807 w 4004614"/>
              <a:gd name="connsiteY2" fmla="*/ 898479 h 5144589"/>
              <a:gd name="connsiteX3" fmla="*/ 4004574 w 4004614"/>
              <a:gd name="connsiteY3" fmla="*/ 895214 h 5144589"/>
              <a:gd name="connsiteX4" fmla="*/ 4001311 w 4004614"/>
              <a:gd name="connsiteY4" fmla="*/ 5144589 h 5144589"/>
              <a:gd name="connsiteX5" fmla="*/ 577175 w 4004614"/>
              <a:gd name="connsiteY5" fmla="*/ 5143777 h 5144589"/>
              <a:gd name="connsiteX6" fmla="*/ 576426 w 4004614"/>
              <a:gd name="connsiteY6" fmla="*/ 4305465 h 5144589"/>
              <a:gd name="connsiteX7" fmla="*/ 0 w 4004614"/>
              <a:gd name="connsiteY7" fmla="*/ 4302078 h 5144589"/>
              <a:gd name="connsiteX8" fmla="*/ 1620 w 4004614"/>
              <a:gd name="connsiteY8" fmla="*/ 1089 h 5144589"/>
              <a:gd name="connsiteX0" fmla="*/ 1620 w 4004614"/>
              <a:gd name="connsiteY0" fmla="*/ 1089 h 5144589"/>
              <a:gd name="connsiteX1" fmla="*/ 2820072 w 4004614"/>
              <a:gd name="connsiteY1" fmla="*/ 0 h 5144589"/>
              <a:gd name="connsiteX2" fmla="*/ 2819189 w 4004614"/>
              <a:gd name="connsiteY2" fmla="*/ 896097 h 5144589"/>
              <a:gd name="connsiteX3" fmla="*/ 4004574 w 4004614"/>
              <a:gd name="connsiteY3" fmla="*/ 895214 h 5144589"/>
              <a:gd name="connsiteX4" fmla="*/ 4001311 w 4004614"/>
              <a:gd name="connsiteY4" fmla="*/ 5144589 h 5144589"/>
              <a:gd name="connsiteX5" fmla="*/ 577175 w 4004614"/>
              <a:gd name="connsiteY5" fmla="*/ 5143777 h 5144589"/>
              <a:gd name="connsiteX6" fmla="*/ 576426 w 4004614"/>
              <a:gd name="connsiteY6" fmla="*/ 4305465 h 5144589"/>
              <a:gd name="connsiteX7" fmla="*/ 0 w 4004614"/>
              <a:gd name="connsiteY7" fmla="*/ 4302078 h 5144589"/>
              <a:gd name="connsiteX8" fmla="*/ 1620 w 4004614"/>
              <a:gd name="connsiteY8" fmla="*/ 1089 h 5144589"/>
              <a:gd name="connsiteX0" fmla="*/ 1620 w 4004614"/>
              <a:gd name="connsiteY0" fmla="*/ 1089 h 5144589"/>
              <a:gd name="connsiteX1" fmla="*/ 2820072 w 4004614"/>
              <a:gd name="connsiteY1" fmla="*/ 0 h 5144589"/>
              <a:gd name="connsiteX2" fmla="*/ 2819189 w 4004614"/>
              <a:gd name="connsiteY2" fmla="*/ 891334 h 5144589"/>
              <a:gd name="connsiteX3" fmla="*/ 4004574 w 4004614"/>
              <a:gd name="connsiteY3" fmla="*/ 895214 h 5144589"/>
              <a:gd name="connsiteX4" fmla="*/ 4001311 w 4004614"/>
              <a:gd name="connsiteY4" fmla="*/ 5144589 h 5144589"/>
              <a:gd name="connsiteX5" fmla="*/ 577175 w 4004614"/>
              <a:gd name="connsiteY5" fmla="*/ 5143777 h 5144589"/>
              <a:gd name="connsiteX6" fmla="*/ 576426 w 4004614"/>
              <a:gd name="connsiteY6" fmla="*/ 4305465 h 5144589"/>
              <a:gd name="connsiteX7" fmla="*/ 0 w 4004614"/>
              <a:gd name="connsiteY7" fmla="*/ 4302078 h 5144589"/>
              <a:gd name="connsiteX8" fmla="*/ 1620 w 4004614"/>
              <a:gd name="connsiteY8" fmla="*/ 1089 h 5144589"/>
              <a:gd name="connsiteX0" fmla="*/ 1620 w 4023631"/>
              <a:gd name="connsiteY0" fmla="*/ 1089 h 5144589"/>
              <a:gd name="connsiteX1" fmla="*/ 2820072 w 4023631"/>
              <a:gd name="connsiteY1" fmla="*/ 0 h 5144589"/>
              <a:gd name="connsiteX2" fmla="*/ 2819189 w 4023631"/>
              <a:gd name="connsiteY2" fmla="*/ 891334 h 5144589"/>
              <a:gd name="connsiteX3" fmla="*/ 4023624 w 4023631"/>
              <a:gd name="connsiteY3" fmla="*/ 888070 h 5144589"/>
              <a:gd name="connsiteX4" fmla="*/ 4001311 w 4023631"/>
              <a:gd name="connsiteY4" fmla="*/ 5144589 h 5144589"/>
              <a:gd name="connsiteX5" fmla="*/ 577175 w 4023631"/>
              <a:gd name="connsiteY5" fmla="*/ 5143777 h 5144589"/>
              <a:gd name="connsiteX6" fmla="*/ 576426 w 4023631"/>
              <a:gd name="connsiteY6" fmla="*/ 4305465 h 5144589"/>
              <a:gd name="connsiteX7" fmla="*/ 0 w 4023631"/>
              <a:gd name="connsiteY7" fmla="*/ 4302078 h 5144589"/>
              <a:gd name="connsiteX8" fmla="*/ 1620 w 4023631"/>
              <a:gd name="connsiteY8" fmla="*/ 1089 h 5144589"/>
              <a:gd name="connsiteX0" fmla="*/ 1620 w 4004614"/>
              <a:gd name="connsiteY0" fmla="*/ 1089 h 5144589"/>
              <a:gd name="connsiteX1" fmla="*/ 2820072 w 4004614"/>
              <a:gd name="connsiteY1" fmla="*/ 0 h 5144589"/>
              <a:gd name="connsiteX2" fmla="*/ 2819189 w 4004614"/>
              <a:gd name="connsiteY2" fmla="*/ 891334 h 5144589"/>
              <a:gd name="connsiteX3" fmla="*/ 4004574 w 4004614"/>
              <a:gd name="connsiteY3" fmla="*/ 890451 h 5144589"/>
              <a:gd name="connsiteX4" fmla="*/ 4001311 w 4004614"/>
              <a:gd name="connsiteY4" fmla="*/ 5144589 h 5144589"/>
              <a:gd name="connsiteX5" fmla="*/ 577175 w 4004614"/>
              <a:gd name="connsiteY5" fmla="*/ 5143777 h 5144589"/>
              <a:gd name="connsiteX6" fmla="*/ 576426 w 4004614"/>
              <a:gd name="connsiteY6" fmla="*/ 4305465 h 5144589"/>
              <a:gd name="connsiteX7" fmla="*/ 0 w 4004614"/>
              <a:gd name="connsiteY7" fmla="*/ 4302078 h 5144589"/>
              <a:gd name="connsiteX8" fmla="*/ 1620 w 4004614"/>
              <a:gd name="connsiteY8" fmla="*/ 1089 h 5144589"/>
              <a:gd name="connsiteX0" fmla="*/ 1620 w 4004614"/>
              <a:gd name="connsiteY0" fmla="*/ 1089 h 5144589"/>
              <a:gd name="connsiteX1" fmla="*/ 2820072 w 4004614"/>
              <a:gd name="connsiteY1" fmla="*/ 0 h 5144589"/>
              <a:gd name="connsiteX2" fmla="*/ 2819189 w 4004614"/>
              <a:gd name="connsiteY2" fmla="*/ 896097 h 5144589"/>
              <a:gd name="connsiteX3" fmla="*/ 4004574 w 4004614"/>
              <a:gd name="connsiteY3" fmla="*/ 890451 h 5144589"/>
              <a:gd name="connsiteX4" fmla="*/ 4001311 w 4004614"/>
              <a:gd name="connsiteY4" fmla="*/ 5144589 h 5144589"/>
              <a:gd name="connsiteX5" fmla="*/ 577175 w 4004614"/>
              <a:gd name="connsiteY5" fmla="*/ 5143777 h 5144589"/>
              <a:gd name="connsiteX6" fmla="*/ 576426 w 4004614"/>
              <a:gd name="connsiteY6" fmla="*/ 4305465 h 5144589"/>
              <a:gd name="connsiteX7" fmla="*/ 0 w 4004614"/>
              <a:gd name="connsiteY7" fmla="*/ 4302078 h 5144589"/>
              <a:gd name="connsiteX8" fmla="*/ 1620 w 4004614"/>
              <a:gd name="connsiteY8" fmla="*/ 1089 h 5144589"/>
              <a:gd name="connsiteX0" fmla="*/ 1620 w 4004614"/>
              <a:gd name="connsiteY0" fmla="*/ 1089 h 5144589"/>
              <a:gd name="connsiteX1" fmla="*/ 2820072 w 4004614"/>
              <a:gd name="connsiteY1" fmla="*/ 0 h 5144589"/>
              <a:gd name="connsiteX2" fmla="*/ 2819189 w 4004614"/>
              <a:gd name="connsiteY2" fmla="*/ 896097 h 5144589"/>
              <a:gd name="connsiteX3" fmla="*/ 4004574 w 4004614"/>
              <a:gd name="connsiteY3" fmla="*/ 897594 h 5144589"/>
              <a:gd name="connsiteX4" fmla="*/ 4001311 w 4004614"/>
              <a:gd name="connsiteY4" fmla="*/ 5144589 h 5144589"/>
              <a:gd name="connsiteX5" fmla="*/ 577175 w 4004614"/>
              <a:gd name="connsiteY5" fmla="*/ 5143777 h 5144589"/>
              <a:gd name="connsiteX6" fmla="*/ 576426 w 4004614"/>
              <a:gd name="connsiteY6" fmla="*/ 4305465 h 5144589"/>
              <a:gd name="connsiteX7" fmla="*/ 0 w 4004614"/>
              <a:gd name="connsiteY7" fmla="*/ 4302078 h 5144589"/>
              <a:gd name="connsiteX8" fmla="*/ 1620 w 4004614"/>
              <a:gd name="connsiteY8" fmla="*/ 1089 h 5144589"/>
              <a:gd name="connsiteX0" fmla="*/ 1620 w 4004614"/>
              <a:gd name="connsiteY0" fmla="*/ 1089 h 5144589"/>
              <a:gd name="connsiteX1" fmla="*/ 2820072 w 4004614"/>
              <a:gd name="connsiteY1" fmla="*/ 0 h 5144589"/>
              <a:gd name="connsiteX2" fmla="*/ 2819189 w 4004614"/>
              <a:gd name="connsiteY2" fmla="*/ 896097 h 5144589"/>
              <a:gd name="connsiteX3" fmla="*/ 4004574 w 4004614"/>
              <a:gd name="connsiteY3" fmla="*/ 890450 h 5144589"/>
              <a:gd name="connsiteX4" fmla="*/ 4001311 w 4004614"/>
              <a:gd name="connsiteY4" fmla="*/ 5144589 h 5144589"/>
              <a:gd name="connsiteX5" fmla="*/ 577175 w 4004614"/>
              <a:gd name="connsiteY5" fmla="*/ 5143777 h 5144589"/>
              <a:gd name="connsiteX6" fmla="*/ 576426 w 4004614"/>
              <a:gd name="connsiteY6" fmla="*/ 4305465 h 5144589"/>
              <a:gd name="connsiteX7" fmla="*/ 0 w 4004614"/>
              <a:gd name="connsiteY7" fmla="*/ 4302078 h 5144589"/>
              <a:gd name="connsiteX8" fmla="*/ 1620 w 4004614"/>
              <a:gd name="connsiteY8" fmla="*/ 1089 h 5144589"/>
              <a:gd name="connsiteX0" fmla="*/ 1620 w 4004614"/>
              <a:gd name="connsiteY0" fmla="*/ 1089 h 5144589"/>
              <a:gd name="connsiteX1" fmla="*/ 2820072 w 4004614"/>
              <a:gd name="connsiteY1" fmla="*/ 0 h 5144589"/>
              <a:gd name="connsiteX2" fmla="*/ 2819189 w 4004614"/>
              <a:gd name="connsiteY2" fmla="*/ 896097 h 5144589"/>
              <a:gd name="connsiteX3" fmla="*/ 4004574 w 4004614"/>
              <a:gd name="connsiteY3" fmla="*/ 897593 h 5144589"/>
              <a:gd name="connsiteX4" fmla="*/ 4001311 w 4004614"/>
              <a:gd name="connsiteY4" fmla="*/ 5144589 h 5144589"/>
              <a:gd name="connsiteX5" fmla="*/ 577175 w 4004614"/>
              <a:gd name="connsiteY5" fmla="*/ 5143777 h 5144589"/>
              <a:gd name="connsiteX6" fmla="*/ 576426 w 4004614"/>
              <a:gd name="connsiteY6" fmla="*/ 4305465 h 5144589"/>
              <a:gd name="connsiteX7" fmla="*/ 0 w 4004614"/>
              <a:gd name="connsiteY7" fmla="*/ 4302078 h 5144589"/>
              <a:gd name="connsiteX8" fmla="*/ 1620 w 4004614"/>
              <a:gd name="connsiteY8" fmla="*/ 1089 h 5144589"/>
              <a:gd name="connsiteX0" fmla="*/ 1620 w 4004614"/>
              <a:gd name="connsiteY0" fmla="*/ 1089 h 5144589"/>
              <a:gd name="connsiteX1" fmla="*/ 2820072 w 4004614"/>
              <a:gd name="connsiteY1" fmla="*/ 0 h 5144589"/>
              <a:gd name="connsiteX2" fmla="*/ 2819189 w 4004614"/>
              <a:gd name="connsiteY2" fmla="*/ 888953 h 5144589"/>
              <a:gd name="connsiteX3" fmla="*/ 4004574 w 4004614"/>
              <a:gd name="connsiteY3" fmla="*/ 897593 h 5144589"/>
              <a:gd name="connsiteX4" fmla="*/ 4001311 w 4004614"/>
              <a:gd name="connsiteY4" fmla="*/ 5144589 h 5144589"/>
              <a:gd name="connsiteX5" fmla="*/ 577175 w 4004614"/>
              <a:gd name="connsiteY5" fmla="*/ 5143777 h 5144589"/>
              <a:gd name="connsiteX6" fmla="*/ 576426 w 4004614"/>
              <a:gd name="connsiteY6" fmla="*/ 4305465 h 5144589"/>
              <a:gd name="connsiteX7" fmla="*/ 0 w 4004614"/>
              <a:gd name="connsiteY7" fmla="*/ 4302078 h 5144589"/>
              <a:gd name="connsiteX8" fmla="*/ 1620 w 4004614"/>
              <a:gd name="connsiteY8" fmla="*/ 1089 h 5144589"/>
              <a:gd name="connsiteX0" fmla="*/ 1620 w 4004614"/>
              <a:gd name="connsiteY0" fmla="*/ 1089 h 5144589"/>
              <a:gd name="connsiteX1" fmla="*/ 2820072 w 4004614"/>
              <a:gd name="connsiteY1" fmla="*/ 0 h 5144589"/>
              <a:gd name="connsiteX2" fmla="*/ 2819189 w 4004614"/>
              <a:gd name="connsiteY2" fmla="*/ 888953 h 5144589"/>
              <a:gd name="connsiteX3" fmla="*/ 4004574 w 4004614"/>
              <a:gd name="connsiteY3" fmla="*/ 890450 h 5144589"/>
              <a:gd name="connsiteX4" fmla="*/ 4001311 w 4004614"/>
              <a:gd name="connsiteY4" fmla="*/ 5144589 h 5144589"/>
              <a:gd name="connsiteX5" fmla="*/ 577175 w 4004614"/>
              <a:gd name="connsiteY5" fmla="*/ 5143777 h 5144589"/>
              <a:gd name="connsiteX6" fmla="*/ 576426 w 4004614"/>
              <a:gd name="connsiteY6" fmla="*/ 4305465 h 5144589"/>
              <a:gd name="connsiteX7" fmla="*/ 0 w 4004614"/>
              <a:gd name="connsiteY7" fmla="*/ 4302078 h 5144589"/>
              <a:gd name="connsiteX8" fmla="*/ 1620 w 4004614"/>
              <a:gd name="connsiteY8" fmla="*/ 1089 h 5144589"/>
              <a:gd name="connsiteX0" fmla="*/ 1620 w 4004614"/>
              <a:gd name="connsiteY0" fmla="*/ 1089 h 5144589"/>
              <a:gd name="connsiteX1" fmla="*/ 2820072 w 4004614"/>
              <a:gd name="connsiteY1" fmla="*/ 0 h 5144589"/>
              <a:gd name="connsiteX2" fmla="*/ 2819189 w 4004614"/>
              <a:gd name="connsiteY2" fmla="*/ 896097 h 5144589"/>
              <a:gd name="connsiteX3" fmla="*/ 4004574 w 4004614"/>
              <a:gd name="connsiteY3" fmla="*/ 890450 h 5144589"/>
              <a:gd name="connsiteX4" fmla="*/ 4001311 w 4004614"/>
              <a:gd name="connsiteY4" fmla="*/ 5144589 h 5144589"/>
              <a:gd name="connsiteX5" fmla="*/ 577175 w 4004614"/>
              <a:gd name="connsiteY5" fmla="*/ 5143777 h 5144589"/>
              <a:gd name="connsiteX6" fmla="*/ 576426 w 4004614"/>
              <a:gd name="connsiteY6" fmla="*/ 4305465 h 5144589"/>
              <a:gd name="connsiteX7" fmla="*/ 0 w 4004614"/>
              <a:gd name="connsiteY7" fmla="*/ 4302078 h 5144589"/>
              <a:gd name="connsiteX8" fmla="*/ 1620 w 4004614"/>
              <a:gd name="connsiteY8" fmla="*/ 1089 h 5144589"/>
              <a:gd name="connsiteX0" fmla="*/ 1620 w 4004614"/>
              <a:gd name="connsiteY0" fmla="*/ 1089 h 5144589"/>
              <a:gd name="connsiteX1" fmla="*/ 2820072 w 4004614"/>
              <a:gd name="connsiteY1" fmla="*/ 0 h 5144589"/>
              <a:gd name="connsiteX2" fmla="*/ 2819189 w 4004614"/>
              <a:gd name="connsiteY2" fmla="*/ 891335 h 5144589"/>
              <a:gd name="connsiteX3" fmla="*/ 4004574 w 4004614"/>
              <a:gd name="connsiteY3" fmla="*/ 890450 h 5144589"/>
              <a:gd name="connsiteX4" fmla="*/ 4001311 w 4004614"/>
              <a:gd name="connsiteY4" fmla="*/ 5144589 h 5144589"/>
              <a:gd name="connsiteX5" fmla="*/ 577175 w 4004614"/>
              <a:gd name="connsiteY5" fmla="*/ 5143777 h 5144589"/>
              <a:gd name="connsiteX6" fmla="*/ 576426 w 4004614"/>
              <a:gd name="connsiteY6" fmla="*/ 4305465 h 5144589"/>
              <a:gd name="connsiteX7" fmla="*/ 0 w 4004614"/>
              <a:gd name="connsiteY7" fmla="*/ 4302078 h 5144589"/>
              <a:gd name="connsiteX8" fmla="*/ 1620 w 4004614"/>
              <a:gd name="connsiteY8" fmla="*/ 1089 h 5144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04614" h="5144589">
                <a:moveTo>
                  <a:pt x="1620" y="1089"/>
                </a:moveTo>
                <a:lnTo>
                  <a:pt x="2820072" y="0"/>
                </a:lnTo>
                <a:cubicBezTo>
                  <a:pt x="2819302" y="270510"/>
                  <a:pt x="2819959" y="620825"/>
                  <a:pt x="2819189" y="891335"/>
                </a:cubicBezTo>
                <a:lnTo>
                  <a:pt x="4004574" y="890450"/>
                </a:lnTo>
                <a:cubicBezTo>
                  <a:pt x="4005074" y="2324280"/>
                  <a:pt x="4000811" y="3710759"/>
                  <a:pt x="4001311" y="5144589"/>
                </a:cubicBezTo>
                <a:lnTo>
                  <a:pt x="577175" y="5143777"/>
                </a:lnTo>
                <a:cubicBezTo>
                  <a:pt x="579877" y="4860865"/>
                  <a:pt x="573724" y="4588377"/>
                  <a:pt x="576426" y="4305465"/>
                </a:cubicBezTo>
                <a:lnTo>
                  <a:pt x="0" y="4302078"/>
                </a:lnTo>
                <a:lnTo>
                  <a:pt x="1620" y="1089"/>
                </a:lnTo>
                <a:close/>
              </a:path>
            </a:pathLst>
          </a:custGeom>
        </p:spPr>
        <p:txBody>
          <a:bodyPr/>
          <a:lstStyle/>
          <a:p>
            <a:endParaRPr lang="de-DE"/>
          </a:p>
        </p:txBody>
      </p:sp>
      <p:sp>
        <p:nvSpPr>
          <p:cNvPr id="9" name="Rechteck 8">
            <a:extLst>
              <a:ext uri="{FF2B5EF4-FFF2-40B4-BE49-F238E27FC236}">
                <a16:creationId xmlns:a16="http://schemas.microsoft.com/office/drawing/2014/main" id="{04B5615E-D15D-6FBD-3572-CBCFA7D8D6AF}"/>
              </a:ext>
            </a:extLst>
          </p:cNvPr>
          <p:cNvSpPr/>
          <p:nvPr userDrawn="1"/>
        </p:nvSpPr>
        <p:spPr>
          <a:xfrm>
            <a:off x="-6007" y="5401504"/>
            <a:ext cx="4293008" cy="313496"/>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dirty="0"/>
          </a:p>
        </p:txBody>
      </p:sp>
      <p:sp>
        <p:nvSpPr>
          <p:cNvPr id="6" name="Fußzeilenplatzhalter 5">
            <a:extLst>
              <a:ext uri="{FF2B5EF4-FFF2-40B4-BE49-F238E27FC236}">
                <a16:creationId xmlns:a16="http://schemas.microsoft.com/office/drawing/2014/main" id="{8B32E56E-3AAF-431C-5AFC-599CC8481FC0}"/>
              </a:ext>
            </a:extLst>
          </p:cNvPr>
          <p:cNvSpPr>
            <a:spLocks noGrp="1"/>
          </p:cNvSpPr>
          <p:nvPr>
            <p:ph type="ftr" sz="quarter" idx="11"/>
          </p:nvPr>
        </p:nvSpPr>
        <p:spPr/>
        <p:txBody>
          <a:bodyPr/>
          <a:lstStyle/>
          <a:p>
            <a:r>
              <a:rPr lang="de-DE" dirty="0"/>
              <a:t>TUM School </a:t>
            </a:r>
            <a:r>
              <a:rPr lang="de-DE" dirty="0" err="1"/>
              <a:t>of</a:t>
            </a:r>
            <a:r>
              <a:rPr lang="de-DE" dirty="0"/>
              <a:t> </a:t>
            </a:r>
            <a:r>
              <a:rPr lang="de-DE" dirty="0" err="1"/>
              <a:t>Computation</a:t>
            </a:r>
            <a:r>
              <a:rPr lang="de-DE" dirty="0"/>
              <a:t>, Information and Technology | Technische Universität München</a:t>
            </a:r>
          </a:p>
        </p:txBody>
      </p:sp>
      <p:sp>
        <p:nvSpPr>
          <p:cNvPr id="7" name="Foliennummernplatzhalter 6">
            <a:extLst>
              <a:ext uri="{FF2B5EF4-FFF2-40B4-BE49-F238E27FC236}">
                <a16:creationId xmlns:a16="http://schemas.microsoft.com/office/drawing/2014/main" id="{977DC928-5991-B20A-13AC-D892E4A93B46}"/>
              </a:ext>
            </a:extLst>
          </p:cNvPr>
          <p:cNvSpPr>
            <a:spLocks noGrp="1"/>
          </p:cNvSpPr>
          <p:nvPr>
            <p:ph type="sldNum" sz="quarter" idx="12"/>
          </p:nvPr>
        </p:nvSpPr>
        <p:spPr/>
        <p:txBody>
          <a:bodyPr/>
          <a:lstStyle/>
          <a:p>
            <a:fld id="{7BC6339C-EBB9-4F99-9F6F-F0910A22596F}" type="slidenum">
              <a:rPr lang="de-DE" smtClean="0"/>
              <a:t>‹#›</a:t>
            </a:fld>
            <a:endParaRPr lang="de-DE"/>
          </a:p>
        </p:txBody>
      </p:sp>
      <p:sp>
        <p:nvSpPr>
          <p:cNvPr id="13" name="Rechteck 12">
            <a:extLst>
              <a:ext uri="{FF2B5EF4-FFF2-40B4-BE49-F238E27FC236}">
                <a16:creationId xmlns:a16="http://schemas.microsoft.com/office/drawing/2014/main" id="{07484FF9-48FC-9F73-F82A-FF1913222684}"/>
              </a:ext>
            </a:extLst>
          </p:cNvPr>
          <p:cNvSpPr/>
          <p:nvPr userDrawn="1"/>
        </p:nvSpPr>
        <p:spPr>
          <a:xfrm>
            <a:off x="3810000" y="4777493"/>
            <a:ext cx="959997" cy="93750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sp>
        <p:nvSpPr>
          <p:cNvPr id="15" name="Textplatzhalter 3">
            <a:extLst>
              <a:ext uri="{FF2B5EF4-FFF2-40B4-BE49-F238E27FC236}">
                <a16:creationId xmlns:a16="http://schemas.microsoft.com/office/drawing/2014/main" id="{7E76CDB1-7AC3-6EC5-62E6-E0B60A3B8A4B}"/>
              </a:ext>
            </a:extLst>
          </p:cNvPr>
          <p:cNvSpPr>
            <a:spLocks noGrp="1"/>
          </p:cNvSpPr>
          <p:nvPr>
            <p:ph type="body" sz="half" idx="2"/>
          </p:nvPr>
        </p:nvSpPr>
        <p:spPr>
          <a:xfrm>
            <a:off x="210013" y="1897503"/>
            <a:ext cx="3599988" cy="3199989"/>
          </a:xfrm>
        </p:spPr>
        <p:txBody>
          <a:bodyPr>
            <a:normAutofit/>
          </a:bodyPr>
          <a:lstStyle>
            <a:lvl1pPr marL="238115" indent="-238115">
              <a:buFont typeface="Wingdings" panose="05000000000000000000" pitchFamily="2" charset="2"/>
              <a:buChar char="§"/>
              <a:defRPr sz="1167"/>
            </a:lvl1pPr>
            <a:lvl2pPr marL="380985" indent="0">
              <a:buNone/>
              <a:defRPr sz="1167"/>
            </a:lvl2pPr>
            <a:lvl3pPr marL="761970" indent="0">
              <a:buNone/>
              <a:defRPr sz="1000"/>
            </a:lvl3pPr>
            <a:lvl4pPr marL="1142954" indent="0">
              <a:buNone/>
              <a:defRPr sz="833"/>
            </a:lvl4pPr>
            <a:lvl5pPr marL="1523939" indent="0">
              <a:buNone/>
              <a:defRPr sz="833"/>
            </a:lvl5pPr>
            <a:lvl6pPr marL="1904924" indent="0">
              <a:buNone/>
              <a:defRPr sz="833"/>
            </a:lvl6pPr>
            <a:lvl7pPr marL="2285909" indent="0">
              <a:buNone/>
              <a:defRPr sz="833"/>
            </a:lvl7pPr>
            <a:lvl8pPr marL="2666893" indent="0">
              <a:buNone/>
              <a:defRPr sz="833"/>
            </a:lvl8pPr>
            <a:lvl9pPr marL="3047878" indent="0">
              <a:buNone/>
              <a:defRPr sz="833"/>
            </a:lvl9pPr>
          </a:lstStyle>
          <a:p>
            <a:pPr lvl="0"/>
            <a:r>
              <a:rPr lang="de-DE" dirty="0"/>
              <a:t>Mastertextformat bearbeiten</a:t>
            </a:r>
          </a:p>
        </p:txBody>
      </p:sp>
      <p:pic>
        <p:nvPicPr>
          <p:cNvPr id="8" name="Grafik 7" descr="Ein Bild, das Grafiken, weiß, Schwarz, Design enthält.&#10;&#10;Automatisch generierte Beschreibung">
            <a:extLst>
              <a:ext uri="{FF2B5EF4-FFF2-40B4-BE49-F238E27FC236}">
                <a16:creationId xmlns:a16="http://schemas.microsoft.com/office/drawing/2014/main" id="{0E9767C7-2DB0-9673-3D71-FA35A2BFCEC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887971" y="320302"/>
            <a:ext cx="480000" cy="338378"/>
          </a:xfrm>
          <a:prstGeom prst="rect">
            <a:avLst/>
          </a:prstGeom>
        </p:spPr>
      </p:pic>
      <p:sp>
        <p:nvSpPr>
          <p:cNvPr id="16" name="Rechteck 15">
            <a:extLst>
              <a:ext uri="{FF2B5EF4-FFF2-40B4-BE49-F238E27FC236}">
                <a16:creationId xmlns:a16="http://schemas.microsoft.com/office/drawing/2014/main" id="{89ED1ECE-C796-AFAD-FB83-3BD0359B743C}"/>
              </a:ext>
            </a:extLst>
          </p:cNvPr>
          <p:cNvSpPr/>
          <p:nvPr userDrawn="1"/>
        </p:nvSpPr>
        <p:spPr>
          <a:xfrm>
            <a:off x="-6007" y="313496"/>
            <a:ext cx="4293008" cy="127200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sp>
        <p:nvSpPr>
          <p:cNvPr id="17" name="Rechteck 16">
            <a:extLst>
              <a:ext uri="{FF2B5EF4-FFF2-40B4-BE49-F238E27FC236}">
                <a16:creationId xmlns:a16="http://schemas.microsoft.com/office/drawing/2014/main" id="{50021B7F-E877-1E5C-9A3D-29EA9732BE57}"/>
              </a:ext>
            </a:extLst>
          </p:cNvPr>
          <p:cNvSpPr/>
          <p:nvPr userDrawn="1"/>
        </p:nvSpPr>
        <p:spPr>
          <a:xfrm>
            <a:off x="3809999" y="1"/>
            <a:ext cx="477000" cy="31349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sp>
        <p:nvSpPr>
          <p:cNvPr id="18" name="Titel 7">
            <a:extLst>
              <a:ext uri="{FF2B5EF4-FFF2-40B4-BE49-F238E27FC236}">
                <a16:creationId xmlns:a16="http://schemas.microsoft.com/office/drawing/2014/main" id="{E02B29CD-92DF-574C-09D5-05244471F43C}"/>
              </a:ext>
            </a:extLst>
          </p:cNvPr>
          <p:cNvSpPr>
            <a:spLocks noGrp="1"/>
          </p:cNvSpPr>
          <p:nvPr>
            <p:ph type="title"/>
          </p:nvPr>
        </p:nvSpPr>
        <p:spPr>
          <a:xfrm>
            <a:off x="210012" y="313497"/>
            <a:ext cx="3599988" cy="1272002"/>
          </a:xfrm>
        </p:spPr>
        <p:txBody>
          <a:bodyPr anchor="ctr"/>
          <a:lstStyle>
            <a:lvl1pPr>
              <a:defRPr sz="2500">
                <a:solidFill>
                  <a:schemeClr val="bg1"/>
                </a:solidFill>
              </a:defRPr>
            </a:lvl1pPr>
          </a:lstStyle>
          <a:p>
            <a:endParaRPr lang="de-DE" dirty="0"/>
          </a:p>
        </p:txBody>
      </p:sp>
    </p:spTree>
    <p:extLst>
      <p:ext uri="{BB962C8B-B14F-4D97-AF65-F5344CB8AC3E}">
        <p14:creationId xmlns:p14="http://schemas.microsoft.com/office/powerpoint/2010/main" val="39375760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Inhalt mit 2 Bildern rechts">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34C705A2-3657-8AE3-6753-1617822647A4}"/>
              </a:ext>
            </a:extLst>
          </p:cNvPr>
          <p:cNvSpPr/>
          <p:nvPr userDrawn="1"/>
        </p:nvSpPr>
        <p:spPr>
          <a:xfrm>
            <a:off x="6632613" y="-1"/>
            <a:ext cx="987387" cy="99705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sp>
        <p:nvSpPr>
          <p:cNvPr id="3" name="Bildplatzhalter 2">
            <a:extLst>
              <a:ext uri="{FF2B5EF4-FFF2-40B4-BE49-F238E27FC236}">
                <a16:creationId xmlns:a16="http://schemas.microsoft.com/office/drawing/2014/main" id="{42DD9EB5-F92C-DF31-84C5-D321ED1DCE01}"/>
              </a:ext>
            </a:extLst>
          </p:cNvPr>
          <p:cNvSpPr>
            <a:spLocks noGrp="1"/>
          </p:cNvSpPr>
          <p:nvPr>
            <p:ph type="pic" sz="quarter" idx="13"/>
          </p:nvPr>
        </p:nvSpPr>
        <p:spPr>
          <a:xfrm>
            <a:off x="4285575" y="2857501"/>
            <a:ext cx="3334426" cy="2857501"/>
          </a:xfrm>
          <a:custGeom>
            <a:avLst/>
            <a:gdLst>
              <a:gd name="connsiteX0" fmla="*/ 0 w 3999691"/>
              <a:gd name="connsiteY0" fmla="*/ 0 h 5143500"/>
              <a:gd name="connsiteX1" fmla="*/ 3999691 w 3999691"/>
              <a:gd name="connsiteY1" fmla="*/ 0 h 5143500"/>
              <a:gd name="connsiteX2" fmla="*/ 3999691 w 3999691"/>
              <a:gd name="connsiteY2" fmla="*/ 5143500 h 5143500"/>
              <a:gd name="connsiteX3" fmla="*/ 0 w 3999691"/>
              <a:gd name="connsiteY3" fmla="*/ 5143500 h 5143500"/>
              <a:gd name="connsiteX4" fmla="*/ 0 w 3999691"/>
              <a:gd name="connsiteY4" fmla="*/ 0 h 5143500"/>
              <a:gd name="connsiteX0" fmla="*/ 1620 w 4001311"/>
              <a:gd name="connsiteY0" fmla="*/ 0 h 5143500"/>
              <a:gd name="connsiteX1" fmla="*/ 4001311 w 4001311"/>
              <a:gd name="connsiteY1" fmla="*/ 0 h 5143500"/>
              <a:gd name="connsiteX2" fmla="*/ 4001311 w 4001311"/>
              <a:gd name="connsiteY2" fmla="*/ 5143500 h 5143500"/>
              <a:gd name="connsiteX3" fmla="*/ 1620 w 4001311"/>
              <a:gd name="connsiteY3" fmla="*/ 5143500 h 5143500"/>
              <a:gd name="connsiteX4" fmla="*/ 0 w 4001311"/>
              <a:gd name="connsiteY4" fmla="*/ 4293139 h 5143500"/>
              <a:gd name="connsiteX5" fmla="*/ 1620 w 4001311"/>
              <a:gd name="connsiteY5" fmla="*/ 0 h 5143500"/>
              <a:gd name="connsiteX0" fmla="*/ 1620 w 4001311"/>
              <a:gd name="connsiteY0" fmla="*/ 0 h 5143500"/>
              <a:gd name="connsiteX1" fmla="*/ 4001311 w 4001311"/>
              <a:gd name="connsiteY1" fmla="*/ 0 h 5143500"/>
              <a:gd name="connsiteX2" fmla="*/ 4001311 w 4001311"/>
              <a:gd name="connsiteY2" fmla="*/ 5143500 h 5143500"/>
              <a:gd name="connsiteX3" fmla="*/ 577175 w 4001311"/>
              <a:gd name="connsiteY3" fmla="*/ 5142688 h 5143500"/>
              <a:gd name="connsiteX4" fmla="*/ 1620 w 4001311"/>
              <a:gd name="connsiteY4" fmla="*/ 5143500 h 5143500"/>
              <a:gd name="connsiteX5" fmla="*/ 0 w 4001311"/>
              <a:gd name="connsiteY5" fmla="*/ 4293139 h 5143500"/>
              <a:gd name="connsiteX6" fmla="*/ 1620 w 4001311"/>
              <a:gd name="connsiteY6" fmla="*/ 0 h 5143500"/>
              <a:gd name="connsiteX0" fmla="*/ 1620 w 4001311"/>
              <a:gd name="connsiteY0" fmla="*/ 0 h 5143500"/>
              <a:gd name="connsiteX1" fmla="*/ 4001311 w 4001311"/>
              <a:gd name="connsiteY1" fmla="*/ 0 h 5143500"/>
              <a:gd name="connsiteX2" fmla="*/ 4001311 w 4001311"/>
              <a:gd name="connsiteY2" fmla="*/ 5143500 h 5143500"/>
              <a:gd name="connsiteX3" fmla="*/ 577175 w 4001311"/>
              <a:gd name="connsiteY3" fmla="*/ 5142688 h 5143500"/>
              <a:gd name="connsiteX4" fmla="*/ 585280 w 4001311"/>
              <a:gd name="connsiteY4" fmla="*/ 4293951 h 5143500"/>
              <a:gd name="connsiteX5" fmla="*/ 0 w 4001311"/>
              <a:gd name="connsiteY5" fmla="*/ 4293139 h 5143500"/>
              <a:gd name="connsiteX6" fmla="*/ 1620 w 4001311"/>
              <a:gd name="connsiteY6" fmla="*/ 0 h 5143500"/>
              <a:gd name="connsiteX0" fmla="*/ 1620 w 4001311"/>
              <a:gd name="connsiteY0" fmla="*/ 0 h 5143500"/>
              <a:gd name="connsiteX1" fmla="*/ 4001311 w 4001311"/>
              <a:gd name="connsiteY1" fmla="*/ 0 h 5143500"/>
              <a:gd name="connsiteX2" fmla="*/ 4001311 w 4001311"/>
              <a:gd name="connsiteY2" fmla="*/ 5143500 h 5143500"/>
              <a:gd name="connsiteX3" fmla="*/ 577175 w 4001311"/>
              <a:gd name="connsiteY3" fmla="*/ 5142688 h 5143500"/>
              <a:gd name="connsiteX4" fmla="*/ 585280 w 4001311"/>
              <a:gd name="connsiteY4" fmla="*/ 4293951 h 5143500"/>
              <a:gd name="connsiteX5" fmla="*/ 0 w 4001311"/>
              <a:gd name="connsiteY5" fmla="*/ 4306140 h 5143500"/>
              <a:gd name="connsiteX6" fmla="*/ 1620 w 4001311"/>
              <a:gd name="connsiteY6" fmla="*/ 0 h 5143500"/>
              <a:gd name="connsiteX0" fmla="*/ 1620 w 4001311"/>
              <a:gd name="connsiteY0" fmla="*/ 0 h 5143500"/>
              <a:gd name="connsiteX1" fmla="*/ 4001311 w 4001311"/>
              <a:gd name="connsiteY1" fmla="*/ 0 h 5143500"/>
              <a:gd name="connsiteX2" fmla="*/ 4001311 w 4001311"/>
              <a:gd name="connsiteY2" fmla="*/ 5143500 h 5143500"/>
              <a:gd name="connsiteX3" fmla="*/ 577175 w 4001311"/>
              <a:gd name="connsiteY3" fmla="*/ 5142688 h 5143500"/>
              <a:gd name="connsiteX4" fmla="*/ 585280 w 4001311"/>
              <a:gd name="connsiteY4" fmla="*/ 4306952 h 5143500"/>
              <a:gd name="connsiteX5" fmla="*/ 0 w 4001311"/>
              <a:gd name="connsiteY5" fmla="*/ 4306140 h 5143500"/>
              <a:gd name="connsiteX6" fmla="*/ 1620 w 4001311"/>
              <a:gd name="connsiteY6" fmla="*/ 0 h 5143500"/>
              <a:gd name="connsiteX0" fmla="*/ 1620 w 4001311"/>
              <a:gd name="connsiteY0" fmla="*/ 0 h 5143500"/>
              <a:gd name="connsiteX1" fmla="*/ 4001311 w 4001311"/>
              <a:gd name="connsiteY1" fmla="*/ 0 h 5143500"/>
              <a:gd name="connsiteX2" fmla="*/ 4001311 w 4001311"/>
              <a:gd name="connsiteY2" fmla="*/ 5143500 h 5143500"/>
              <a:gd name="connsiteX3" fmla="*/ 577175 w 4001311"/>
              <a:gd name="connsiteY3" fmla="*/ 5142688 h 5143500"/>
              <a:gd name="connsiteX4" fmla="*/ 573850 w 4001311"/>
              <a:gd name="connsiteY4" fmla="*/ 4306952 h 5143500"/>
              <a:gd name="connsiteX5" fmla="*/ 0 w 4001311"/>
              <a:gd name="connsiteY5" fmla="*/ 4306140 h 5143500"/>
              <a:gd name="connsiteX6" fmla="*/ 1620 w 4001311"/>
              <a:gd name="connsiteY6" fmla="*/ 0 h 5143500"/>
              <a:gd name="connsiteX0" fmla="*/ 1620 w 4001311"/>
              <a:gd name="connsiteY0" fmla="*/ 0 h 5143500"/>
              <a:gd name="connsiteX1" fmla="*/ 4001311 w 4001311"/>
              <a:gd name="connsiteY1" fmla="*/ 0 h 5143500"/>
              <a:gd name="connsiteX2" fmla="*/ 4001311 w 4001311"/>
              <a:gd name="connsiteY2" fmla="*/ 5143500 h 5143500"/>
              <a:gd name="connsiteX3" fmla="*/ 577175 w 4001311"/>
              <a:gd name="connsiteY3" fmla="*/ 5142688 h 5143500"/>
              <a:gd name="connsiteX4" fmla="*/ 573850 w 4001311"/>
              <a:gd name="connsiteY4" fmla="*/ 4306952 h 5143500"/>
              <a:gd name="connsiteX5" fmla="*/ 0 w 4001311"/>
              <a:gd name="connsiteY5" fmla="*/ 4300989 h 5143500"/>
              <a:gd name="connsiteX6" fmla="*/ 1620 w 4001311"/>
              <a:gd name="connsiteY6" fmla="*/ 0 h 5143500"/>
              <a:gd name="connsiteX0" fmla="*/ 1620 w 4001311"/>
              <a:gd name="connsiteY0" fmla="*/ 0 h 5143500"/>
              <a:gd name="connsiteX1" fmla="*/ 4001311 w 4001311"/>
              <a:gd name="connsiteY1" fmla="*/ 0 h 5143500"/>
              <a:gd name="connsiteX2" fmla="*/ 4001311 w 4001311"/>
              <a:gd name="connsiteY2" fmla="*/ 5143500 h 5143500"/>
              <a:gd name="connsiteX3" fmla="*/ 577175 w 4001311"/>
              <a:gd name="connsiteY3" fmla="*/ 5142688 h 5143500"/>
              <a:gd name="connsiteX4" fmla="*/ 576426 w 4001311"/>
              <a:gd name="connsiteY4" fmla="*/ 4304376 h 5143500"/>
              <a:gd name="connsiteX5" fmla="*/ 0 w 4001311"/>
              <a:gd name="connsiteY5" fmla="*/ 4300989 h 5143500"/>
              <a:gd name="connsiteX6" fmla="*/ 1620 w 4001311"/>
              <a:gd name="connsiteY6" fmla="*/ 0 h 5143500"/>
              <a:gd name="connsiteX0" fmla="*/ 1620 w 4001311"/>
              <a:gd name="connsiteY0" fmla="*/ 0 h 5143500"/>
              <a:gd name="connsiteX1" fmla="*/ 4001311 w 4001311"/>
              <a:gd name="connsiteY1" fmla="*/ 0 h 5143500"/>
              <a:gd name="connsiteX2" fmla="*/ 4001311 w 4001311"/>
              <a:gd name="connsiteY2" fmla="*/ 5143500 h 5143500"/>
              <a:gd name="connsiteX3" fmla="*/ 577175 w 4001311"/>
              <a:gd name="connsiteY3" fmla="*/ 5142688 h 5143500"/>
              <a:gd name="connsiteX4" fmla="*/ 578807 w 4001311"/>
              <a:gd name="connsiteY4" fmla="*/ 3461415 h 5143500"/>
              <a:gd name="connsiteX5" fmla="*/ 0 w 4001311"/>
              <a:gd name="connsiteY5" fmla="*/ 4300989 h 5143500"/>
              <a:gd name="connsiteX6" fmla="*/ 1620 w 4001311"/>
              <a:gd name="connsiteY6" fmla="*/ 0 h 5143500"/>
              <a:gd name="connsiteX0" fmla="*/ 1620 w 4001311"/>
              <a:gd name="connsiteY0" fmla="*/ 0 h 5143500"/>
              <a:gd name="connsiteX1" fmla="*/ 4001311 w 4001311"/>
              <a:gd name="connsiteY1" fmla="*/ 0 h 5143500"/>
              <a:gd name="connsiteX2" fmla="*/ 4001311 w 4001311"/>
              <a:gd name="connsiteY2" fmla="*/ 5143500 h 5143500"/>
              <a:gd name="connsiteX3" fmla="*/ 577175 w 4001311"/>
              <a:gd name="connsiteY3" fmla="*/ 5142688 h 5143500"/>
              <a:gd name="connsiteX4" fmla="*/ 578807 w 4001311"/>
              <a:gd name="connsiteY4" fmla="*/ 3461415 h 5143500"/>
              <a:gd name="connsiteX5" fmla="*/ 0 w 4001311"/>
              <a:gd name="connsiteY5" fmla="*/ 3462789 h 5143500"/>
              <a:gd name="connsiteX6" fmla="*/ 1620 w 4001311"/>
              <a:gd name="connsiteY6" fmla="*/ 0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01311" h="5143500">
                <a:moveTo>
                  <a:pt x="1620" y="0"/>
                </a:moveTo>
                <a:lnTo>
                  <a:pt x="4001311" y="0"/>
                </a:lnTo>
                <a:lnTo>
                  <a:pt x="4001311" y="5143500"/>
                </a:lnTo>
                <a:lnTo>
                  <a:pt x="577175" y="5142688"/>
                </a:lnTo>
                <a:cubicBezTo>
                  <a:pt x="579877" y="4859776"/>
                  <a:pt x="576105" y="3744327"/>
                  <a:pt x="578807" y="3461415"/>
                </a:cubicBezTo>
                <a:lnTo>
                  <a:pt x="0" y="3462789"/>
                </a:lnTo>
                <a:lnTo>
                  <a:pt x="1620" y="0"/>
                </a:lnTo>
                <a:close/>
              </a:path>
            </a:pathLst>
          </a:custGeom>
        </p:spPr>
        <p:txBody>
          <a:bodyPr/>
          <a:lstStyle/>
          <a:p>
            <a:endParaRPr lang="de-DE" dirty="0"/>
          </a:p>
        </p:txBody>
      </p:sp>
      <p:sp>
        <p:nvSpPr>
          <p:cNvPr id="9" name="Rechteck 8">
            <a:extLst>
              <a:ext uri="{FF2B5EF4-FFF2-40B4-BE49-F238E27FC236}">
                <a16:creationId xmlns:a16="http://schemas.microsoft.com/office/drawing/2014/main" id="{04B5615E-D15D-6FBD-3572-CBCFA7D8D6AF}"/>
              </a:ext>
            </a:extLst>
          </p:cNvPr>
          <p:cNvSpPr/>
          <p:nvPr userDrawn="1"/>
        </p:nvSpPr>
        <p:spPr>
          <a:xfrm>
            <a:off x="-6007" y="5401504"/>
            <a:ext cx="4293008" cy="313496"/>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dirty="0"/>
          </a:p>
        </p:txBody>
      </p:sp>
      <p:sp>
        <p:nvSpPr>
          <p:cNvPr id="6" name="Fußzeilenplatzhalter 5">
            <a:extLst>
              <a:ext uri="{FF2B5EF4-FFF2-40B4-BE49-F238E27FC236}">
                <a16:creationId xmlns:a16="http://schemas.microsoft.com/office/drawing/2014/main" id="{8B32E56E-3AAF-431C-5AFC-599CC8481FC0}"/>
              </a:ext>
            </a:extLst>
          </p:cNvPr>
          <p:cNvSpPr>
            <a:spLocks noGrp="1"/>
          </p:cNvSpPr>
          <p:nvPr>
            <p:ph type="ftr" sz="quarter" idx="11"/>
          </p:nvPr>
        </p:nvSpPr>
        <p:spPr/>
        <p:txBody>
          <a:bodyPr/>
          <a:lstStyle/>
          <a:p>
            <a:r>
              <a:rPr lang="de-DE"/>
              <a:t>TUM School of Computation, Information and Technology | Technische Universität München</a:t>
            </a:r>
            <a:endParaRPr lang="de-DE" dirty="0"/>
          </a:p>
        </p:txBody>
      </p:sp>
      <p:sp>
        <p:nvSpPr>
          <p:cNvPr id="7" name="Foliennummernplatzhalter 6">
            <a:extLst>
              <a:ext uri="{FF2B5EF4-FFF2-40B4-BE49-F238E27FC236}">
                <a16:creationId xmlns:a16="http://schemas.microsoft.com/office/drawing/2014/main" id="{977DC928-5991-B20A-13AC-D892E4A93B46}"/>
              </a:ext>
            </a:extLst>
          </p:cNvPr>
          <p:cNvSpPr>
            <a:spLocks noGrp="1"/>
          </p:cNvSpPr>
          <p:nvPr>
            <p:ph type="sldNum" sz="quarter" idx="12"/>
          </p:nvPr>
        </p:nvSpPr>
        <p:spPr/>
        <p:txBody>
          <a:bodyPr/>
          <a:lstStyle/>
          <a:p>
            <a:fld id="{7BC6339C-EBB9-4F99-9F6F-F0910A22596F}" type="slidenum">
              <a:rPr lang="de-DE" smtClean="0"/>
              <a:t>‹#›</a:t>
            </a:fld>
            <a:endParaRPr lang="de-DE"/>
          </a:p>
        </p:txBody>
      </p:sp>
      <p:sp>
        <p:nvSpPr>
          <p:cNvPr id="13" name="Rechteck 12">
            <a:extLst>
              <a:ext uri="{FF2B5EF4-FFF2-40B4-BE49-F238E27FC236}">
                <a16:creationId xmlns:a16="http://schemas.microsoft.com/office/drawing/2014/main" id="{07484FF9-48FC-9F73-F82A-FF1913222684}"/>
              </a:ext>
            </a:extLst>
          </p:cNvPr>
          <p:cNvSpPr/>
          <p:nvPr userDrawn="1"/>
        </p:nvSpPr>
        <p:spPr>
          <a:xfrm>
            <a:off x="3810000" y="4777493"/>
            <a:ext cx="959997" cy="93750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sp>
        <p:nvSpPr>
          <p:cNvPr id="15" name="Textplatzhalter 3">
            <a:extLst>
              <a:ext uri="{FF2B5EF4-FFF2-40B4-BE49-F238E27FC236}">
                <a16:creationId xmlns:a16="http://schemas.microsoft.com/office/drawing/2014/main" id="{7E76CDB1-7AC3-6EC5-62E6-E0B60A3B8A4B}"/>
              </a:ext>
            </a:extLst>
          </p:cNvPr>
          <p:cNvSpPr>
            <a:spLocks noGrp="1"/>
          </p:cNvSpPr>
          <p:nvPr>
            <p:ph type="body" sz="half" idx="2"/>
          </p:nvPr>
        </p:nvSpPr>
        <p:spPr>
          <a:xfrm>
            <a:off x="210013" y="1897503"/>
            <a:ext cx="3599988" cy="3199989"/>
          </a:xfrm>
        </p:spPr>
        <p:txBody>
          <a:bodyPr>
            <a:normAutofit/>
          </a:bodyPr>
          <a:lstStyle>
            <a:lvl1pPr marL="238115" indent="-238115">
              <a:buFont typeface="Wingdings" panose="05000000000000000000" pitchFamily="2" charset="2"/>
              <a:buChar char="§"/>
              <a:defRPr sz="1167"/>
            </a:lvl1pPr>
            <a:lvl2pPr marL="380985" indent="0">
              <a:buNone/>
              <a:defRPr sz="1167"/>
            </a:lvl2pPr>
            <a:lvl3pPr marL="761970" indent="0">
              <a:buNone/>
              <a:defRPr sz="1000"/>
            </a:lvl3pPr>
            <a:lvl4pPr marL="1142954" indent="0">
              <a:buNone/>
              <a:defRPr sz="833"/>
            </a:lvl4pPr>
            <a:lvl5pPr marL="1523939" indent="0">
              <a:buNone/>
              <a:defRPr sz="833"/>
            </a:lvl5pPr>
            <a:lvl6pPr marL="1904924" indent="0">
              <a:buNone/>
              <a:defRPr sz="833"/>
            </a:lvl6pPr>
            <a:lvl7pPr marL="2285909" indent="0">
              <a:buNone/>
              <a:defRPr sz="833"/>
            </a:lvl7pPr>
            <a:lvl8pPr marL="2666893" indent="0">
              <a:buNone/>
              <a:defRPr sz="833"/>
            </a:lvl8pPr>
            <a:lvl9pPr marL="3047878" indent="0">
              <a:buNone/>
              <a:defRPr sz="833"/>
            </a:lvl9pPr>
          </a:lstStyle>
          <a:p>
            <a:pPr lvl="0"/>
            <a:r>
              <a:rPr lang="de-DE" dirty="0"/>
              <a:t>Mastertextformat bearbeiten</a:t>
            </a:r>
          </a:p>
        </p:txBody>
      </p:sp>
      <p:sp>
        <p:nvSpPr>
          <p:cNvPr id="4" name="Bildplatzhalter 3">
            <a:extLst>
              <a:ext uri="{FF2B5EF4-FFF2-40B4-BE49-F238E27FC236}">
                <a16:creationId xmlns:a16="http://schemas.microsoft.com/office/drawing/2014/main" id="{FADC46FF-75E2-2DC9-08E1-A28AA6398673}"/>
              </a:ext>
            </a:extLst>
          </p:cNvPr>
          <p:cNvSpPr>
            <a:spLocks noGrp="1"/>
          </p:cNvSpPr>
          <p:nvPr>
            <p:ph type="pic" sz="quarter" idx="14"/>
          </p:nvPr>
        </p:nvSpPr>
        <p:spPr>
          <a:xfrm>
            <a:off x="4284928" y="-2646"/>
            <a:ext cx="3335073" cy="2802646"/>
          </a:xfrm>
          <a:custGeom>
            <a:avLst/>
            <a:gdLst>
              <a:gd name="connsiteX0" fmla="*/ 0 w 4002087"/>
              <a:gd name="connsiteY0" fmla="*/ 0 h 2520000"/>
              <a:gd name="connsiteX1" fmla="*/ 4002087 w 4002087"/>
              <a:gd name="connsiteY1" fmla="*/ 0 h 2520000"/>
              <a:gd name="connsiteX2" fmla="*/ 4002087 w 4002087"/>
              <a:gd name="connsiteY2" fmla="*/ 2520000 h 2520000"/>
              <a:gd name="connsiteX3" fmla="*/ 0 w 4002087"/>
              <a:gd name="connsiteY3" fmla="*/ 2520000 h 2520000"/>
              <a:gd name="connsiteX4" fmla="*/ 0 w 4002087"/>
              <a:gd name="connsiteY4" fmla="*/ 0 h 2520000"/>
              <a:gd name="connsiteX0" fmla="*/ 0 w 4002087"/>
              <a:gd name="connsiteY0" fmla="*/ 2381 h 2522381"/>
              <a:gd name="connsiteX1" fmla="*/ 2849562 w 4002087"/>
              <a:gd name="connsiteY1" fmla="*/ 0 h 2522381"/>
              <a:gd name="connsiteX2" fmla="*/ 4002087 w 4002087"/>
              <a:gd name="connsiteY2" fmla="*/ 2381 h 2522381"/>
              <a:gd name="connsiteX3" fmla="*/ 4002087 w 4002087"/>
              <a:gd name="connsiteY3" fmla="*/ 2522381 h 2522381"/>
              <a:gd name="connsiteX4" fmla="*/ 0 w 4002087"/>
              <a:gd name="connsiteY4" fmla="*/ 2522381 h 2522381"/>
              <a:gd name="connsiteX5" fmla="*/ 0 w 4002087"/>
              <a:gd name="connsiteY5" fmla="*/ 2381 h 2522381"/>
              <a:gd name="connsiteX0" fmla="*/ 0 w 4002087"/>
              <a:gd name="connsiteY0" fmla="*/ 2381 h 2522381"/>
              <a:gd name="connsiteX1" fmla="*/ 2849562 w 4002087"/>
              <a:gd name="connsiteY1" fmla="*/ 0 h 2522381"/>
              <a:gd name="connsiteX2" fmla="*/ 4002087 w 4002087"/>
              <a:gd name="connsiteY2" fmla="*/ 2381 h 2522381"/>
              <a:gd name="connsiteX3" fmla="*/ 4002087 w 4002087"/>
              <a:gd name="connsiteY3" fmla="*/ 845345 h 2522381"/>
              <a:gd name="connsiteX4" fmla="*/ 4002087 w 4002087"/>
              <a:gd name="connsiteY4" fmla="*/ 2522381 h 2522381"/>
              <a:gd name="connsiteX5" fmla="*/ 0 w 4002087"/>
              <a:gd name="connsiteY5" fmla="*/ 2522381 h 2522381"/>
              <a:gd name="connsiteX6" fmla="*/ 0 w 4002087"/>
              <a:gd name="connsiteY6" fmla="*/ 2381 h 2522381"/>
              <a:gd name="connsiteX0" fmla="*/ 0 w 4002087"/>
              <a:gd name="connsiteY0" fmla="*/ 2381 h 2522381"/>
              <a:gd name="connsiteX1" fmla="*/ 2849562 w 4002087"/>
              <a:gd name="connsiteY1" fmla="*/ 0 h 2522381"/>
              <a:gd name="connsiteX2" fmla="*/ 2847181 w 4002087"/>
              <a:gd name="connsiteY2" fmla="*/ 847725 h 2522381"/>
              <a:gd name="connsiteX3" fmla="*/ 4002087 w 4002087"/>
              <a:gd name="connsiteY3" fmla="*/ 845345 h 2522381"/>
              <a:gd name="connsiteX4" fmla="*/ 4002087 w 4002087"/>
              <a:gd name="connsiteY4" fmla="*/ 2522381 h 2522381"/>
              <a:gd name="connsiteX5" fmla="*/ 0 w 4002087"/>
              <a:gd name="connsiteY5" fmla="*/ 2522381 h 2522381"/>
              <a:gd name="connsiteX6" fmla="*/ 0 w 4002087"/>
              <a:gd name="connsiteY6" fmla="*/ 2381 h 2522381"/>
              <a:gd name="connsiteX0" fmla="*/ 0 w 4002087"/>
              <a:gd name="connsiteY0" fmla="*/ 2381 h 2522381"/>
              <a:gd name="connsiteX1" fmla="*/ 2818606 w 4002087"/>
              <a:gd name="connsiteY1" fmla="*/ 0 h 2522381"/>
              <a:gd name="connsiteX2" fmla="*/ 2847181 w 4002087"/>
              <a:gd name="connsiteY2" fmla="*/ 847725 h 2522381"/>
              <a:gd name="connsiteX3" fmla="*/ 4002087 w 4002087"/>
              <a:gd name="connsiteY3" fmla="*/ 845345 h 2522381"/>
              <a:gd name="connsiteX4" fmla="*/ 4002087 w 4002087"/>
              <a:gd name="connsiteY4" fmla="*/ 2522381 h 2522381"/>
              <a:gd name="connsiteX5" fmla="*/ 0 w 4002087"/>
              <a:gd name="connsiteY5" fmla="*/ 2522381 h 2522381"/>
              <a:gd name="connsiteX6" fmla="*/ 0 w 4002087"/>
              <a:gd name="connsiteY6" fmla="*/ 2381 h 2522381"/>
              <a:gd name="connsiteX0" fmla="*/ 0 w 4002087"/>
              <a:gd name="connsiteY0" fmla="*/ 2381 h 2522381"/>
              <a:gd name="connsiteX1" fmla="*/ 2818606 w 4002087"/>
              <a:gd name="connsiteY1" fmla="*/ 0 h 2522381"/>
              <a:gd name="connsiteX2" fmla="*/ 2818606 w 4002087"/>
              <a:gd name="connsiteY2" fmla="*/ 900112 h 2522381"/>
              <a:gd name="connsiteX3" fmla="*/ 4002087 w 4002087"/>
              <a:gd name="connsiteY3" fmla="*/ 845345 h 2522381"/>
              <a:gd name="connsiteX4" fmla="*/ 4002087 w 4002087"/>
              <a:gd name="connsiteY4" fmla="*/ 2522381 h 2522381"/>
              <a:gd name="connsiteX5" fmla="*/ 0 w 4002087"/>
              <a:gd name="connsiteY5" fmla="*/ 2522381 h 2522381"/>
              <a:gd name="connsiteX6" fmla="*/ 0 w 4002087"/>
              <a:gd name="connsiteY6" fmla="*/ 2381 h 2522381"/>
              <a:gd name="connsiteX0" fmla="*/ 0 w 4002087"/>
              <a:gd name="connsiteY0" fmla="*/ 2381 h 2522381"/>
              <a:gd name="connsiteX1" fmla="*/ 2818606 w 4002087"/>
              <a:gd name="connsiteY1" fmla="*/ 0 h 2522381"/>
              <a:gd name="connsiteX2" fmla="*/ 2818606 w 4002087"/>
              <a:gd name="connsiteY2" fmla="*/ 900112 h 2522381"/>
              <a:gd name="connsiteX3" fmla="*/ 4002087 w 4002087"/>
              <a:gd name="connsiteY3" fmla="*/ 900114 h 2522381"/>
              <a:gd name="connsiteX4" fmla="*/ 4002087 w 4002087"/>
              <a:gd name="connsiteY4" fmla="*/ 2522381 h 2522381"/>
              <a:gd name="connsiteX5" fmla="*/ 0 w 4002087"/>
              <a:gd name="connsiteY5" fmla="*/ 2522381 h 2522381"/>
              <a:gd name="connsiteX6" fmla="*/ 0 w 4002087"/>
              <a:gd name="connsiteY6" fmla="*/ 2381 h 2522381"/>
              <a:gd name="connsiteX0" fmla="*/ 0 w 4002087"/>
              <a:gd name="connsiteY0" fmla="*/ 2381 h 2522381"/>
              <a:gd name="connsiteX1" fmla="*/ 2818606 w 4002087"/>
              <a:gd name="connsiteY1" fmla="*/ 0 h 2522381"/>
              <a:gd name="connsiteX2" fmla="*/ 2818606 w 4002087"/>
              <a:gd name="connsiteY2" fmla="*/ 895349 h 2522381"/>
              <a:gd name="connsiteX3" fmla="*/ 4002087 w 4002087"/>
              <a:gd name="connsiteY3" fmla="*/ 900114 h 2522381"/>
              <a:gd name="connsiteX4" fmla="*/ 4002087 w 4002087"/>
              <a:gd name="connsiteY4" fmla="*/ 2522381 h 2522381"/>
              <a:gd name="connsiteX5" fmla="*/ 0 w 4002087"/>
              <a:gd name="connsiteY5" fmla="*/ 2522381 h 2522381"/>
              <a:gd name="connsiteX6" fmla="*/ 0 w 4002087"/>
              <a:gd name="connsiteY6" fmla="*/ 2381 h 2522381"/>
              <a:gd name="connsiteX0" fmla="*/ 0 w 4002087"/>
              <a:gd name="connsiteY0" fmla="*/ 2381 h 2522381"/>
              <a:gd name="connsiteX1" fmla="*/ 2818606 w 4002087"/>
              <a:gd name="connsiteY1" fmla="*/ 0 h 2522381"/>
              <a:gd name="connsiteX2" fmla="*/ 2818606 w 4002087"/>
              <a:gd name="connsiteY2" fmla="*/ 895349 h 2522381"/>
              <a:gd name="connsiteX3" fmla="*/ 4002087 w 4002087"/>
              <a:gd name="connsiteY3" fmla="*/ 895352 h 2522381"/>
              <a:gd name="connsiteX4" fmla="*/ 4002087 w 4002087"/>
              <a:gd name="connsiteY4" fmla="*/ 2522381 h 2522381"/>
              <a:gd name="connsiteX5" fmla="*/ 0 w 4002087"/>
              <a:gd name="connsiteY5" fmla="*/ 2522381 h 2522381"/>
              <a:gd name="connsiteX6" fmla="*/ 0 w 4002087"/>
              <a:gd name="connsiteY6" fmla="*/ 2381 h 2522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02087" h="2522381">
                <a:moveTo>
                  <a:pt x="0" y="2381"/>
                </a:moveTo>
                <a:lnTo>
                  <a:pt x="2818606" y="0"/>
                </a:lnTo>
                <a:cubicBezTo>
                  <a:pt x="2817812" y="282575"/>
                  <a:pt x="2819400" y="612774"/>
                  <a:pt x="2818606" y="895349"/>
                </a:cubicBezTo>
                <a:lnTo>
                  <a:pt x="4002087" y="895352"/>
                </a:lnTo>
                <a:lnTo>
                  <a:pt x="4002087" y="2522381"/>
                </a:lnTo>
                <a:lnTo>
                  <a:pt x="0" y="2522381"/>
                </a:lnTo>
                <a:lnTo>
                  <a:pt x="0" y="2381"/>
                </a:lnTo>
                <a:close/>
              </a:path>
            </a:pathLst>
          </a:custGeom>
          <a:ln>
            <a:noFill/>
          </a:ln>
        </p:spPr>
        <p:txBody>
          <a:bodyPr/>
          <a:lstStyle/>
          <a:p>
            <a:endParaRPr lang="de-DE"/>
          </a:p>
        </p:txBody>
      </p:sp>
      <p:pic>
        <p:nvPicPr>
          <p:cNvPr id="5" name="Grafik 4" descr="Ein Bild, das Grafiken, weiß, Schwarz, Design enthält.&#10;&#10;Automatisch generierte Beschreibung">
            <a:extLst>
              <a:ext uri="{FF2B5EF4-FFF2-40B4-BE49-F238E27FC236}">
                <a16:creationId xmlns:a16="http://schemas.microsoft.com/office/drawing/2014/main" id="{5AB43B4C-E345-8096-E98C-2F5A609618A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887971" y="320302"/>
            <a:ext cx="480000" cy="338378"/>
          </a:xfrm>
          <a:prstGeom prst="rect">
            <a:avLst/>
          </a:prstGeom>
        </p:spPr>
      </p:pic>
      <p:sp>
        <p:nvSpPr>
          <p:cNvPr id="8" name="Rechteck 7">
            <a:extLst>
              <a:ext uri="{FF2B5EF4-FFF2-40B4-BE49-F238E27FC236}">
                <a16:creationId xmlns:a16="http://schemas.microsoft.com/office/drawing/2014/main" id="{6F66E065-546A-B7CB-8A50-B70E7C87399D}"/>
              </a:ext>
            </a:extLst>
          </p:cNvPr>
          <p:cNvSpPr/>
          <p:nvPr userDrawn="1"/>
        </p:nvSpPr>
        <p:spPr>
          <a:xfrm>
            <a:off x="-6007" y="313496"/>
            <a:ext cx="4293008" cy="127200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sp>
        <p:nvSpPr>
          <p:cNvPr id="10" name="Rechteck 9">
            <a:extLst>
              <a:ext uri="{FF2B5EF4-FFF2-40B4-BE49-F238E27FC236}">
                <a16:creationId xmlns:a16="http://schemas.microsoft.com/office/drawing/2014/main" id="{40BC14A1-3430-6990-2330-0092ABA6F807}"/>
              </a:ext>
            </a:extLst>
          </p:cNvPr>
          <p:cNvSpPr/>
          <p:nvPr userDrawn="1"/>
        </p:nvSpPr>
        <p:spPr>
          <a:xfrm>
            <a:off x="3809999" y="1"/>
            <a:ext cx="477000" cy="31349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sp>
        <p:nvSpPr>
          <p:cNvPr id="16" name="Titel 7">
            <a:extLst>
              <a:ext uri="{FF2B5EF4-FFF2-40B4-BE49-F238E27FC236}">
                <a16:creationId xmlns:a16="http://schemas.microsoft.com/office/drawing/2014/main" id="{0D95451D-235E-9892-BF02-DB501CEC1432}"/>
              </a:ext>
            </a:extLst>
          </p:cNvPr>
          <p:cNvSpPr>
            <a:spLocks noGrp="1"/>
          </p:cNvSpPr>
          <p:nvPr>
            <p:ph type="title"/>
          </p:nvPr>
        </p:nvSpPr>
        <p:spPr>
          <a:xfrm>
            <a:off x="210012" y="313497"/>
            <a:ext cx="3599988" cy="1272002"/>
          </a:xfrm>
        </p:spPr>
        <p:txBody>
          <a:bodyPr anchor="ctr"/>
          <a:lstStyle>
            <a:lvl1pPr>
              <a:defRPr sz="2500">
                <a:solidFill>
                  <a:schemeClr val="bg1"/>
                </a:solidFill>
              </a:defRPr>
            </a:lvl1pPr>
          </a:lstStyle>
          <a:p>
            <a:endParaRPr lang="de-DE" dirty="0"/>
          </a:p>
        </p:txBody>
      </p:sp>
    </p:spTree>
    <p:extLst>
      <p:ext uri="{BB962C8B-B14F-4D97-AF65-F5344CB8AC3E}">
        <p14:creationId xmlns:p14="http://schemas.microsoft.com/office/powerpoint/2010/main" val="1014365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Inhalt mit 3 Bildern rechts">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CC8D2539-27DB-2F48-B2FA-C88F1393CE42}"/>
              </a:ext>
            </a:extLst>
          </p:cNvPr>
          <p:cNvSpPr/>
          <p:nvPr userDrawn="1"/>
        </p:nvSpPr>
        <p:spPr>
          <a:xfrm>
            <a:off x="6632613" y="-1"/>
            <a:ext cx="987387" cy="99705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sp>
        <p:nvSpPr>
          <p:cNvPr id="3" name="Bildplatzhalter 2">
            <a:extLst>
              <a:ext uri="{FF2B5EF4-FFF2-40B4-BE49-F238E27FC236}">
                <a16:creationId xmlns:a16="http://schemas.microsoft.com/office/drawing/2014/main" id="{42DD9EB5-F92C-DF31-84C5-D321ED1DCE01}"/>
              </a:ext>
            </a:extLst>
          </p:cNvPr>
          <p:cNvSpPr>
            <a:spLocks noGrp="1"/>
          </p:cNvSpPr>
          <p:nvPr>
            <p:ph type="pic" sz="quarter" idx="13"/>
          </p:nvPr>
        </p:nvSpPr>
        <p:spPr>
          <a:xfrm>
            <a:off x="4285575" y="2857501"/>
            <a:ext cx="3334426" cy="2857501"/>
          </a:xfrm>
          <a:custGeom>
            <a:avLst/>
            <a:gdLst>
              <a:gd name="connsiteX0" fmla="*/ 0 w 3999691"/>
              <a:gd name="connsiteY0" fmla="*/ 0 h 5143500"/>
              <a:gd name="connsiteX1" fmla="*/ 3999691 w 3999691"/>
              <a:gd name="connsiteY1" fmla="*/ 0 h 5143500"/>
              <a:gd name="connsiteX2" fmla="*/ 3999691 w 3999691"/>
              <a:gd name="connsiteY2" fmla="*/ 5143500 h 5143500"/>
              <a:gd name="connsiteX3" fmla="*/ 0 w 3999691"/>
              <a:gd name="connsiteY3" fmla="*/ 5143500 h 5143500"/>
              <a:gd name="connsiteX4" fmla="*/ 0 w 3999691"/>
              <a:gd name="connsiteY4" fmla="*/ 0 h 5143500"/>
              <a:gd name="connsiteX0" fmla="*/ 1620 w 4001311"/>
              <a:gd name="connsiteY0" fmla="*/ 0 h 5143500"/>
              <a:gd name="connsiteX1" fmla="*/ 4001311 w 4001311"/>
              <a:gd name="connsiteY1" fmla="*/ 0 h 5143500"/>
              <a:gd name="connsiteX2" fmla="*/ 4001311 w 4001311"/>
              <a:gd name="connsiteY2" fmla="*/ 5143500 h 5143500"/>
              <a:gd name="connsiteX3" fmla="*/ 1620 w 4001311"/>
              <a:gd name="connsiteY3" fmla="*/ 5143500 h 5143500"/>
              <a:gd name="connsiteX4" fmla="*/ 0 w 4001311"/>
              <a:gd name="connsiteY4" fmla="*/ 4293139 h 5143500"/>
              <a:gd name="connsiteX5" fmla="*/ 1620 w 4001311"/>
              <a:gd name="connsiteY5" fmla="*/ 0 h 5143500"/>
              <a:gd name="connsiteX0" fmla="*/ 1620 w 4001311"/>
              <a:gd name="connsiteY0" fmla="*/ 0 h 5143500"/>
              <a:gd name="connsiteX1" fmla="*/ 4001311 w 4001311"/>
              <a:gd name="connsiteY1" fmla="*/ 0 h 5143500"/>
              <a:gd name="connsiteX2" fmla="*/ 4001311 w 4001311"/>
              <a:gd name="connsiteY2" fmla="*/ 5143500 h 5143500"/>
              <a:gd name="connsiteX3" fmla="*/ 577175 w 4001311"/>
              <a:gd name="connsiteY3" fmla="*/ 5142688 h 5143500"/>
              <a:gd name="connsiteX4" fmla="*/ 1620 w 4001311"/>
              <a:gd name="connsiteY4" fmla="*/ 5143500 h 5143500"/>
              <a:gd name="connsiteX5" fmla="*/ 0 w 4001311"/>
              <a:gd name="connsiteY5" fmla="*/ 4293139 h 5143500"/>
              <a:gd name="connsiteX6" fmla="*/ 1620 w 4001311"/>
              <a:gd name="connsiteY6" fmla="*/ 0 h 5143500"/>
              <a:gd name="connsiteX0" fmla="*/ 1620 w 4001311"/>
              <a:gd name="connsiteY0" fmla="*/ 0 h 5143500"/>
              <a:gd name="connsiteX1" fmla="*/ 4001311 w 4001311"/>
              <a:gd name="connsiteY1" fmla="*/ 0 h 5143500"/>
              <a:gd name="connsiteX2" fmla="*/ 4001311 w 4001311"/>
              <a:gd name="connsiteY2" fmla="*/ 5143500 h 5143500"/>
              <a:gd name="connsiteX3" fmla="*/ 577175 w 4001311"/>
              <a:gd name="connsiteY3" fmla="*/ 5142688 h 5143500"/>
              <a:gd name="connsiteX4" fmla="*/ 585280 w 4001311"/>
              <a:gd name="connsiteY4" fmla="*/ 4293951 h 5143500"/>
              <a:gd name="connsiteX5" fmla="*/ 0 w 4001311"/>
              <a:gd name="connsiteY5" fmla="*/ 4293139 h 5143500"/>
              <a:gd name="connsiteX6" fmla="*/ 1620 w 4001311"/>
              <a:gd name="connsiteY6" fmla="*/ 0 h 5143500"/>
              <a:gd name="connsiteX0" fmla="*/ 1620 w 4001311"/>
              <a:gd name="connsiteY0" fmla="*/ 0 h 5143500"/>
              <a:gd name="connsiteX1" fmla="*/ 4001311 w 4001311"/>
              <a:gd name="connsiteY1" fmla="*/ 0 h 5143500"/>
              <a:gd name="connsiteX2" fmla="*/ 4001311 w 4001311"/>
              <a:gd name="connsiteY2" fmla="*/ 5143500 h 5143500"/>
              <a:gd name="connsiteX3" fmla="*/ 577175 w 4001311"/>
              <a:gd name="connsiteY3" fmla="*/ 5142688 h 5143500"/>
              <a:gd name="connsiteX4" fmla="*/ 585280 w 4001311"/>
              <a:gd name="connsiteY4" fmla="*/ 4293951 h 5143500"/>
              <a:gd name="connsiteX5" fmla="*/ 0 w 4001311"/>
              <a:gd name="connsiteY5" fmla="*/ 4306140 h 5143500"/>
              <a:gd name="connsiteX6" fmla="*/ 1620 w 4001311"/>
              <a:gd name="connsiteY6" fmla="*/ 0 h 5143500"/>
              <a:gd name="connsiteX0" fmla="*/ 1620 w 4001311"/>
              <a:gd name="connsiteY0" fmla="*/ 0 h 5143500"/>
              <a:gd name="connsiteX1" fmla="*/ 4001311 w 4001311"/>
              <a:gd name="connsiteY1" fmla="*/ 0 h 5143500"/>
              <a:gd name="connsiteX2" fmla="*/ 4001311 w 4001311"/>
              <a:gd name="connsiteY2" fmla="*/ 5143500 h 5143500"/>
              <a:gd name="connsiteX3" fmla="*/ 577175 w 4001311"/>
              <a:gd name="connsiteY3" fmla="*/ 5142688 h 5143500"/>
              <a:gd name="connsiteX4" fmla="*/ 585280 w 4001311"/>
              <a:gd name="connsiteY4" fmla="*/ 4306952 h 5143500"/>
              <a:gd name="connsiteX5" fmla="*/ 0 w 4001311"/>
              <a:gd name="connsiteY5" fmla="*/ 4306140 h 5143500"/>
              <a:gd name="connsiteX6" fmla="*/ 1620 w 4001311"/>
              <a:gd name="connsiteY6" fmla="*/ 0 h 5143500"/>
              <a:gd name="connsiteX0" fmla="*/ 1620 w 4001311"/>
              <a:gd name="connsiteY0" fmla="*/ 0 h 5143500"/>
              <a:gd name="connsiteX1" fmla="*/ 4001311 w 4001311"/>
              <a:gd name="connsiteY1" fmla="*/ 0 h 5143500"/>
              <a:gd name="connsiteX2" fmla="*/ 4001311 w 4001311"/>
              <a:gd name="connsiteY2" fmla="*/ 5143500 h 5143500"/>
              <a:gd name="connsiteX3" fmla="*/ 577175 w 4001311"/>
              <a:gd name="connsiteY3" fmla="*/ 5142688 h 5143500"/>
              <a:gd name="connsiteX4" fmla="*/ 573850 w 4001311"/>
              <a:gd name="connsiteY4" fmla="*/ 4306952 h 5143500"/>
              <a:gd name="connsiteX5" fmla="*/ 0 w 4001311"/>
              <a:gd name="connsiteY5" fmla="*/ 4306140 h 5143500"/>
              <a:gd name="connsiteX6" fmla="*/ 1620 w 4001311"/>
              <a:gd name="connsiteY6" fmla="*/ 0 h 5143500"/>
              <a:gd name="connsiteX0" fmla="*/ 1620 w 4001311"/>
              <a:gd name="connsiteY0" fmla="*/ 0 h 5143500"/>
              <a:gd name="connsiteX1" fmla="*/ 4001311 w 4001311"/>
              <a:gd name="connsiteY1" fmla="*/ 0 h 5143500"/>
              <a:gd name="connsiteX2" fmla="*/ 4001311 w 4001311"/>
              <a:gd name="connsiteY2" fmla="*/ 5143500 h 5143500"/>
              <a:gd name="connsiteX3" fmla="*/ 577175 w 4001311"/>
              <a:gd name="connsiteY3" fmla="*/ 5142688 h 5143500"/>
              <a:gd name="connsiteX4" fmla="*/ 573850 w 4001311"/>
              <a:gd name="connsiteY4" fmla="*/ 4306952 h 5143500"/>
              <a:gd name="connsiteX5" fmla="*/ 0 w 4001311"/>
              <a:gd name="connsiteY5" fmla="*/ 4300989 h 5143500"/>
              <a:gd name="connsiteX6" fmla="*/ 1620 w 4001311"/>
              <a:gd name="connsiteY6" fmla="*/ 0 h 5143500"/>
              <a:gd name="connsiteX0" fmla="*/ 1620 w 4001311"/>
              <a:gd name="connsiteY0" fmla="*/ 0 h 5143500"/>
              <a:gd name="connsiteX1" fmla="*/ 4001311 w 4001311"/>
              <a:gd name="connsiteY1" fmla="*/ 0 h 5143500"/>
              <a:gd name="connsiteX2" fmla="*/ 4001311 w 4001311"/>
              <a:gd name="connsiteY2" fmla="*/ 5143500 h 5143500"/>
              <a:gd name="connsiteX3" fmla="*/ 577175 w 4001311"/>
              <a:gd name="connsiteY3" fmla="*/ 5142688 h 5143500"/>
              <a:gd name="connsiteX4" fmla="*/ 576426 w 4001311"/>
              <a:gd name="connsiteY4" fmla="*/ 4304376 h 5143500"/>
              <a:gd name="connsiteX5" fmla="*/ 0 w 4001311"/>
              <a:gd name="connsiteY5" fmla="*/ 4300989 h 5143500"/>
              <a:gd name="connsiteX6" fmla="*/ 1620 w 4001311"/>
              <a:gd name="connsiteY6" fmla="*/ 0 h 5143500"/>
              <a:gd name="connsiteX0" fmla="*/ 1620 w 4001311"/>
              <a:gd name="connsiteY0" fmla="*/ 0 h 5143500"/>
              <a:gd name="connsiteX1" fmla="*/ 4001311 w 4001311"/>
              <a:gd name="connsiteY1" fmla="*/ 0 h 5143500"/>
              <a:gd name="connsiteX2" fmla="*/ 4001311 w 4001311"/>
              <a:gd name="connsiteY2" fmla="*/ 5143500 h 5143500"/>
              <a:gd name="connsiteX3" fmla="*/ 577175 w 4001311"/>
              <a:gd name="connsiteY3" fmla="*/ 5142688 h 5143500"/>
              <a:gd name="connsiteX4" fmla="*/ 578807 w 4001311"/>
              <a:gd name="connsiteY4" fmla="*/ 3461415 h 5143500"/>
              <a:gd name="connsiteX5" fmla="*/ 0 w 4001311"/>
              <a:gd name="connsiteY5" fmla="*/ 4300989 h 5143500"/>
              <a:gd name="connsiteX6" fmla="*/ 1620 w 4001311"/>
              <a:gd name="connsiteY6" fmla="*/ 0 h 5143500"/>
              <a:gd name="connsiteX0" fmla="*/ 1620 w 4001311"/>
              <a:gd name="connsiteY0" fmla="*/ 0 h 5143500"/>
              <a:gd name="connsiteX1" fmla="*/ 4001311 w 4001311"/>
              <a:gd name="connsiteY1" fmla="*/ 0 h 5143500"/>
              <a:gd name="connsiteX2" fmla="*/ 4001311 w 4001311"/>
              <a:gd name="connsiteY2" fmla="*/ 5143500 h 5143500"/>
              <a:gd name="connsiteX3" fmla="*/ 577175 w 4001311"/>
              <a:gd name="connsiteY3" fmla="*/ 5142688 h 5143500"/>
              <a:gd name="connsiteX4" fmla="*/ 578807 w 4001311"/>
              <a:gd name="connsiteY4" fmla="*/ 3461415 h 5143500"/>
              <a:gd name="connsiteX5" fmla="*/ 0 w 4001311"/>
              <a:gd name="connsiteY5" fmla="*/ 3462789 h 5143500"/>
              <a:gd name="connsiteX6" fmla="*/ 1620 w 4001311"/>
              <a:gd name="connsiteY6" fmla="*/ 0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01311" h="5143500">
                <a:moveTo>
                  <a:pt x="1620" y="0"/>
                </a:moveTo>
                <a:lnTo>
                  <a:pt x="4001311" y="0"/>
                </a:lnTo>
                <a:lnTo>
                  <a:pt x="4001311" y="5143500"/>
                </a:lnTo>
                <a:lnTo>
                  <a:pt x="577175" y="5142688"/>
                </a:lnTo>
                <a:cubicBezTo>
                  <a:pt x="579877" y="4859776"/>
                  <a:pt x="576105" y="3744327"/>
                  <a:pt x="578807" y="3461415"/>
                </a:cubicBezTo>
                <a:lnTo>
                  <a:pt x="0" y="3462789"/>
                </a:lnTo>
                <a:lnTo>
                  <a:pt x="1620" y="0"/>
                </a:lnTo>
                <a:close/>
              </a:path>
            </a:pathLst>
          </a:custGeom>
        </p:spPr>
        <p:txBody>
          <a:bodyPr/>
          <a:lstStyle/>
          <a:p>
            <a:endParaRPr lang="de-DE" dirty="0"/>
          </a:p>
        </p:txBody>
      </p:sp>
      <p:sp>
        <p:nvSpPr>
          <p:cNvPr id="11" name="Rechteck 10">
            <a:extLst>
              <a:ext uri="{FF2B5EF4-FFF2-40B4-BE49-F238E27FC236}">
                <a16:creationId xmlns:a16="http://schemas.microsoft.com/office/drawing/2014/main" id="{34973965-DE02-6F47-17C5-EBBB7851BE7E}"/>
              </a:ext>
            </a:extLst>
          </p:cNvPr>
          <p:cNvSpPr/>
          <p:nvPr userDrawn="1"/>
        </p:nvSpPr>
        <p:spPr>
          <a:xfrm>
            <a:off x="-6007" y="313496"/>
            <a:ext cx="4293008" cy="127200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sp>
        <p:nvSpPr>
          <p:cNvPr id="9" name="Rechteck 8">
            <a:extLst>
              <a:ext uri="{FF2B5EF4-FFF2-40B4-BE49-F238E27FC236}">
                <a16:creationId xmlns:a16="http://schemas.microsoft.com/office/drawing/2014/main" id="{04B5615E-D15D-6FBD-3572-CBCFA7D8D6AF}"/>
              </a:ext>
            </a:extLst>
          </p:cNvPr>
          <p:cNvSpPr/>
          <p:nvPr userDrawn="1"/>
        </p:nvSpPr>
        <p:spPr>
          <a:xfrm>
            <a:off x="-6007" y="5401504"/>
            <a:ext cx="4293008" cy="313496"/>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dirty="0"/>
          </a:p>
        </p:txBody>
      </p:sp>
      <p:sp>
        <p:nvSpPr>
          <p:cNvPr id="6" name="Fußzeilenplatzhalter 5">
            <a:extLst>
              <a:ext uri="{FF2B5EF4-FFF2-40B4-BE49-F238E27FC236}">
                <a16:creationId xmlns:a16="http://schemas.microsoft.com/office/drawing/2014/main" id="{8B32E56E-3AAF-431C-5AFC-599CC8481FC0}"/>
              </a:ext>
            </a:extLst>
          </p:cNvPr>
          <p:cNvSpPr>
            <a:spLocks noGrp="1"/>
          </p:cNvSpPr>
          <p:nvPr>
            <p:ph type="ftr" sz="quarter" idx="11"/>
          </p:nvPr>
        </p:nvSpPr>
        <p:spPr/>
        <p:txBody>
          <a:bodyPr/>
          <a:lstStyle/>
          <a:p>
            <a:r>
              <a:rPr lang="de-DE"/>
              <a:t>TUM School of Computation, Information and Technology | Technische Universität München</a:t>
            </a:r>
            <a:endParaRPr lang="de-DE" dirty="0"/>
          </a:p>
        </p:txBody>
      </p:sp>
      <p:sp>
        <p:nvSpPr>
          <p:cNvPr id="7" name="Foliennummernplatzhalter 6">
            <a:extLst>
              <a:ext uri="{FF2B5EF4-FFF2-40B4-BE49-F238E27FC236}">
                <a16:creationId xmlns:a16="http://schemas.microsoft.com/office/drawing/2014/main" id="{977DC928-5991-B20A-13AC-D892E4A93B46}"/>
              </a:ext>
            </a:extLst>
          </p:cNvPr>
          <p:cNvSpPr>
            <a:spLocks noGrp="1"/>
          </p:cNvSpPr>
          <p:nvPr>
            <p:ph type="sldNum" sz="quarter" idx="12"/>
          </p:nvPr>
        </p:nvSpPr>
        <p:spPr/>
        <p:txBody>
          <a:bodyPr/>
          <a:lstStyle/>
          <a:p>
            <a:fld id="{7BC6339C-EBB9-4F99-9F6F-F0910A22596F}" type="slidenum">
              <a:rPr lang="de-DE" smtClean="0"/>
              <a:t>‹#›</a:t>
            </a:fld>
            <a:endParaRPr lang="de-DE"/>
          </a:p>
        </p:txBody>
      </p:sp>
      <p:sp>
        <p:nvSpPr>
          <p:cNvPr id="12" name="Rechteck 11">
            <a:extLst>
              <a:ext uri="{FF2B5EF4-FFF2-40B4-BE49-F238E27FC236}">
                <a16:creationId xmlns:a16="http://schemas.microsoft.com/office/drawing/2014/main" id="{6B3A0C13-0D1C-FBE8-AAF8-CCD53D60B73A}"/>
              </a:ext>
            </a:extLst>
          </p:cNvPr>
          <p:cNvSpPr/>
          <p:nvPr userDrawn="1"/>
        </p:nvSpPr>
        <p:spPr>
          <a:xfrm>
            <a:off x="3809999" y="1"/>
            <a:ext cx="477000" cy="31349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sp>
        <p:nvSpPr>
          <p:cNvPr id="13" name="Rechteck 12">
            <a:extLst>
              <a:ext uri="{FF2B5EF4-FFF2-40B4-BE49-F238E27FC236}">
                <a16:creationId xmlns:a16="http://schemas.microsoft.com/office/drawing/2014/main" id="{07484FF9-48FC-9F73-F82A-FF1913222684}"/>
              </a:ext>
            </a:extLst>
          </p:cNvPr>
          <p:cNvSpPr/>
          <p:nvPr userDrawn="1"/>
        </p:nvSpPr>
        <p:spPr>
          <a:xfrm>
            <a:off x="3810000" y="4777493"/>
            <a:ext cx="959997" cy="93750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sp>
        <p:nvSpPr>
          <p:cNvPr id="14" name="Titel 7">
            <a:extLst>
              <a:ext uri="{FF2B5EF4-FFF2-40B4-BE49-F238E27FC236}">
                <a16:creationId xmlns:a16="http://schemas.microsoft.com/office/drawing/2014/main" id="{C716D532-77B3-0ED1-38B6-D3E50D50DD34}"/>
              </a:ext>
            </a:extLst>
          </p:cNvPr>
          <p:cNvSpPr>
            <a:spLocks noGrp="1"/>
          </p:cNvSpPr>
          <p:nvPr>
            <p:ph type="title"/>
          </p:nvPr>
        </p:nvSpPr>
        <p:spPr>
          <a:xfrm>
            <a:off x="210012" y="313497"/>
            <a:ext cx="3599988" cy="1272002"/>
          </a:xfrm>
        </p:spPr>
        <p:txBody>
          <a:bodyPr anchor="ctr"/>
          <a:lstStyle>
            <a:lvl1pPr>
              <a:defRPr sz="2500">
                <a:solidFill>
                  <a:schemeClr val="bg1"/>
                </a:solidFill>
              </a:defRPr>
            </a:lvl1pPr>
          </a:lstStyle>
          <a:p>
            <a:endParaRPr lang="de-DE" dirty="0"/>
          </a:p>
        </p:txBody>
      </p:sp>
      <p:sp>
        <p:nvSpPr>
          <p:cNvPr id="15" name="Textplatzhalter 3">
            <a:extLst>
              <a:ext uri="{FF2B5EF4-FFF2-40B4-BE49-F238E27FC236}">
                <a16:creationId xmlns:a16="http://schemas.microsoft.com/office/drawing/2014/main" id="{7E76CDB1-7AC3-6EC5-62E6-E0B60A3B8A4B}"/>
              </a:ext>
            </a:extLst>
          </p:cNvPr>
          <p:cNvSpPr>
            <a:spLocks noGrp="1"/>
          </p:cNvSpPr>
          <p:nvPr>
            <p:ph type="body" sz="half" idx="2"/>
          </p:nvPr>
        </p:nvSpPr>
        <p:spPr>
          <a:xfrm>
            <a:off x="210013" y="1897503"/>
            <a:ext cx="3599988" cy="3199989"/>
          </a:xfrm>
        </p:spPr>
        <p:txBody>
          <a:bodyPr>
            <a:normAutofit/>
          </a:bodyPr>
          <a:lstStyle>
            <a:lvl1pPr marL="238115" indent="-238115">
              <a:buFont typeface="Wingdings" panose="05000000000000000000" pitchFamily="2" charset="2"/>
              <a:buChar char="§"/>
              <a:defRPr sz="1167"/>
            </a:lvl1pPr>
            <a:lvl2pPr marL="380985" indent="0">
              <a:buNone/>
              <a:defRPr sz="1167"/>
            </a:lvl2pPr>
            <a:lvl3pPr marL="761970" indent="0">
              <a:buNone/>
              <a:defRPr sz="1000"/>
            </a:lvl3pPr>
            <a:lvl4pPr marL="1142954" indent="0">
              <a:buNone/>
              <a:defRPr sz="833"/>
            </a:lvl4pPr>
            <a:lvl5pPr marL="1523939" indent="0">
              <a:buNone/>
              <a:defRPr sz="833"/>
            </a:lvl5pPr>
            <a:lvl6pPr marL="1904924" indent="0">
              <a:buNone/>
              <a:defRPr sz="833"/>
            </a:lvl6pPr>
            <a:lvl7pPr marL="2285909" indent="0">
              <a:buNone/>
              <a:defRPr sz="833"/>
            </a:lvl7pPr>
            <a:lvl8pPr marL="2666893" indent="0">
              <a:buNone/>
              <a:defRPr sz="833"/>
            </a:lvl8pPr>
            <a:lvl9pPr marL="3047878" indent="0">
              <a:buNone/>
              <a:defRPr sz="833"/>
            </a:lvl9pPr>
          </a:lstStyle>
          <a:p>
            <a:pPr lvl="0"/>
            <a:r>
              <a:rPr lang="de-DE" dirty="0"/>
              <a:t>Mastertextformat bearbeiten</a:t>
            </a:r>
          </a:p>
        </p:txBody>
      </p:sp>
      <p:sp>
        <p:nvSpPr>
          <p:cNvPr id="4" name="Bildplatzhalter 3">
            <a:extLst>
              <a:ext uri="{FF2B5EF4-FFF2-40B4-BE49-F238E27FC236}">
                <a16:creationId xmlns:a16="http://schemas.microsoft.com/office/drawing/2014/main" id="{FADC46FF-75E2-2DC9-08E1-A28AA6398673}"/>
              </a:ext>
            </a:extLst>
          </p:cNvPr>
          <p:cNvSpPr>
            <a:spLocks noGrp="1"/>
          </p:cNvSpPr>
          <p:nvPr>
            <p:ph type="pic" sz="quarter" idx="14"/>
          </p:nvPr>
        </p:nvSpPr>
        <p:spPr>
          <a:xfrm>
            <a:off x="4285574" y="0"/>
            <a:ext cx="1644000" cy="2800000"/>
          </a:xfrm>
          <a:ln>
            <a:noFill/>
          </a:ln>
        </p:spPr>
        <p:txBody>
          <a:bodyPr/>
          <a:lstStyle/>
          <a:p>
            <a:endParaRPr lang="de-DE"/>
          </a:p>
        </p:txBody>
      </p:sp>
      <p:sp>
        <p:nvSpPr>
          <p:cNvPr id="2" name="Bildplatzhalter 3">
            <a:extLst>
              <a:ext uri="{FF2B5EF4-FFF2-40B4-BE49-F238E27FC236}">
                <a16:creationId xmlns:a16="http://schemas.microsoft.com/office/drawing/2014/main" id="{00477D20-E9D4-6C99-E92C-E90CAAF400BB}"/>
              </a:ext>
            </a:extLst>
          </p:cNvPr>
          <p:cNvSpPr>
            <a:spLocks noGrp="1"/>
          </p:cNvSpPr>
          <p:nvPr>
            <p:ph type="pic" sz="quarter" idx="15"/>
          </p:nvPr>
        </p:nvSpPr>
        <p:spPr>
          <a:xfrm>
            <a:off x="5976000" y="-2646"/>
            <a:ext cx="1644000" cy="2802646"/>
          </a:xfrm>
          <a:custGeom>
            <a:avLst/>
            <a:gdLst>
              <a:gd name="connsiteX0" fmla="*/ 0 w 1972800"/>
              <a:gd name="connsiteY0" fmla="*/ 0 h 2520000"/>
              <a:gd name="connsiteX1" fmla="*/ 1972800 w 1972800"/>
              <a:gd name="connsiteY1" fmla="*/ 0 h 2520000"/>
              <a:gd name="connsiteX2" fmla="*/ 1972800 w 1972800"/>
              <a:gd name="connsiteY2" fmla="*/ 2520000 h 2520000"/>
              <a:gd name="connsiteX3" fmla="*/ 0 w 1972800"/>
              <a:gd name="connsiteY3" fmla="*/ 2520000 h 2520000"/>
              <a:gd name="connsiteX4" fmla="*/ 0 w 1972800"/>
              <a:gd name="connsiteY4" fmla="*/ 0 h 2520000"/>
              <a:gd name="connsiteX0" fmla="*/ 0 w 1972800"/>
              <a:gd name="connsiteY0" fmla="*/ 2381 h 2522381"/>
              <a:gd name="connsiteX1" fmla="*/ 820275 w 1972800"/>
              <a:gd name="connsiteY1" fmla="*/ 0 h 2522381"/>
              <a:gd name="connsiteX2" fmla="*/ 1972800 w 1972800"/>
              <a:gd name="connsiteY2" fmla="*/ 2381 h 2522381"/>
              <a:gd name="connsiteX3" fmla="*/ 1972800 w 1972800"/>
              <a:gd name="connsiteY3" fmla="*/ 2522381 h 2522381"/>
              <a:gd name="connsiteX4" fmla="*/ 0 w 1972800"/>
              <a:gd name="connsiteY4" fmla="*/ 2522381 h 2522381"/>
              <a:gd name="connsiteX5" fmla="*/ 0 w 1972800"/>
              <a:gd name="connsiteY5" fmla="*/ 2381 h 2522381"/>
              <a:gd name="connsiteX0" fmla="*/ 0 w 1972800"/>
              <a:gd name="connsiteY0" fmla="*/ 2381 h 2522381"/>
              <a:gd name="connsiteX1" fmla="*/ 820275 w 1972800"/>
              <a:gd name="connsiteY1" fmla="*/ 0 h 2522381"/>
              <a:gd name="connsiteX2" fmla="*/ 1972800 w 1972800"/>
              <a:gd name="connsiteY2" fmla="*/ 2381 h 2522381"/>
              <a:gd name="connsiteX3" fmla="*/ 1972800 w 1972800"/>
              <a:gd name="connsiteY3" fmla="*/ 842963 h 2522381"/>
              <a:gd name="connsiteX4" fmla="*/ 1972800 w 1972800"/>
              <a:gd name="connsiteY4" fmla="*/ 2522381 h 2522381"/>
              <a:gd name="connsiteX5" fmla="*/ 0 w 1972800"/>
              <a:gd name="connsiteY5" fmla="*/ 2522381 h 2522381"/>
              <a:gd name="connsiteX6" fmla="*/ 0 w 1972800"/>
              <a:gd name="connsiteY6" fmla="*/ 2381 h 2522381"/>
              <a:gd name="connsiteX0" fmla="*/ 0 w 1972800"/>
              <a:gd name="connsiteY0" fmla="*/ 2381 h 2522381"/>
              <a:gd name="connsiteX1" fmla="*/ 820275 w 1972800"/>
              <a:gd name="connsiteY1" fmla="*/ 0 h 2522381"/>
              <a:gd name="connsiteX2" fmla="*/ 820275 w 1972800"/>
              <a:gd name="connsiteY2" fmla="*/ 847725 h 2522381"/>
              <a:gd name="connsiteX3" fmla="*/ 1972800 w 1972800"/>
              <a:gd name="connsiteY3" fmla="*/ 842963 h 2522381"/>
              <a:gd name="connsiteX4" fmla="*/ 1972800 w 1972800"/>
              <a:gd name="connsiteY4" fmla="*/ 2522381 h 2522381"/>
              <a:gd name="connsiteX5" fmla="*/ 0 w 1972800"/>
              <a:gd name="connsiteY5" fmla="*/ 2522381 h 2522381"/>
              <a:gd name="connsiteX6" fmla="*/ 0 w 1972800"/>
              <a:gd name="connsiteY6" fmla="*/ 2381 h 2522381"/>
              <a:gd name="connsiteX0" fmla="*/ 0 w 1972800"/>
              <a:gd name="connsiteY0" fmla="*/ 2381 h 2522381"/>
              <a:gd name="connsiteX1" fmla="*/ 820275 w 1972800"/>
              <a:gd name="connsiteY1" fmla="*/ 0 h 2522381"/>
              <a:gd name="connsiteX2" fmla="*/ 820275 w 1972800"/>
              <a:gd name="connsiteY2" fmla="*/ 842962 h 2522381"/>
              <a:gd name="connsiteX3" fmla="*/ 1972800 w 1972800"/>
              <a:gd name="connsiteY3" fmla="*/ 842963 h 2522381"/>
              <a:gd name="connsiteX4" fmla="*/ 1972800 w 1972800"/>
              <a:gd name="connsiteY4" fmla="*/ 2522381 h 2522381"/>
              <a:gd name="connsiteX5" fmla="*/ 0 w 1972800"/>
              <a:gd name="connsiteY5" fmla="*/ 2522381 h 2522381"/>
              <a:gd name="connsiteX6" fmla="*/ 0 w 1972800"/>
              <a:gd name="connsiteY6" fmla="*/ 2381 h 2522381"/>
              <a:gd name="connsiteX0" fmla="*/ 0 w 1972800"/>
              <a:gd name="connsiteY0" fmla="*/ 2381 h 2522381"/>
              <a:gd name="connsiteX1" fmla="*/ 786937 w 1972800"/>
              <a:gd name="connsiteY1" fmla="*/ 0 h 2522381"/>
              <a:gd name="connsiteX2" fmla="*/ 820275 w 1972800"/>
              <a:gd name="connsiteY2" fmla="*/ 842962 h 2522381"/>
              <a:gd name="connsiteX3" fmla="*/ 1972800 w 1972800"/>
              <a:gd name="connsiteY3" fmla="*/ 842963 h 2522381"/>
              <a:gd name="connsiteX4" fmla="*/ 1972800 w 1972800"/>
              <a:gd name="connsiteY4" fmla="*/ 2522381 h 2522381"/>
              <a:gd name="connsiteX5" fmla="*/ 0 w 1972800"/>
              <a:gd name="connsiteY5" fmla="*/ 2522381 h 2522381"/>
              <a:gd name="connsiteX6" fmla="*/ 0 w 1972800"/>
              <a:gd name="connsiteY6" fmla="*/ 2381 h 2522381"/>
              <a:gd name="connsiteX0" fmla="*/ 0 w 1972800"/>
              <a:gd name="connsiteY0" fmla="*/ 2381 h 2522381"/>
              <a:gd name="connsiteX1" fmla="*/ 786937 w 1972800"/>
              <a:gd name="connsiteY1" fmla="*/ 0 h 2522381"/>
              <a:gd name="connsiteX2" fmla="*/ 786938 w 1972800"/>
              <a:gd name="connsiteY2" fmla="*/ 900112 h 2522381"/>
              <a:gd name="connsiteX3" fmla="*/ 1972800 w 1972800"/>
              <a:gd name="connsiteY3" fmla="*/ 842963 h 2522381"/>
              <a:gd name="connsiteX4" fmla="*/ 1972800 w 1972800"/>
              <a:gd name="connsiteY4" fmla="*/ 2522381 h 2522381"/>
              <a:gd name="connsiteX5" fmla="*/ 0 w 1972800"/>
              <a:gd name="connsiteY5" fmla="*/ 2522381 h 2522381"/>
              <a:gd name="connsiteX6" fmla="*/ 0 w 1972800"/>
              <a:gd name="connsiteY6" fmla="*/ 2381 h 2522381"/>
              <a:gd name="connsiteX0" fmla="*/ 0 w 1972800"/>
              <a:gd name="connsiteY0" fmla="*/ 2381 h 2522381"/>
              <a:gd name="connsiteX1" fmla="*/ 786937 w 1972800"/>
              <a:gd name="connsiteY1" fmla="*/ 0 h 2522381"/>
              <a:gd name="connsiteX2" fmla="*/ 786938 w 1972800"/>
              <a:gd name="connsiteY2" fmla="*/ 900112 h 2522381"/>
              <a:gd name="connsiteX3" fmla="*/ 1972800 w 1972800"/>
              <a:gd name="connsiteY3" fmla="*/ 897731 h 2522381"/>
              <a:gd name="connsiteX4" fmla="*/ 1972800 w 1972800"/>
              <a:gd name="connsiteY4" fmla="*/ 2522381 h 2522381"/>
              <a:gd name="connsiteX5" fmla="*/ 0 w 1972800"/>
              <a:gd name="connsiteY5" fmla="*/ 2522381 h 2522381"/>
              <a:gd name="connsiteX6" fmla="*/ 0 w 1972800"/>
              <a:gd name="connsiteY6" fmla="*/ 2381 h 2522381"/>
              <a:gd name="connsiteX0" fmla="*/ 0 w 1972800"/>
              <a:gd name="connsiteY0" fmla="*/ 2381 h 2522381"/>
              <a:gd name="connsiteX1" fmla="*/ 786937 w 1972800"/>
              <a:gd name="connsiteY1" fmla="*/ 0 h 2522381"/>
              <a:gd name="connsiteX2" fmla="*/ 786938 w 1972800"/>
              <a:gd name="connsiteY2" fmla="*/ 897731 h 2522381"/>
              <a:gd name="connsiteX3" fmla="*/ 1972800 w 1972800"/>
              <a:gd name="connsiteY3" fmla="*/ 897731 h 2522381"/>
              <a:gd name="connsiteX4" fmla="*/ 1972800 w 1972800"/>
              <a:gd name="connsiteY4" fmla="*/ 2522381 h 2522381"/>
              <a:gd name="connsiteX5" fmla="*/ 0 w 1972800"/>
              <a:gd name="connsiteY5" fmla="*/ 2522381 h 2522381"/>
              <a:gd name="connsiteX6" fmla="*/ 0 w 1972800"/>
              <a:gd name="connsiteY6" fmla="*/ 2381 h 2522381"/>
              <a:gd name="connsiteX0" fmla="*/ 0 w 1972800"/>
              <a:gd name="connsiteY0" fmla="*/ 2381 h 2522381"/>
              <a:gd name="connsiteX1" fmla="*/ 786937 w 1972800"/>
              <a:gd name="connsiteY1" fmla="*/ 0 h 2522381"/>
              <a:gd name="connsiteX2" fmla="*/ 786938 w 1972800"/>
              <a:gd name="connsiteY2" fmla="*/ 895350 h 2522381"/>
              <a:gd name="connsiteX3" fmla="*/ 1972800 w 1972800"/>
              <a:gd name="connsiteY3" fmla="*/ 897731 h 2522381"/>
              <a:gd name="connsiteX4" fmla="*/ 1972800 w 1972800"/>
              <a:gd name="connsiteY4" fmla="*/ 2522381 h 2522381"/>
              <a:gd name="connsiteX5" fmla="*/ 0 w 1972800"/>
              <a:gd name="connsiteY5" fmla="*/ 2522381 h 2522381"/>
              <a:gd name="connsiteX6" fmla="*/ 0 w 1972800"/>
              <a:gd name="connsiteY6" fmla="*/ 2381 h 2522381"/>
              <a:gd name="connsiteX0" fmla="*/ 0 w 1972800"/>
              <a:gd name="connsiteY0" fmla="*/ 2381 h 2522381"/>
              <a:gd name="connsiteX1" fmla="*/ 786937 w 1972800"/>
              <a:gd name="connsiteY1" fmla="*/ 0 h 2522381"/>
              <a:gd name="connsiteX2" fmla="*/ 786938 w 1972800"/>
              <a:gd name="connsiteY2" fmla="*/ 895350 h 2522381"/>
              <a:gd name="connsiteX3" fmla="*/ 1972800 w 1972800"/>
              <a:gd name="connsiteY3" fmla="*/ 890588 h 2522381"/>
              <a:gd name="connsiteX4" fmla="*/ 1972800 w 1972800"/>
              <a:gd name="connsiteY4" fmla="*/ 2522381 h 2522381"/>
              <a:gd name="connsiteX5" fmla="*/ 0 w 1972800"/>
              <a:gd name="connsiteY5" fmla="*/ 2522381 h 2522381"/>
              <a:gd name="connsiteX6" fmla="*/ 0 w 1972800"/>
              <a:gd name="connsiteY6" fmla="*/ 2381 h 2522381"/>
              <a:gd name="connsiteX0" fmla="*/ 0 w 1972800"/>
              <a:gd name="connsiteY0" fmla="*/ 2381 h 2522381"/>
              <a:gd name="connsiteX1" fmla="*/ 786937 w 1972800"/>
              <a:gd name="connsiteY1" fmla="*/ 0 h 2522381"/>
              <a:gd name="connsiteX2" fmla="*/ 786938 w 1972800"/>
              <a:gd name="connsiteY2" fmla="*/ 895350 h 2522381"/>
              <a:gd name="connsiteX3" fmla="*/ 1972800 w 1972800"/>
              <a:gd name="connsiteY3" fmla="*/ 897732 h 2522381"/>
              <a:gd name="connsiteX4" fmla="*/ 1972800 w 1972800"/>
              <a:gd name="connsiteY4" fmla="*/ 2522381 h 2522381"/>
              <a:gd name="connsiteX5" fmla="*/ 0 w 1972800"/>
              <a:gd name="connsiteY5" fmla="*/ 2522381 h 2522381"/>
              <a:gd name="connsiteX6" fmla="*/ 0 w 1972800"/>
              <a:gd name="connsiteY6" fmla="*/ 2381 h 2522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72800" h="2522381">
                <a:moveTo>
                  <a:pt x="0" y="2381"/>
                </a:moveTo>
                <a:lnTo>
                  <a:pt x="786937" y="0"/>
                </a:lnTo>
                <a:cubicBezTo>
                  <a:pt x="786937" y="300037"/>
                  <a:pt x="786938" y="595313"/>
                  <a:pt x="786938" y="895350"/>
                </a:cubicBezTo>
                <a:lnTo>
                  <a:pt x="1972800" y="897732"/>
                </a:lnTo>
                <a:lnTo>
                  <a:pt x="1972800" y="2522381"/>
                </a:lnTo>
                <a:lnTo>
                  <a:pt x="0" y="2522381"/>
                </a:lnTo>
                <a:lnTo>
                  <a:pt x="0" y="2381"/>
                </a:lnTo>
                <a:close/>
              </a:path>
            </a:pathLst>
          </a:custGeom>
          <a:ln>
            <a:noFill/>
          </a:ln>
        </p:spPr>
        <p:txBody>
          <a:bodyPr/>
          <a:lstStyle/>
          <a:p>
            <a:endParaRPr lang="de-DE"/>
          </a:p>
        </p:txBody>
      </p:sp>
      <p:pic>
        <p:nvPicPr>
          <p:cNvPr id="8" name="Grafik 7" descr="Ein Bild, das Grafiken, weiß, Schwarz, Design enthält.&#10;&#10;Automatisch generierte Beschreibung">
            <a:extLst>
              <a:ext uri="{FF2B5EF4-FFF2-40B4-BE49-F238E27FC236}">
                <a16:creationId xmlns:a16="http://schemas.microsoft.com/office/drawing/2014/main" id="{BA1F0781-E366-363F-C363-E866C1DABF3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887971" y="320302"/>
            <a:ext cx="480000" cy="338378"/>
          </a:xfrm>
          <a:prstGeom prst="rect">
            <a:avLst/>
          </a:prstGeom>
        </p:spPr>
      </p:pic>
    </p:spTree>
    <p:extLst>
      <p:ext uri="{BB962C8B-B14F-4D97-AF65-F5344CB8AC3E}">
        <p14:creationId xmlns:p14="http://schemas.microsoft.com/office/powerpoint/2010/main" val="37879592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Inhalt mit 4 Bildern rechts">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73115187-7D24-06B6-B510-721285AECA44}"/>
              </a:ext>
            </a:extLst>
          </p:cNvPr>
          <p:cNvSpPr/>
          <p:nvPr userDrawn="1"/>
        </p:nvSpPr>
        <p:spPr>
          <a:xfrm>
            <a:off x="6632613" y="-1"/>
            <a:ext cx="987387" cy="99705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sp>
        <p:nvSpPr>
          <p:cNvPr id="3" name="Bildplatzhalter 2">
            <a:extLst>
              <a:ext uri="{FF2B5EF4-FFF2-40B4-BE49-F238E27FC236}">
                <a16:creationId xmlns:a16="http://schemas.microsoft.com/office/drawing/2014/main" id="{42DD9EB5-F92C-DF31-84C5-D321ED1DCE01}"/>
              </a:ext>
            </a:extLst>
          </p:cNvPr>
          <p:cNvSpPr>
            <a:spLocks noGrp="1"/>
          </p:cNvSpPr>
          <p:nvPr>
            <p:ph type="pic" sz="quarter" idx="13"/>
          </p:nvPr>
        </p:nvSpPr>
        <p:spPr>
          <a:xfrm>
            <a:off x="4285576" y="2857501"/>
            <a:ext cx="1643999" cy="2857501"/>
          </a:xfrm>
          <a:custGeom>
            <a:avLst/>
            <a:gdLst>
              <a:gd name="connsiteX0" fmla="*/ 0 w 3999691"/>
              <a:gd name="connsiteY0" fmla="*/ 0 h 5143500"/>
              <a:gd name="connsiteX1" fmla="*/ 3999691 w 3999691"/>
              <a:gd name="connsiteY1" fmla="*/ 0 h 5143500"/>
              <a:gd name="connsiteX2" fmla="*/ 3999691 w 3999691"/>
              <a:gd name="connsiteY2" fmla="*/ 5143500 h 5143500"/>
              <a:gd name="connsiteX3" fmla="*/ 0 w 3999691"/>
              <a:gd name="connsiteY3" fmla="*/ 5143500 h 5143500"/>
              <a:gd name="connsiteX4" fmla="*/ 0 w 3999691"/>
              <a:gd name="connsiteY4" fmla="*/ 0 h 5143500"/>
              <a:gd name="connsiteX0" fmla="*/ 1620 w 4001311"/>
              <a:gd name="connsiteY0" fmla="*/ 0 h 5143500"/>
              <a:gd name="connsiteX1" fmla="*/ 4001311 w 4001311"/>
              <a:gd name="connsiteY1" fmla="*/ 0 h 5143500"/>
              <a:gd name="connsiteX2" fmla="*/ 4001311 w 4001311"/>
              <a:gd name="connsiteY2" fmla="*/ 5143500 h 5143500"/>
              <a:gd name="connsiteX3" fmla="*/ 1620 w 4001311"/>
              <a:gd name="connsiteY3" fmla="*/ 5143500 h 5143500"/>
              <a:gd name="connsiteX4" fmla="*/ 0 w 4001311"/>
              <a:gd name="connsiteY4" fmla="*/ 4293139 h 5143500"/>
              <a:gd name="connsiteX5" fmla="*/ 1620 w 4001311"/>
              <a:gd name="connsiteY5" fmla="*/ 0 h 5143500"/>
              <a:gd name="connsiteX0" fmla="*/ 1620 w 4001311"/>
              <a:gd name="connsiteY0" fmla="*/ 0 h 5143500"/>
              <a:gd name="connsiteX1" fmla="*/ 4001311 w 4001311"/>
              <a:gd name="connsiteY1" fmla="*/ 0 h 5143500"/>
              <a:gd name="connsiteX2" fmla="*/ 4001311 w 4001311"/>
              <a:gd name="connsiteY2" fmla="*/ 5143500 h 5143500"/>
              <a:gd name="connsiteX3" fmla="*/ 577175 w 4001311"/>
              <a:gd name="connsiteY3" fmla="*/ 5142688 h 5143500"/>
              <a:gd name="connsiteX4" fmla="*/ 1620 w 4001311"/>
              <a:gd name="connsiteY4" fmla="*/ 5143500 h 5143500"/>
              <a:gd name="connsiteX5" fmla="*/ 0 w 4001311"/>
              <a:gd name="connsiteY5" fmla="*/ 4293139 h 5143500"/>
              <a:gd name="connsiteX6" fmla="*/ 1620 w 4001311"/>
              <a:gd name="connsiteY6" fmla="*/ 0 h 5143500"/>
              <a:gd name="connsiteX0" fmla="*/ 1620 w 4001311"/>
              <a:gd name="connsiteY0" fmla="*/ 0 h 5143500"/>
              <a:gd name="connsiteX1" fmla="*/ 4001311 w 4001311"/>
              <a:gd name="connsiteY1" fmla="*/ 0 h 5143500"/>
              <a:gd name="connsiteX2" fmla="*/ 4001311 w 4001311"/>
              <a:gd name="connsiteY2" fmla="*/ 5143500 h 5143500"/>
              <a:gd name="connsiteX3" fmla="*/ 577175 w 4001311"/>
              <a:gd name="connsiteY3" fmla="*/ 5142688 h 5143500"/>
              <a:gd name="connsiteX4" fmla="*/ 585280 w 4001311"/>
              <a:gd name="connsiteY4" fmla="*/ 4293951 h 5143500"/>
              <a:gd name="connsiteX5" fmla="*/ 0 w 4001311"/>
              <a:gd name="connsiteY5" fmla="*/ 4293139 h 5143500"/>
              <a:gd name="connsiteX6" fmla="*/ 1620 w 4001311"/>
              <a:gd name="connsiteY6" fmla="*/ 0 h 5143500"/>
              <a:gd name="connsiteX0" fmla="*/ 1620 w 4001311"/>
              <a:gd name="connsiteY0" fmla="*/ 0 h 5143500"/>
              <a:gd name="connsiteX1" fmla="*/ 4001311 w 4001311"/>
              <a:gd name="connsiteY1" fmla="*/ 0 h 5143500"/>
              <a:gd name="connsiteX2" fmla="*/ 4001311 w 4001311"/>
              <a:gd name="connsiteY2" fmla="*/ 5143500 h 5143500"/>
              <a:gd name="connsiteX3" fmla="*/ 577175 w 4001311"/>
              <a:gd name="connsiteY3" fmla="*/ 5142688 h 5143500"/>
              <a:gd name="connsiteX4" fmla="*/ 585280 w 4001311"/>
              <a:gd name="connsiteY4" fmla="*/ 4293951 h 5143500"/>
              <a:gd name="connsiteX5" fmla="*/ 0 w 4001311"/>
              <a:gd name="connsiteY5" fmla="*/ 4306140 h 5143500"/>
              <a:gd name="connsiteX6" fmla="*/ 1620 w 4001311"/>
              <a:gd name="connsiteY6" fmla="*/ 0 h 5143500"/>
              <a:gd name="connsiteX0" fmla="*/ 1620 w 4001311"/>
              <a:gd name="connsiteY0" fmla="*/ 0 h 5143500"/>
              <a:gd name="connsiteX1" fmla="*/ 4001311 w 4001311"/>
              <a:gd name="connsiteY1" fmla="*/ 0 h 5143500"/>
              <a:gd name="connsiteX2" fmla="*/ 4001311 w 4001311"/>
              <a:gd name="connsiteY2" fmla="*/ 5143500 h 5143500"/>
              <a:gd name="connsiteX3" fmla="*/ 577175 w 4001311"/>
              <a:gd name="connsiteY3" fmla="*/ 5142688 h 5143500"/>
              <a:gd name="connsiteX4" fmla="*/ 585280 w 4001311"/>
              <a:gd name="connsiteY4" fmla="*/ 4306952 h 5143500"/>
              <a:gd name="connsiteX5" fmla="*/ 0 w 4001311"/>
              <a:gd name="connsiteY5" fmla="*/ 4306140 h 5143500"/>
              <a:gd name="connsiteX6" fmla="*/ 1620 w 4001311"/>
              <a:gd name="connsiteY6" fmla="*/ 0 h 5143500"/>
              <a:gd name="connsiteX0" fmla="*/ 1620 w 4001311"/>
              <a:gd name="connsiteY0" fmla="*/ 0 h 5143500"/>
              <a:gd name="connsiteX1" fmla="*/ 4001311 w 4001311"/>
              <a:gd name="connsiteY1" fmla="*/ 0 h 5143500"/>
              <a:gd name="connsiteX2" fmla="*/ 4001311 w 4001311"/>
              <a:gd name="connsiteY2" fmla="*/ 5143500 h 5143500"/>
              <a:gd name="connsiteX3" fmla="*/ 577175 w 4001311"/>
              <a:gd name="connsiteY3" fmla="*/ 5142688 h 5143500"/>
              <a:gd name="connsiteX4" fmla="*/ 573850 w 4001311"/>
              <a:gd name="connsiteY4" fmla="*/ 4306952 h 5143500"/>
              <a:gd name="connsiteX5" fmla="*/ 0 w 4001311"/>
              <a:gd name="connsiteY5" fmla="*/ 4306140 h 5143500"/>
              <a:gd name="connsiteX6" fmla="*/ 1620 w 4001311"/>
              <a:gd name="connsiteY6" fmla="*/ 0 h 5143500"/>
              <a:gd name="connsiteX0" fmla="*/ 1620 w 4001311"/>
              <a:gd name="connsiteY0" fmla="*/ 0 h 5143500"/>
              <a:gd name="connsiteX1" fmla="*/ 4001311 w 4001311"/>
              <a:gd name="connsiteY1" fmla="*/ 0 h 5143500"/>
              <a:gd name="connsiteX2" fmla="*/ 4001311 w 4001311"/>
              <a:gd name="connsiteY2" fmla="*/ 5143500 h 5143500"/>
              <a:gd name="connsiteX3" fmla="*/ 577175 w 4001311"/>
              <a:gd name="connsiteY3" fmla="*/ 5142688 h 5143500"/>
              <a:gd name="connsiteX4" fmla="*/ 573850 w 4001311"/>
              <a:gd name="connsiteY4" fmla="*/ 4306952 h 5143500"/>
              <a:gd name="connsiteX5" fmla="*/ 0 w 4001311"/>
              <a:gd name="connsiteY5" fmla="*/ 4300989 h 5143500"/>
              <a:gd name="connsiteX6" fmla="*/ 1620 w 4001311"/>
              <a:gd name="connsiteY6" fmla="*/ 0 h 5143500"/>
              <a:gd name="connsiteX0" fmla="*/ 1620 w 4001311"/>
              <a:gd name="connsiteY0" fmla="*/ 0 h 5143500"/>
              <a:gd name="connsiteX1" fmla="*/ 4001311 w 4001311"/>
              <a:gd name="connsiteY1" fmla="*/ 0 h 5143500"/>
              <a:gd name="connsiteX2" fmla="*/ 4001311 w 4001311"/>
              <a:gd name="connsiteY2" fmla="*/ 5143500 h 5143500"/>
              <a:gd name="connsiteX3" fmla="*/ 577175 w 4001311"/>
              <a:gd name="connsiteY3" fmla="*/ 5142688 h 5143500"/>
              <a:gd name="connsiteX4" fmla="*/ 576426 w 4001311"/>
              <a:gd name="connsiteY4" fmla="*/ 4304376 h 5143500"/>
              <a:gd name="connsiteX5" fmla="*/ 0 w 4001311"/>
              <a:gd name="connsiteY5" fmla="*/ 4300989 h 5143500"/>
              <a:gd name="connsiteX6" fmla="*/ 1620 w 4001311"/>
              <a:gd name="connsiteY6" fmla="*/ 0 h 5143500"/>
              <a:gd name="connsiteX0" fmla="*/ 1620 w 4001311"/>
              <a:gd name="connsiteY0" fmla="*/ 0 h 5143500"/>
              <a:gd name="connsiteX1" fmla="*/ 4001311 w 4001311"/>
              <a:gd name="connsiteY1" fmla="*/ 0 h 5143500"/>
              <a:gd name="connsiteX2" fmla="*/ 4001311 w 4001311"/>
              <a:gd name="connsiteY2" fmla="*/ 5143500 h 5143500"/>
              <a:gd name="connsiteX3" fmla="*/ 577175 w 4001311"/>
              <a:gd name="connsiteY3" fmla="*/ 5142688 h 5143500"/>
              <a:gd name="connsiteX4" fmla="*/ 578807 w 4001311"/>
              <a:gd name="connsiteY4" fmla="*/ 3461415 h 5143500"/>
              <a:gd name="connsiteX5" fmla="*/ 0 w 4001311"/>
              <a:gd name="connsiteY5" fmla="*/ 4300989 h 5143500"/>
              <a:gd name="connsiteX6" fmla="*/ 1620 w 4001311"/>
              <a:gd name="connsiteY6" fmla="*/ 0 h 5143500"/>
              <a:gd name="connsiteX0" fmla="*/ 1620 w 4001311"/>
              <a:gd name="connsiteY0" fmla="*/ 0 h 5143500"/>
              <a:gd name="connsiteX1" fmla="*/ 4001311 w 4001311"/>
              <a:gd name="connsiteY1" fmla="*/ 0 h 5143500"/>
              <a:gd name="connsiteX2" fmla="*/ 4001311 w 4001311"/>
              <a:gd name="connsiteY2" fmla="*/ 5143500 h 5143500"/>
              <a:gd name="connsiteX3" fmla="*/ 577175 w 4001311"/>
              <a:gd name="connsiteY3" fmla="*/ 5142688 h 5143500"/>
              <a:gd name="connsiteX4" fmla="*/ 578807 w 4001311"/>
              <a:gd name="connsiteY4" fmla="*/ 3461415 h 5143500"/>
              <a:gd name="connsiteX5" fmla="*/ 0 w 4001311"/>
              <a:gd name="connsiteY5" fmla="*/ 3462789 h 5143500"/>
              <a:gd name="connsiteX6" fmla="*/ 1620 w 4001311"/>
              <a:gd name="connsiteY6" fmla="*/ 0 h 5143500"/>
              <a:gd name="connsiteX0" fmla="*/ 1620 w 4001311"/>
              <a:gd name="connsiteY0" fmla="*/ 0 h 5143500"/>
              <a:gd name="connsiteX1" fmla="*/ 4001311 w 4001311"/>
              <a:gd name="connsiteY1" fmla="*/ 0 h 5143500"/>
              <a:gd name="connsiteX2" fmla="*/ 4001311 w 4001311"/>
              <a:gd name="connsiteY2" fmla="*/ 5143500 h 5143500"/>
              <a:gd name="connsiteX3" fmla="*/ 577175 w 4001311"/>
              <a:gd name="connsiteY3" fmla="*/ 5142688 h 5143500"/>
              <a:gd name="connsiteX4" fmla="*/ 1169343 w 4001311"/>
              <a:gd name="connsiteY4" fmla="*/ 3461415 h 5143500"/>
              <a:gd name="connsiteX5" fmla="*/ 0 w 4001311"/>
              <a:gd name="connsiteY5" fmla="*/ 3462789 h 5143500"/>
              <a:gd name="connsiteX6" fmla="*/ 1620 w 4001311"/>
              <a:gd name="connsiteY6" fmla="*/ 0 h 5143500"/>
              <a:gd name="connsiteX0" fmla="*/ 1620 w 4001311"/>
              <a:gd name="connsiteY0" fmla="*/ 0 h 5143500"/>
              <a:gd name="connsiteX1" fmla="*/ 4001311 w 4001311"/>
              <a:gd name="connsiteY1" fmla="*/ 0 h 5143500"/>
              <a:gd name="connsiteX2" fmla="*/ 4001311 w 4001311"/>
              <a:gd name="connsiteY2" fmla="*/ 5143500 h 5143500"/>
              <a:gd name="connsiteX3" fmla="*/ 577175 w 4001311"/>
              <a:gd name="connsiteY3" fmla="*/ 5142688 h 5143500"/>
              <a:gd name="connsiteX4" fmla="*/ 1153181 w 4001311"/>
              <a:gd name="connsiteY4" fmla="*/ 3461415 h 5143500"/>
              <a:gd name="connsiteX5" fmla="*/ 0 w 4001311"/>
              <a:gd name="connsiteY5" fmla="*/ 3462789 h 5143500"/>
              <a:gd name="connsiteX6" fmla="*/ 1620 w 4001311"/>
              <a:gd name="connsiteY6" fmla="*/ 0 h 5143500"/>
              <a:gd name="connsiteX0" fmla="*/ 1620 w 4001311"/>
              <a:gd name="connsiteY0" fmla="*/ 0 h 5143500"/>
              <a:gd name="connsiteX1" fmla="*/ 4001311 w 4001311"/>
              <a:gd name="connsiteY1" fmla="*/ 0 h 5143500"/>
              <a:gd name="connsiteX2" fmla="*/ 4001311 w 4001311"/>
              <a:gd name="connsiteY2" fmla="*/ 5143500 h 5143500"/>
              <a:gd name="connsiteX3" fmla="*/ 1137450 w 4001311"/>
              <a:gd name="connsiteY3" fmla="*/ 5137246 h 5143500"/>
              <a:gd name="connsiteX4" fmla="*/ 1153181 w 4001311"/>
              <a:gd name="connsiteY4" fmla="*/ 3461415 h 5143500"/>
              <a:gd name="connsiteX5" fmla="*/ 0 w 4001311"/>
              <a:gd name="connsiteY5" fmla="*/ 3462789 h 5143500"/>
              <a:gd name="connsiteX6" fmla="*/ 1620 w 4001311"/>
              <a:gd name="connsiteY6" fmla="*/ 0 h 5143500"/>
              <a:gd name="connsiteX0" fmla="*/ 1620 w 4001311"/>
              <a:gd name="connsiteY0" fmla="*/ 0 h 5143500"/>
              <a:gd name="connsiteX1" fmla="*/ 4001311 w 4001311"/>
              <a:gd name="connsiteY1" fmla="*/ 0 h 5143500"/>
              <a:gd name="connsiteX2" fmla="*/ 4001311 w 4001311"/>
              <a:gd name="connsiteY2" fmla="*/ 5143500 h 5143500"/>
              <a:gd name="connsiteX3" fmla="*/ 1137450 w 4001311"/>
              <a:gd name="connsiteY3" fmla="*/ 5137246 h 5143500"/>
              <a:gd name="connsiteX4" fmla="*/ 1147793 w 4001311"/>
              <a:gd name="connsiteY4" fmla="*/ 3461415 h 5143500"/>
              <a:gd name="connsiteX5" fmla="*/ 0 w 4001311"/>
              <a:gd name="connsiteY5" fmla="*/ 3462789 h 5143500"/>
              <a:gd name="connsiteX6" fmla="*/ 1620 w 4001311"/>
              <a:gd name="connsiteY6" fmla="*/ 0 h 5143500"/>
              <a:gd name="connsiteX0" fmla="*/ 1620 w 4001311"/>
              <a:gd name="connsiteY0" fmla="*/ 0 h 5143500"/>
              <a:gd name="connsiteX1" fmla="*/ 4001311 w 4001311"/>
              <a:gd name="connsiteY1" fmla="*/ 0 h 5143500"/>
              <a:gd name="connsiteX2" fmla="*/ 4001311 w 4001311"/>
              <a:gd name="connsiteY2" fmla="*/ 5143500 h 5143500"/>
              <a:gd name="connsiteX3" fmla="*/ 1176909 w 4001311"/>
              <a:gd name="connsiteY3" fmla="*/ 5137246 h 5143500"/>
              <a:gd name="connsiteX4" fmla="*/ 1147793 w 4001311"/>
              <a:gd name="connsiteY4" fmla="*/ 3461415 h 5143500"/>
              <a:gd name="connsiteX5" fmla="*/ 0 w 4001311"/>
              <a:gd name="connsiteY5" fmla="*/ 3462789 h 5143500"/>
              <a:gd name="connsiteX6" fmla="*/ 1620 w 4001311"/>
              <a:gd name="connsiteY6" fmla="*/ 0 h 5143500"/>
              <a:gd name="connsiteX0" fmla="*/ 1620 w 4001311"/>
              <a:gd name="connsiteY0" fmla="*/ 0 h 5143500"/>
              <a:gd name="connsiteX1" fmla="*/ 4001311 w 4001311"/>
              <a:gd name="connsiteY1" fmla="*/ 0 h 5143500"/>
              <a:gd name="connsiteX2" fmla="*/ 4001311 w 4001311"/>
              <a:gd name="connsiteY2" fmla="*/ 5143500 h 5143500"/>
              <a:gd name="connsiteX3" fmla="*/ 1176909 w 4001311"/>
              <a:gd name="connsiteY3" fmla="*/ 5137246 h 5143500"/>
              <a:gd name="connsiteX4" fmla="*/ 1174102 w 4001311"/>
              <a:gd name="connsiteY4" fmla="*/ 3461415 h 5143500"/>
              <a:gd name="connsiteX5" fmla="*/ 0 w 4001311"/>
              <a:gd name="connsiteY5" fmla="*/ 3462789 h 5143500"/>
              <a:gd name="connsiteX6" fmla="*/ 1620 w 4001311"/>
              <a:gd name="connsiteY6" fmla="*/ 0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01311" h="5143500">
                <a:moveTo>
                  <a:pt x="1620" y="0"/>
                </a:moveTo>
                <a:lnTo>
                  <a:pt x="4001311" y="0"/>
                </a:lnTo>
                <a:lnTo>
                  <a:pt x="4001311" y="5143500"/>
                </a:lnTo>
                <a:lnTo>
                  <a:pt x="1176909" y="5137246"/>
                </a:lnTo>
                <a:cubicBezTo>
                  <a:pt x="1179611" y="4854334"/>
                  <a:pt x="1171400" y="3744327"/>
                  <a:pt x="1174102" y="3461415"/>
                </a:cubicBezTo>
                <a:lnTo>
                  <a:pt x="0" y="3462789"/>
                </a:lnTo>
                <a:lnTo>
                  <a:pt x="1620" y="0"/>
                </a:lnTo>
                <a:close/>
              </a:path>
            </a:pathLst>
          </a:custGeom>
        </p:spPr>
        <p:txBody>
          <a:bodyPr/>
          <a:lstStyle/>
          <a:p>
            <a:endParaRPr lang="de-DE" dirty="0"/>
          </a:p>
        </p:txBody>
      </p:sp>
      <p:sp>
        <p:nvSpPr>
          <p:cNvPr id="9" name="Rechteck 8">
            <a:extLst>
              <a:ext uri="{FF2B5EF4-FFF2-40B4-BE49-F238E27FC236}">
                <a16:creationId xmlns:a16="http://schemas.microsoft.com/office/drawing/2014/main" id="{04B5615E-D15D-6FBD-3572-CBCFA7D8D6AF}"/>
              </a:ext>
            </a:extLst>
          </p:cNvPr>
          <p:cNvSpPr/>
          <p:nvPr userDrawn="1"/>
        </p:nvSpPr>
        <p:spPr>
          <a:xfrm>
            <a:off x="-6007" y="5401504"/>
            <a:ext cx="4293008" cy="313496"/>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dirty="0"/>
          </a:p>
        </p:txBody>
      </p:sp>
      <p:sp>
        <p:nvSpPr>
          <p:cNvPr id="6" name="Fußzeilenplatzhalter 5">
            <a:extLst>
              <a:ext uri="{FF2B5EF4-FFF2-40B4-BE49-F238E27FC236}">
                <a16:creationId xmlns:a16="http://schemas.microsoft.com/office/drawing/2014/main" id="{8B32E56E-3AAF-431C-5AFC-599CC8481FC0}"/>
              </a:ext>
            </a:extLst>
          </p:cNvPr>
          <p:cNvSpPr>
            <a:spLocks noGrp="1"/>
          </p:cNvSpPr>
          <p:nvPr>
            <p:ph type="ftr" sz="quarter" idx="11"/>
          </p:nvPr>
        </p:nvSpPr>
        <p:spPr/>
        <p:txBody>
          <a:bodyPr/>
          <a:lstStyle/>
          <a:p>
            <a:r>
              <a:rPr lang="de-DE"/>
              <a:t>TUM School of Computation, Information and Technology | Technische Universität München</a:t>
            </a:r>
            <a:endParaRPr lang="de-DE" dirty="0"/>
          </a:p>
        </p:txBody>
      </p:sp>
      <p:sp>
        <p:nvSpPr>
          <p:cNvPr id="7" name="Foliennummernplatzhalter 6">
            <a:extLst>
              <a:ext uri="{FF2B5EF4-FFF2-40B4-BE49-F238E27FC236}">
                <a16:creationId xmlns:a16="http://schemas.microsoft.com/office/drawing/2014/main" id="{977DC928-5991-B20A-13AC-D892E4A93B46}"/>
              </a:ext>
            </a:extLst>
          </p:cNvPr>
          <p:cNvSpPr>
            <a:spLocks noGrp="1"/>
          </p:cNvSpPr>
          <p:nvPr>
            <p:ph type="sldNum" sz="quarter" idx="12"/>
          </p:nvPr>
        </p:nvSpPr>
        <p:spPr/>
        <p:txBody>
          <a:bodyPr/>
          <a:lstStyle/>
          <a:p>
            <a:fld id="{7BC6339C-EBB9-4F99-9F6F-F0910A22596F}" type="slidenum">
              <a:rPr lang="de-DE" smtClean="0"/>
              <a:t>‹#›</a:t>
            </a:fld>
            <a:endParaRPr lang="de-DE"/>
          </a:p>
        </p:txBody>
      </p:sp>
      <p:sp>
        <p:nvSpPr>
          <p:cNvPr id="13" name="Rechteck 12">
            <a:extLst>
              <a:ext uri="{FF2B5EF4-FFF2-40B4-BE49-F238E27FC236}">
                <a16:creationId xmlns:a16="http://schemas.microsoft.com/office/drawing/2014/main" id="{07484FF9-48FC-9F73-F82A-FF1913222684}"/>
              </a:ext>
            </a:extLst>
          </p:cNvPr>
          <p:cNvSpPr/>
          <p:nvPr userDrawn="1"/>
        </p:nvSpPr>
        <p:spPr>
          <a:xfrm>
            <a:off x="3810000" y="4777493"/>
            <a:ext cx="959997" cy="93750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sp>
        <p:nvSpPr>
          <p:cNvPr id="15" name="Textplatzhalter 3">
            <a:extLst>
              <a:ext uri="{FF2B5EF4-FFF2-40B4-BE49-F238E27FC236}">
                <a16:creationId xmlns:a16="http://schemas.microsoft.com/office/drawing/2014/main" id="{7E76CDB1-7AC3-6EC5-62E6-E0B60A3B8A4B}"/>
              </a:ext>
            </a:extLst>
          </p:cNvPr>
          <p:cNvSpPr>
            <a:spLocks noGrp="1"/>
          </p:cNvSpPr>
          <p:nvPr>
            <p:ph type="body" sz="half" idx="2"/>
          </p:nvPr>
        </p:nvSpPr>
        <p:spPr>
          <a:xfrm>
            <a:off x="210013" y="1897503"/>
            <a:ext cx="3599988" cy="3199989"/>
          </a:xfrm>
        </p:spPr>
        <p:txBody>
          <a:bodyPr>
            <a:normAutofit/>
          </a:bodyPr>
          <a:lstStyle>
            <a:lvl1pPr marL="238115" indent="-238115">
              <a:buFont typeface="Wingdings" panose="05000000000000000000" pitchFamily="2" charset="2"/>
              <a:buChar char="§"/>
              <a:defRPr sz="1167"/>
            </a:lvl1pPr>
            <a:lvl2pPr marL="380985" indent="0">
              <a:buNone/>
              <a:defRPr sz="1167"/>
            </a:lvl2pPr>
            <a:lvl3pPr marL="761970" indent="0">
              <a:buNone/>
              <a:defRPr sz="1000"/>
            </a:lvl3pPr>
            <a:lvl4pPr marL="1142954" indent="0">
              <a:buNone/>
              <a:defRPr sz="833"/>
            </a:lvl4pPr>
            <a:lvl5pPr marL="1523939" indent="0">
              <a:buNone/>
              <a:defRPr sz="833"/>
            </a:lvl5pPr>
            <a:lvl6pPr marL="1904924" indent="0">
              <a:buNone/>
              <a:defRPr sz="833"/>
            </a:lvl6pPr>
            <a:lvl7pPr marL="2285909" indent="0">
              <a:buNone/>
              <a:defRPr sz="833"/>
            </a:lvl7pPr>
            <a:lvl8pPr marL="2666893" indent="0">
              <a:buNone/>
              <a:defRPr sz="833"/>
            </a:lvl8pPr>
            <a:lvl9pPr marL="3047878" indent="0">
              <a:buNone/>
              <a:defRPr sz="833"/>
            </a:lvl9pPr>
          </a:lstStyle>
          <a:p>
            <a:pPr lvl="0"/>
            <a:r>
              <a:rPr lang="de-DE" dirty="0"/>
              <a:t>Mastertextformat bearbeiten</a:t>
            </a:r>
          </a:p>
        </p:txBody>
      </p:sp>
      <p:sp>
        <p:nvSpPr>
          <p:cNvPr id="5" name="Bildplatzhalter 3">
            <a:extLst>
              <a:ext uri="{FF2B5EF4-FFF2-40B4-BE49-F238E27FC236}">
                <a16:creationId xmlns:a16="http://schemas.microsoft.com/office/drawing/2014/main" id="{35C1CAC5-21C5-6A06-5EE5-FFEDC5878533}"/>
              </a:ext>
            </a:extLst>
          </p:cNvPr>
          <p:cNvSpPr>
            <a:spLocks noGrp="1"/>
          </p:cNvSpPr>
          <p:nvPr>
            <p:ph type="pic" sz="quarter" idx="16"/>
          </p:nvPr>
        </p:nvSpPr>
        <p:spPr>
          <a:xfrm>
            <a:off x="5976000" y="2857501"/>
            <a:ext cx="1644000" cy="2857500"/>
          </a:xfrm>
          <a:ln>
            <a:noFill/>
          </a:ln>
        </p:spPr>
        <p:txBody>
          <a:bodyPr/>
          <a:lstStyle/>
          <a:p>
            <a:endParaRPr lang="de-DE"/>
          </a:p>
        </p:txBody>
      </p:sp>
      <p:sp>
        <p:nvSpPr>
          <p:cNvPr id="8" name="Bildplatzhalter 3">
            <a:extLst>
              <a:ext uri="{FF2B5EF4-FFF2-40B4-BE49-F238E27FC236}">
                <a16:creationId xmlns:a16="http://schemas.microsoft.com/office/drawing/2014/main" id="{39144995-DBBC-9C56-7C4F-D2CEB70E4626}"/>
              </a:ext>
            </a:extLst>
          </p:cNvPr>
          <p:cNvSpPr>
            <a:spLocks noGrp="1"/>
          </p:cNvSpPr>
          <p:nvPr>
            <p:ph type="pic" sz="quarter" idx="14"/>
          </p:nvPr>
        </p:nvSpPr>
        <p:spPr>
          <a:xfrm>
            <a:off x="4285574" y="0"/>
            <a:ext cx="1644000" cy="2800000"/>
          </a:xfrm>
          <a:ln>
            <a:noFill/>
          </a:ln>
        </p:spPr>
        <p:txBody>
          <a:bodyPr/>
          <a:lstStyle/>
          <a:p>
            <a:endParaRPr lang="de-DE"/>
          </a:p>
        </p:txBody>
      </p:sp>
      <p:sp>
        <p:nvSpPr>
          <p:cNvPr id="10" name="Bildplatzhalter 3">
            <a:extLst>
              <a:ext uri="{FF2B5EF4-FFF2-40B4-BE49-F238E27FC236}">
                <a16:creationId xmlns:a16="http://schemas.microsoft.com/office/drawing/2014/main" id="{14FCE786-E9D7-1911-1769-8B4B960D969A}"/>
              </a:ext>
            </a:extLst>
          </p:cNvPr>
          <p:cNvSpPr>
            <a:spLocks noGrp="1"/>
          </p:cNvSpPr>
          <p:nvPr>
            <p:ph type="pic" sz="quarter" idx="15"/>
          </p:nvPr>
        </p:nvSpPr>
        <p:spPr>
          <a:xfrm>
            <a:off x="5976001" y="-2646"/>
            <a:ext cx="1645984" cy="2802646"/>
          </a:xfrm>
          <a:custGeom>
            <a:avLst/>
            <a:gdLst>
              <a:gd name="connsiteX0" fmla="*/ 0 w 1972800"/>
              <a:gd name="connsiteY0" fmla="*/ 0 h 2520000"/>
              <a:gd name="connsiteX1" fmla="*/ 1972800 w 1972800"/>
              <a:gd name="connsiteY1" fmla="*/ 0 h 2520000"/>
              <a:gd name="connsiteX2" fmla="*/ 1972800 w 1972800"/>
              <a:gd name="connsiteY2" fmla="*/ 2520000 h 2520000"/>
              <a:gd name="connsiteX3" fmla="*/ 0 w 1972800"/>
              <a:gd name="connsiteY3" fmla="*/ 2520000 h 2520000"/>
              <a:gd name="connsiteX4" fmla="*/ 0 w 1972800"/>
              <a:gd name="connsiteY4" fmla="*/ 0 h 2520000"/>
              <a:gd name="connsiteX0" fmla="*/ 0 w 1972800"/>
              <a:gd name="connsiteY0" fmla="*/ 2381 h 2522381"/>
              <a:gd name="connsiteX1" fmla="*/ 817894 w 1972800"/>
              <a:gd name="connsiteY1" fmla="*/ 0 h 2522381"/>
              <a:gd name="connsiteX2" fmla="*/ 1972800 w 1972800"/>
              <a:gd name="connsiteY2" fmla="*/ 2381 h 2522381"/>
              <a:gd name="connsiteX3" fmla="*/ 1972800 w 1972800"/>
              <a:gd name="connsiteY3" fmla="*/ 2522381 h 2522381"/>
              <a:gd name="connsiteX4" fmla="*/ 0 w 1972800"/>
              <a:gd name="connsiteY4" fmla="*/ 2522381 h 2522381"/>
              <a:gd name="connsiteX5" fmla="*/ 0 w 1972800"/>
              <a:gd name="connsiteY5" fmla="*/ 2381 h 2522381"/>
              <a:gd name="connsiteX0" fmla="*/ 0 w 1972800"/>
              <a:gd name="connsiteY0" fmla="*/ 2381 h 2522381"/>
              <a:gd name="connsiteX1" fmla="*/ 817894 w 1972800"/>
              <a:gd name="connsiteY1" fmla="*/ 0 h 2522381"/>
              <a:gd name="connsiteX2" fmla="*/ 1972800 w 1972800"/>
              <a:gd name="connsiteY2" fmla="*/ 2381 h 2522381"/>
              <a:gd name="connsiteX3" fmla="*/ 1972800 w 1972800"/>
              <a:gd name="connsiteY3" fmla="*/ 842963 h 2522381"/>
              <a:gd name="connsiteX4" fmla="*/ 1972800 w 1972800"/>
              <a:gd name="connsiteY4" fmla="*/ 2522381 h 2522381"/>
              <a:gd name="connsiteX5" fmla="*/ 0 w 1972800"/>
              <a:gd name="connsiteY5" fmla="*/ 2522381 h 2522381"/>
              <a:gd name="connsiteX6" fmla="*/ 0 w 1972800"/>
              <a:gd name="connsiteY6" fmla="*/ 2381 h 2522381"/>
              <a:gd name="connsiteX0" fmla="*/ 0 w 1972800"/>
              <a:gd name="connsiteY0" fmla="*/ 2381 h 2522381"/>
              <a:gd name="connsiteX1" fmla="*/ 817894 w 1972800"/>
              <a:gd name="connsiteY1" fmla="*/ 0 h 2522381"/>
              <a:gd name="connsiteX2" fmla="*/ 820275 w 1972800"/>
              <a:gd name="connsiteY2" fmla="*/ 847725 h 2522381"/>
              <a:gd name="connsiteX3" fmla="*/ 1972800 w 1972800"/>
              <a:gd name="connsiteY3" fmla="*/ 842963 h 2522381"/>
              <a:gd name="connsiteX4" fmla="*/ 1972800 w 1972800"/>
              <a:gd name="connsiteY4" fmla="*/ 2522381 h 2522381"/>
              <a:gd name="connsiteX5" fmla="*/ 0 w 1972800"/>
              <a:gd name="connsiteY5" fmla="*/ 2522381 h 2522381"/>
              <a:gd name="connsiteX6" fmla="*/ 0 w 1972800"/>
              <a:gd name="connsiteY6" fmla="*/ 2381 h 2522381"/>
              <a:gd name="connsiteX0" fmla="*/ 0 w 1972800"/>
              <a:gd name="connsiteY0" fmla="*/ 2381 h 2522381"/>
              <a:gd name="connsiteX1" fmla="*/ 817894 w 1972800"/>
              <a:gd name="connsiteY1" fmla="*/ 0 h 2522381"/>
              <a:gd name="connsiteX2" fmla="*/ 822656 w 1972800"/>
              <a:gd name="connsiteY2" fmla="*/ 840581 h 2522381"/>
              <a:gd name="connsiteX3" fmla="*/ 1972800 w 1972800"/>
              <a:gd name="connsiteY3" fmla="*/ 842963 h 2522381"/>
              <a:gd name="connsiteX4" fmla="*/ 1972800 w 1972800"/>
              <a:gd name="connsiteY4" fmla="*/ 2522381 h 2522381"/>
              <a:gd name="connsiteX5" fmla="*/ 0 w 1972800"/>
              <a:gd name="connsiteY5" fmla="*/ 2522381 h 2522381"/>
              <a:gd name="connsiteX6" fmla="*/ 0 w 1972800"/>
              <a:gd name="connsiteY6" fmla="*/ 2381 h 2522381"/>
              <a:gd name="connsiteX0" fmla="*/ 0 w 1972800"/>
              <a:gd name="connsiteY0" fmla="*/ 2381 h 2522381"/>
              <a:gd name="connsiteX1" fmla="*/ 817894 w 1972800"/>
              <a:gd name="connsiteY1" fmla="*/ 0 h 2522381"/>
              <a:gd name="connsiteX2" fmla="*/ 789319 w 1972800"/>
              <a:gd name="connsiteY2" fmla="*/ 900112 h 2522381"/>
              <a:gd name="connsiteX3" fmla="*/ 1972800 w 1972800"/>
              <a:gd name="connsiteY3" fmla="*/ 842963 h 2522381"/>
              <a:gd name="connsiteX4" fmla="*/ 1972800 w 1972800"/>
              <a:gd name="connsiteY4" fmla="*/ 2522381 h 2522381"/>
              <a:gd name="connsiteX5" fmla="*/ 0 w 1972800"/>
              <a:gd name="connsiteY5" fmla="*/ 2522381 h 2522381"/>
              <a:gd name="connsiteX6" fmla="*/ 0 w 1972800"/>
              <a:gd name="connsiteY6" fmla="*/ 2381 h 2522381"/>
              <a:gd name="connsiteX0" fmla="*/ 0 w 1972800"/>
              <a:gd name="connsiteY0" fmla="*/ 2381 h 2522381"/>
              <a:gd name="connsiteX1" fmla="*/ 789319 w 1972800"/>
              <a:gd name="connsiteY1" fmla="*/ 0 h 2522381"/>
              <a:gd name="connsiteX2" fmla="*/ 789319 w 1972800"/>
              <a:gd name="connsiteY2" fmla="*/ 900112 h 2522381"/>
              <a:gd name="connsiteX3" fmla="*/ 1972800 w 1972800"/>
              <a:gd name="connsiteY3" fmla="*/ 842963 h 2522381"/>
              <a:gd name="connsiteX4" fmla="*/ 1972800 w 1972800"/>
              <a:gd name="connsiteY4" fmla="*/ 2522381 h 2522381"/>
              <a:gd name="connsiteX5" fmla="*/ 0 w 1972800"/>
              <a:gd name="connsiteY5" fmla="*/ 2522381 h 2522381"/>
              <a:gd name="connsiteX6" fmla="*/ 0 w 1972800"/>
              <a:gd name="connsiteY6" fmla="*/ 2381 h 2522381"/>
              <a:gd name="connsiteX0" fmla="*/ 0 w 1975181"/>
              <a:gd name="connsiteY0" fmla="*/ 2381 h 2522381"/>
              <a:gd name="connsiteX1" fmla="*/ 789319 w 1975181"/>
              <a:gd name="connsiteY1" fmla="*/ 0 h 2522381"/>
              <a:gd name="connsiteX2" fmla="*/ 789319 w 1975181"/>
              <a:gd name="connsiteY2" fmla="*/ 900112 h 2522381"/>
              <a:gd name="connsiteX3" fmla="*/ 1975181 w 1975181"/>
              <a:gd name="connsiteY3" fmla="*/ 897731 h 2522381"/>
              <a:gd name="connsiteX4" fmla="*/ 1972800 w 1975181"/>
              <a:gd name="connsiteY4" fmla="*/ 2522381 h 2522381"/>
              <a:gd name="connsiteX5" fmla="*/ 0 w 1975181"/>
              <a:gd name="connsiteY5" fmla="*/ 2522381 h 2522381"/>
              <a:gd name="connsiteX6" fmla="*/ 0 w 1975181"/>
              <a:gd name="connsiteY6" fmla="*/ 2381 h 2522381"/>
              <a:gd name="connsiteX0" fmla="*/ 0 w 1975181"/>
              <a:gd name="connsiteY0" fmla="*/ 2381 h 2522381"/>
              <a:gd name="connsiteX1" fmla="*/ 789319 w 1975181"/>
              <a:gd name="connsiteY1" fmla="*/ 0 h 2522381"/>
              <a:gd name="connsiteX2" fmla="*/ 789319 w 1975181"/>
              <a:gd name="connsiteY2" fmla="*/ 895349 h 2522381"/>
              <a:gd name="connsiteX3" fmla="*/ 1975181 w 1975181"/>
              <a:gd name="connsiteY3" fmla="*/ 897731 h 2522381"/>
              <a:gd name="connsiteX4" fmla="*/ 1972800 w 1975181"/>
              <a:gd name="connsiteY4" fmla="*/ 2522381 h 2522381"/>
              <a:gd name="connsiteX5" fmla="*/ 0 w 1975181"/>
              <a:gd name="connsiteY5" fmla="*/ 2522381 h 2522381"/>
              <a:gd name="connsiteX6" fmla="*/ 0 w 1975181"/>
              <a:gd name="connsiteY6" fmla="*/ 2381 h 2522381"/>
              <a:gd name="connsiteX0" fmla="*/ 0 w 1975181"/>
              <a:gd name="connsiteY0" fmla="*/ 2381 h 2522381"/>
              <a:gd name="connsiteX1" fmla="*/ 789319 w 1975181"/>
              <a:gd name="connsiteY1" fmla="*/ 0 h 2522381"/>
              <a:gd name="connsiteX2" fmla="*/ 789319 w 1975181"/>
              <a:gd name="connsiteY2" fmla="*/ 895349 h 2522381"/>
              <a:gd name="connsiteX3" fmla="*/ 1975181 w 1975181"/>
              <a:gd name="connsiteY3" fmla="*/ 892969 h 2522381"/>
              <a:gd name="connsiteX4" fmla="*/ 1972800 w 1975181"/>
              <a:gd name="connsiteY4" fmla="*/ 2522381 h 2522381"/>
              <a:gd name="connsiteX5" fmla="*/ 0 w 1975181"/>
              <a:gd name="connsiteY5" fmla="*/ 2522381 h 2522381"/>
              <a:gd name="connsiteX6" fmla="*/ 0 w 1975181"/>
              <a:gd name="connsiteY6" fmla="*/ 2381 h 2522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75181" h="2522381">
                <a:moveTo>
                  <a:pt x="0" y="2381"/>
                </a:moveTo>
                <a:lnTo>
                  <a:pt x="789319" y="0"/>
                </a:lnTo>
                <a:cubicBezTo>
                  <a:pt x="790113" y="282575"/>
                  <a:pt x="788525" y="612774"/>
                  <a:pt x="789319" y="895349"/>
                </a:cubicBezTo>
                <a:lnTo>
                  <a:pt x="1975181" y="892969"/>
                </a:lnTo>
                <a:cubicBezTo>
                  <a:pt x="1974387" y="1434519"/>
                  <a:pt x="1973594" y="1980831"/>
                  <a:pt x="1972800" y="2522381"/>
                </a:cubicBezTo>
                <a:lnTo>
                  <a:pt x="0" y="2522381"/>
                </a:lnTo>
                <a:lnTo>
                  <a:pt x="0" y="2381"/>
                </a:lnTo>
                <a:close/>
              </a:path>
            </a:pathLst>
          </a:custGeom>
          <a:ln>
            <a:noFill/>
          </a:ln>
        </p:spPr>
        <p:txBody>
          <a:bodyPr/>
          <a:lstStyle/>
          <a:p>
            <a:endParaRPr lang="de-DE"/>
          </a:p>
        </p:txBody>
      </p:sp>
      <p:pic>
        <p:nvPicPr>
          <p:cNvPr id="4" name="Grafik 3" descr="Ein Bild, das Grafiken, weiß, Schwarz, Design enthält.&#10;&#10;Automatisch generierte Beschreibung">
            <a:extLst>
              <a:ext uri="{FF2B5EF4-FFF2-40B4-BE49-F238E27FC236}">
                <a16:creationId xmlns:a16="http://schemas.microsoft.com/office/drawing/2014/main" id="{71D071FB-7396-7726-FDF5-C8A7913933B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887971" y="320302"/>
            <a:ext cx="480000" cy="338378"/>
          </a:xfrm>
          <a:prstGeom prst="rect">
            <a:avLst/>
          </a:prstGeom>
        </p:spPr>
      </p:pic>
      <p:sp>
        <p:nvSpPr>
          <p:cNvPr id="16" name="Rechteck 15">
            <a:extLst>
              <a:ext uri="{FF2B5EF4-FFF2-40B4-BE49-F238E27FC236}">
                <a16:creationId xmlns:a16="http://schemas.microsoft.com/office/drawing/2014/main" id="{F5677022-47A3-0326-DB90-FB68BB1C4C0E}"/>
              </a:ext>
            </a:extLst>
          </p:cNvPr>
          <p:cNvSpPr/>
          <p:nvPr userDrawn="1"/>
        </p:nvSpPr>
        <p:spPr>
          <a:xfrm>
            <a:off x="-6007" y="313496"/>
            <a:ext cx="4293008" cy="127200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sp>
        <p:nvSpPr>
          <p:cNvPr id="17" name="Rechteck 16">
            <a:extLst>
              <a:ext uri="{FF2B5EF4-FFF2-40B4-BE49-F238E27FC236}">
                <a16:creationId xmlns:a16="http://schemas.microsoft.com/office/drawing/2014/main" id="{ADC09A38-2C34-4AC7-A3E7-FAC3955272B0}"/>
              </a:ext>
            </a:extLst>
          </p:cNvPr>
          <p:cNvSpPr/>
          <p:nvPr userDrawn="1"/>
        </p:nvSpPr>
        <p:spPr>
          <a:xfrm>
            <a:off x="3809999" y="1"/>
            <a:ext cx="477000" cy="31349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sp>
        <p:nvSpPr>
          <p:cNvPr id="18" name="Titel 7">
            <a:extLst>
              <a:ext uri="{FF2B5EF4-FFF2-40B4-BE49-F238E27FC236}">
                <a16:creationId xmlns:a16="http://schemas.microsoft.com/office/drawing/2014/main" id="{CE7D78C1-162B-D225-F9FF-7C2DEBEE31FD}"/>
              </a:ext>
            </a:extLst>
          </p:cNvPr>
          <p:cNvSpPr>
            <a:spLocks noGrp="1"/>
          </p:cNvSpPr>
          <p:nvPr>
            <p:ph type="title"/>
          </p:nvPr>
        </p:nvSpPr>
        <p:spPr>
          <a:xfrm>
            <a:off x="210012" y="313497"/>
            <a:ext cx="3599988" cy="1272002"/>
          </a:xfrm>
        </p:spPr>
        <p:txBody>
          <a:bodyPr anchor="ctr"/>
          <a:lstStyle>
            <a:lvl1pPr>
              <a:defRPr sz="2500">
                <a:solidFill>
                  <a:schemeClr val="bg1"/>
                </a:solidFill>
              </a:defRPr>
            </a:lvl1pPr>
          </a:lstStyle>
          <a:p>
            <a:endParaRPr lang="de-DE" dirty="0"/>
          </a:p>
        </p:txBody>
      </p:sp>
    </p:spTree>
    <p:extLst>
      <p:ext uri="{BB962C8B-B14F-4D97-AF65-F5344CB8AC3E}">
        <p14:creationId xmlns:p14="http://schemas.microsoft.com/office/powerpoint/2010/main" val="6206913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Inhalt mit Bild links">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20511880-4920-DE54-9EEB-985385A62C70}"/>
              </a:ext>
            </a:extLst>
          </p:cNvPr>
          <p:cNvSpPr/>
          <p:nvPr userDrawn="1"/>
        </p:nvSpPr>
        <p:spPr>
          <a:xfrm>
            <a:off x="3330002" y="297509"/>
            <a:ext cx="4289998" cy="128461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sp>
        <p:nvSpPr>
          <p:cNvPr id="2" name="Rechteck 1">
            <a:extLst>
              <a:ext uri="{FF2B5EF4-FFF2-40B4-BE49-F238E27FC236}">
                <a16:creationId xmlns:a16="http://schemas.microsoft.com/office/drawing/2014/main" id="{9B77E090-85B7-3E08-FC80-9963F832A6A4}"/>
              </a:ext>
            </a:extLst>
          </p:cNvPr>
          <p:cNvSpPr/>
          <p:nvPr userDrawn="1"/>
        </p:nvSpPr>
        <p:spPr>
          <a:xfrm>
            <a:off x="6632613" y="-1"/>
            <a:ext cx="987387" cy="99705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sp>
        <p:nvSpPr>
          <p:cNvPr id="3" name="Bildplatzhalter 2">
            <a:extLst>
              <a:ext uri="{FF2B5EF4-FFF2-40B4-BE49-F238E27FC236}">
                <a16:creationId xmlns:a16="http://schemas.microsoft.com/office/drawing/2014/main" id="{42DD9EB5-F92C-DF31-84C5-D321ED1DCE01}"/>
              </a:ext>
            </a:extLst>
          </p:cNvPr>
          <p:cNvSpPr>
            <a:spLocks noGrp="1"/>
          </p:cNvSpPr>
          <p:nvPr>
            <p:ph type="pic" sz="quarter" idx="13"/>
          </p:nvPr>
        </p:nvSpPr>
        <p:spPr>
          <a:xfrm>
            <a:off x="-3074" y="0"/>
            <a:ext cx="3333076" cy="5721304"/>
          </a:xfrm>
          <a:custGeom>
            <a:avLst/>
            <a:gdLst>
              <a:gd name="connsiteX0" fmla="*/ 0 w 3999691"/>
              <a:gd name="connsiteY0" fmla="*/ 0 h 5148476"/>
              <a:gd name="connsiteX1" fmla="*/ 3999691 w 3999691"/>
              <a:gd name="connsiteY1" fmla="*/ 0 h 5148476"/>
              <a:gd name="connsiteX2" fmla="*/ 3999691 w 3999691"/>
              <a:gd name="connsiteY2" fmla="*/ 5148476 h 5148476"/>
              <a:gd name="connsiteX3" fmla="*/ 0 w 3999691"/>
              <a:gd name="connsiteY3" fmla="*/ 5148476 h 5148476"/>
              <a:gd name="connsiteX4" fmla="*/ 0 w 3999691"/>
              <a:gd name="connsiteY4" fmla="*/ 0 h 5148476"/>
              <a:gd name="connsiteX0" fmla="*/ 0 w 3999691"/>
              <a:gd name="connsiteY0" fmla="*/ 0 h 5149174"/>
              <a:gd name="connsiteX1" fmla="*/ 3999691 w 3999691"/>
              <a:gd name="connsiteY1" fmla="*/ 0 h 5149174"/>
              <a:gd name="connsiteX2" fmla="*/ 3999691 w 3999691"/>
              <a:gd name="connsiteY2" fmla="*/ 5148476 h 5149174"/>
              <a:gd name="connsiteX3" fmla="*/ 3414855 w 3999691"/>
              <a:gd name="connsiteY3" fmla="*/ 5149174 h 5149174"/>
              <a:gd name="connsiteX4" fmla="*/ 0 w 3999691"/>
              <a:gd name="connsiteY4" fmla="*/ 5148476 h 5149174"/>
              <a:gd name="connsiteX5" fmla="*/ 0 w 3999691"/>
              <a:gd name="connsiteY5" fmla="*/ 0 h 5149174"/>
              <a:gd name="connsiteX0" fmla="*/ 0 w 3999691"/>
              <a:gd name="connsiteY0" fmla="*/ 0 h 5149174"/>
              <a:gd name="connsiteX1" fmla="*/ 3999691 w 3999691"/>
              <a:gd name="connsiteY1" fmla="*/ 0 h 5149174"/>
              <a:gd name="connsiteX2" fmla="*/ 3992029 w 3999691"/>
              <a:gd name="connsiteY2" fmla="*/ 4286655 h 5149174"/>
              <a:gd name="connsiteX3" fmla="*/ 3999691 w 3999691"/>
              <a:gd name="connsiteY3" fmla="*/ 5148476 h 5149174"/>
              <a:gd name="connsiteX4" fmla="*/ 3414855 w 3999691"/>
              <a:gd name="connsiteY4" fmla="*/ 5149174 h 5149174"/>
              <a:gd name="connsiteX5" fmla="*/ 0 w 3999691"/>
              <a:gd name="connsiteY5" fmla="*/ 5148476 h 5149174"/>
              <a:gd name="connsiteX6" fmla="*/ 0 w 3999691"/>
              <a:gd name="connsiteY6" fmla="*/ 0 h 5149174"/>
              <a:gd name="connsiteX0" fmla="*/ 0 w 3999691"/>
              <a:gd name="connsiteY0" fmla="*/ 0 h 5149174"/>
              <a:gd name="connsiteX1" fmla="*/ 3999691 w 3999691"/>
              <a:gd name="connsiteY1" fmla="*/ 0 h 5149174"/>
              <a:gd name="connsiteX2" fmla="*/ 3992029 w 3999691"/>
              <a:gd name="connsiteY2" fmla="*/ 4286655 h 5149174"/>
              <a:gd name="connsiteX3" fmla="*/ 3416032 w 3999691"/>
              <a:gd name="connsiteY3" fmla="*/ 4292442 h 5149174"/>
              <a:gd name="connsiteX4" fmla="*/ 3414855 w 3999691"/>
              <a:gd name="connsiteY4" fmla="*/ 5149174 h 5149174"/>
              <a:gd name="connsiteX5" fmla="*/ 0 w 3999691"/>
              <a:gd name="connsiteY5" fmla="*/ 5148476 h 5149174"/>
              <a:gd name="connsiteX6" fmla="*/ 0 w 3999691"/>
              <a:gd name="connsiteY6" fmla="*/ 0 h 5149174"/>
              <a:gd name="connsiteX0" fmla="*/ 0 w 3999691"/>
              <a:gd name="connsiteY0" fmla="*/ 0 h 5149174"/>
              <a:gd name="connsiteX1" fmla="*/ 3999691 w 3999691"/>
              <a:gd name="connsiteY1" fmla="*/ 0 h 5149174"/>
              <a:gd name="connsiteX2" fmla="*/ 3992029 w 3999691"/>
              <a:gd name="connsiteY2" fmla="*/ 4293141 h 5149174"/>
              <a:gd name="connsiteX3" fmla="*/ 3416032 w 3999691"/>
              <a:gd name="connsiteY3" fmla="*/ 4292442 h 5149174"/>
              <a:gd name="connsiteX4" fmla="*/ 3414855 w 3999691"/>
              <a:gd name="connsiteY4" fmla="*/ 5149174 h 5149174"/>
              <a:gd name="connsiteX5" fmla="*/ 0 w 3999691"/>
              <a:gd name="connsiteY5" fmla="*/ 5148476 h 5149174"/>
              <a:gd name="connsiteX6" fmla="*/ 0 w 3999691"/>
              <a:gd name="connsiteY6" fmla="*/ 0 h 5149174"/>
              <a:gd name="connsiteX0" fmla="*/ 0 w 3999691"/>
              <a:gd name="connsiteY0" fmla="*/ 0 h 5149174"/>
              <a:gd name="connsiteX1" fmla="*/ 3999691 w 3999691"/>
              <a:gd name="connsiteY1" fmla="*/ 0 h 5149174"/>
              <a:gd name="connsiteX2" fmla="*/ 3992029 w 3999691"/>
              <a:gd name="connsiteY2" fmla="*/ 4293141 h 5149174"/>
              <a:gd name="connsiteX3" fmla="*/ 3422517 w 3999691"/>
              <a:gd name="connsiteY3" fmla="*/ 4292442 h 5149174"/>
              <a:gd name="connsiteX4" fmla="*/ 3414855 w 3999691"/>
              <a:gd name="connsiteY4" fmla="*/ 5149174 h 5149174"/>
              <a:gd name="connsiteX5" fmla="*/ 0 w 3999691"/>
              <a:gd name="connsiteY5" fmla="*/ 5148476 h 5149174"/>
              <a:gd name="connsiteX6" fmla="*/ 0 w 3999691"/>
              <a:gd name="connsiteY6" fmla="*/ 0 h 5149174"/>
              <a:gd name="connsiteX0" fmla="*/ 0 w 3999691"/>
              <a:gd name="connsiteY0" fmla="*/ 0 h 5149174"/>
              <a:gd name="connsiteX1" fmla="*/ 3999691 w 3999691"/>
              <a:gd name="connsiteY1" fmla="*/ 0 h 5149174"/>
              <a:gd name="connsiteX2" fmla="*/ 3992029 w 3999691"/>
              <a:gd name="connsiteY2" fmla="*/ 4306111 h 5149174"/>
              <a:gd name="connsiteX3" fmla="*/ 3422517 w 3999691"/>
              <a:gd name="connsiteY3" fmla="*/ 4292442 h 5149174"/>
              <a:gd name="connsiteX4" fmla="*/ 3414855 w 3999691"/>
              <a:gd name="connsiteY4" fmla="*/ 5149174 h 5149174"/>
              <a:gd name="connsiteX5" fmla="*/ 0 w 3999691"/>
              <a:gd name="connsiteY5" fmla="*/ 5148476 h 5149174"/>
              <a:gd name="connsiteX6" fmla="*/ 0 w 3999691"/>
              <a:gd name="connsiteY6" fmla="*/ 0 h 5149174"/>
              <a:gd name="connsiteX0" fmla="*/ 0 w 3999691"/>
              <a:gd name="connsiteY0" fmla="*/ 0 h 5149174"/>
              <a:gd name="connsiteX1" fmla="*/ 3999691 w 3999691"/>
              <a:gd name="connsiteY1" fmla="*/ 0 h 5149174"/>
              <a:gd name="connsiteX2" fmla="*/ 3992029 w 3999691"/>
              <a:gd name="connsiteY2" fmla="*/ 4306111 h 5149174"/>
              <a:gd name="connsiteX3" fmla="*/ 3429002 w 3999691"/>
              <a:gd name="connsiteY3" fmla="*/ 4311898 h 5149174"/>
              <a:gd name="connsiteX4" fmla="*/ 3414855 w 3999691"/>
              <a:gd name="connsiteY4" fmla="*/ 5149174 h 5149174"/>
              <a:gd name="connsiteX5" fmla="*/ 0 w 3999691"/>
              <a:gd name="connsiteY5" fmla="*/ 5148476 h 5149174"/>
              <a:gd name="connsiteX6" fmla="*/ 0 w 3999691"/>
              <a:gd name="connsiteY6" fmla="*/ 0 h 5149174"/>
              <a:gd name="connsiteX0" fmla="*/ 0 w 3999691"/>
              <a:gd name="connsiteY0" fmla="*/ 0 h 5149174"/>
              <a:gd name="connsiteX1" fmla="*/ 3999691 w 3999691"/>
              <a:gd name="connsiteY1" fmla="*/ 0 h 5149174"/>
              <a:gd name="connsiteX2" fmla="*/ 3992029 w 3999691"/>
              <a:gd name="connsiteY2" fmla="*/ 4306111 h 5149174"/>
              <a:gd name="connsiteX3" fmla="*/ 3429002 w 3999691"/>
              <a:gd name="connsiteY3" fmla="*/ 4311898 h 5149174"/>
              <a:gd name="connsiteX4" fmla="*/ 3434310 w 3999691"/>
              <a:gd name="connsiteY4" fmla="*/ 5149174 h 5149174"/>
              <a:gd name="connsiteX5" fmla="*/ 0 w 3999691"/>
              <a:gd name="connsiteY5" fmla="*/ 5148476 h 5149174"/>
              <a:gd name="connsiteX6" fmla="*/ 0 w 3999691"/>
              <a:gd name="connsiteY6" fmla="*/ 0 h 5149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99691" h="5149174">
                <a:moveTo>
                  <a:pt x="0" y="0"/>
                </a:moveTo>
                <a:lnTo>
                  <a:pt x="3999691" y="0"/>
                </a:lnTo>
                <a:lnTo>
                  <a:pt x="3992029" y="4306111"/>
                </a:lnTo>
                <a:lnTo>
                  <a:pt x="3429002" y="4311898"/>
                </a:lnTo>
                <a:cubicBezTo>
                  <a:pt x="3428610" y="4597475"/>
                  <a:pt x="3434702" y="4863597"/>
                  <a:pt x="3434310" y="5149174"/>
                </a:cubicBezTo>
                <a:lnTo>
                  <a:pt x="0" y="5148476"/>
                </a:lnTo>
                <a:lnTo>
                  <a:pt x="0" y="0"/>
                </a:lnTo>
                <a:close/>
              </a:path>
            </a:pathLst>
          </a:custGeom>
        </p:spPr>
        <p:txBody>
          <a:bodyPr/>
          <a:lstStyle/>
          <a:p>
            <a:endParaRPr lang="de-DE" dirty="0"/>
          </a:p>
        </p:txBody>
      </p:sp>
      <p:sp>
        <p:nvSpPr>
          <p:cNvPr id="9" name="Rechteck 8">
            <a:extLst>
              <a:ext uri="{FF2B5EF4-FFF2-40B4-BE49-F238E27FC236}">
                <a16:creationId xmlns:a16="http://schemas.microsoft.com/office/drawing/2014/main" id="{04B5615E-D15D-6FBD-3572-CBCFA7D8D6AF}"/>
              </a:ext>
            </a:extLst>
          </p:cNvPr>
          <p:cNvSpPr/>
          <p:nvPr userDrawn="1"/>
        </p:nvSpPr>
        <p:spPr>
          <a:xfrm>
            <a:off x="3570001" y="5401504"/>
            <a:ext cx="4049999" cy="313496"/>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dirty="0"/>
          </a:p>
        </p:txBody>
      </p:sp>
      <p:sp>
        <p:nvSpPr>
          <p:cNvPr id="6" name="Fußzeilenplatzhalter 5">
            <a:extLst>
              <a:ext uri="{FF2B5EF4-FFF2-40B4-BE49-F238E27FC236}">
                <a16:creationId xmlns:a16="http://schemas.microsoft.com/office/drawing/2014/main" id="{8B32E56E-3AAF-431C-5AFC-599CC8481FC0}"/>
              </a:ext>
            </a:extLst>
          </p:cNvPr>
          <p:cNvSpPr>
            <a:spLocks noGrp="1"/>
          </p:cNvSpPr>
          <p:nvPr>
            <p:ph type="ftr" sz="quarter" idx="11"/>
          </p:nvPr>
        </p:nvSpPr>
        <p:spPr>
          <a:xfrm>
            <a:off x="690011" y="5426939"/>
            <a:ext cx="6719977" cy="188513"/>
          </a:xfrm>
        </p:spPr>
        <p:txBody>
          <a:bodyPr/>
          <a:lstStyle>
            <a:lvl1pPr algn="r">
              <a:defRPr/>
            </a:lvl1pPr>
          </a:lstStyle>
          <a:p>
            <a:r>
              <a:rPr lang="de-DE"/>
              <a:t>TUM School of Computation, Information and Technology | Technische Universität München</a:t>
            </a:r>
            <a:endParaRPr lang="de-DE" dirty="0"/>
          </a:p>
        </p:txBody>
      </p:sp>
      <p:sp>
        <p:nvSpPr>
          <p:cNvPr id="13" name="Rechteck 12">
            <a:extLst>
              <a:ext uri="{FF2B5EF4-FFF2-40B4-BE49-F238E27FC236}">
                <a16:creationId xmlns:a16="http://schemas.microsoft.com/office/drawing/2014/main" id="{07484FF9-48FC-9F73-F82A-FF1913222684}"/>
              </a:ext>
            </a:extLst>
          </p:cNvPr>
          <p:cNvSpPr/>
          <p:nvPr userDrawn="1"/>
        </p:nvSpPr>
        <p:spPr>
          <a:xfrm>
            <a:off x="2850003" y="4777493"/>
            <a:ext cx="959997" cy="93750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sp>
        <p:nvSpPr>
          <p:cNvPr id="5" name="Foliennummernplatzhalter 4">
            <a:extLst>
              <a:ext uri="{FF2B5EF4-FFF2-40B4-BE49-F238E27FC236}">
                <a16:creationId xmlns:a16="http://schemas.microsoft.com/office/drawing/2014/main" id="{D93C1EF6-8098-2D6C-E4D7-B6D44E4A0BE5}"/>
              </a:ext>
            </a:extLst>
          </p:cNvPr>
          <p:cNvSpPr>
            <a:spLocks noGrp="1"/>
          </p:cNvSpPr>
          <p:nvPr>
            <p:ph type="sldNum" sz="quarter" idx="4294967295"/>
          </p:nvPr>
        </p:nvSpPr>
        <p:spPr>
          <a:xfrm>
            <a:off x="210013" y="5426939"/>
            <a:ext cx="497959" cy="188513"/>
          </a:xfrm>
        </p:spPr>
        <p:txBody>
          <a:bodyPr/>
          <a:lstStyle>
            <a:lvl1pPr algn="l">
              <a:defRPr/>
            </a:lvl1pPr>
          </a:lstStyle>
          <a:p>
            <a:fld id="{7BC6339C-EBB9-4F99-9F6F-F0910A22596F}" type="slidenum">
              <a:rPr lang="de-DE" smtClean="0"/>
              <a:pPr/>
              <a:t>‹#›</a:t>
            </a:fld>
            <a:endParaRPr lang="de-DE"/>
          </a:p>
        </p:txBody>
      </p:sp>
      <p:sp>
        <p:nvSpPr>
          <p:cNvPr id="7" name="Rechteck 6">
            <a:extLst>
              <a:ext uri="{FF2B5EF4-FFF2-40B4-BE49-F238E27FC236}">
                <a16:creationId xmlns:a16="http://schemas.microsoft.com/office/drawing/2014/main" id="{9FE3251C-9B45-D06F-CCA1-6533427E165E}"/>
              </a:ext>
            </a:extLst>
          </p:cNvPr>
          <p:cNvSpPr/>
          <p:nvPr userDrawn="1"/>
        </p:nvSpPr>
        <p:spPr>
          <a:xfrm>
            <a:off x="3330003" y="-17875"/>
            <a:ext cx="479998" cy="31538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pic>
        <p:nvPicPr>
          <p:cNvPr id="10" name="Grafik 9" descr="Ein Bild, das Grafiken, weiß, Schwarz, Design enthält.&#10;&#10;Automatisch generierte Beschreibung">
            <a:extLst>
              <a:ext uri="{FF2B5EF4-FFF2-40B4-BE49-F238E27FC236}">
                <a16:creationId xmlns:a16="http://schemas.microsoft.com/office/drawing/2014/main" id="{A0FB37C5-6928-A577-E3F9-D7E2FFD53A9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887971" y="320302"/>
            <a:ext cx="480000" cy="338378"/>
          </a:xfrm>
          <a:prstGeom prst="rect">
            <a:avLst/>
          </a:prstGeom>
        </p:spPr>
      </p:pic>
      <p:sp>
        <p:nvSpPr>
          <p:cNvPr id="16" name="Titel 7">
            <a:extLst>
              <a:ext uri="{FF2B5EF4-FFF2-40B4-BE49-F238E27FC236}">
                <a16:creationId xmlns:a16="http://schemas.microsoft.com/office/drawing/2014/main" id="{E1081DC4-1474-F9C6-10D8-B3C42D4F7FC4}"/>
              </a:ext>
            </a:extLst>
          </p:cNvPr>
          <p:cNvSpPr>
            <a:spLocks noGrp="1"/>
          </p:cNvSpPr>
          <p:nvPr>
            <p:ph type="title"/>
          </p:nvPr>
        </p:nvSpPr>
        <p:spPr>
          <a:xfrm>
            <a:off x="3813000" y="307192"/>
            <a:ext cx="2636992" cy="1278307"/>
          </a:xfrm>
        </p:spPr>
        <p:txBody>
          <a:bodyPr anchor="ctr"/>
          <a:lstStyle>
            <a:lvl1pPr>
              <a:defRPr sz="2500">
                <a:solidFill>
                  <a:schemeClr val="bg1"/>
                </a:solidFill>
              </a:defRPr>
            </a:lvl1pPr>
          </a:lstStyle>
          <a:p>
            <a:endParaRPr lang="de-DE" dirty="0"/>
          </a:p>
        </p:txBody>
      </p:sp>
      <p:sp>
        <p:nvSpPr>
          <p:cNvPr id="17" name="Textplatzhalter 3">
            <a:extLst>
              <a:ext uri="{FF2B5EF4-FFF2-40B4-BE49-F238E27FC236}">
                <a16:creationId xmlns:a16="http://schemas.microsoft.com/office/drawing/2014/main" id="{BBB33643-15E9-9557-6978-6387AC75AE33}"/>
              </a:ext>
            </a:extLst>
          </p:cNvPr>
          <p:cNvSpPr>
            <a:spLocks noGrp="1"/>
          </p:cNvSpPr>
          <p:nvPr>
            <p:ph type="body" sz="half" idx="2"/>
          </p:nvPr>
        </p:nvSpPr>
        <p:spPr>
          <a:xfrm>
            <a:off x="3810000" y="1897503"/>
            <a:ext cx="3599988" cy="3199989"/>
          </a:xfrm>
        </p:spPr>
        <p:txBody>
          <a:bodyPr>
            <a:normAutofit/>
          </a:bodyPr>
          <a:lstStyle>
            <a:lvl1pPr marL="238115" indent="-238115">
              <a:buFont typeface="Wingdings" panose="05000000000000000000" pitchFamily="2" charset="2"/>
              <a:buChar char="§"/>
              <a:defRPr sz="1167"/>
            </a:lvl1pPr>
            <a:lvl2pPr marL="380985" indent="0">
              <a:buNone/>
              <a:defRPr sz="1167"/>
            </a:lvl2pPr>
            <a:lvl3pPr marL="761970" indent="0">
              <a:buNone/>
              <a:defRPr sz="1000"/>
            </a:lvl3pPr>
            <a:lvl4pPr marL="1142954" indent="0">
              <a:buNone/>
              <a:defRPr sz="833"/>
            </a:lvl4pPr>
            <a:lvl5pPr marL="1523939" indent="0">
              <a:buNone/>
              <a:defRPr sz="833"/>
            </a:lvl5pPr>
            <a:lvl6pPr marL="1904924" indent="0">
              <a:buNone/>
              <a:defRPr sz="833"/>
            </a:lvl6pPr>
            <a:lvl7pPr marL="2285909" indent="0">
              <a:buNone/>
              <a:defRPr sz="833"/>
            </a:lvl7pPr>
            <a:lvl8pPr marL="2666893" indent="0">
              <a:buNone/>
              <a:defRPr sz="833"/>
            </a:lvl8pPr>
            <a:lvl9pPr marL="3047878" indent="0">
              <a:buNone/>
              <a:defRPr sz="833"/>
            </a:lvl9pPr>
          </a:lstStyle>
          <a:p>
            <a:pPr lvl="0"/>
            <a:r>
              <a:rPr lang="de-DE" dirty="0"/>
              <a:t>Mastertextformat bearbeiten</a:t>
            </a:r>
          </a:p>
        </p:txBody>
      </p:sp>
    </p:spTree>
    <p:extLst>
      <p:ext uri="{BB962C8B-B14F-4D97-AF65-F5344CB8AC3E}">
        <p14:creationId xmlns:p14="http://schemas.microsoft.com/office/powerpoint/2010/main" val="42486689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Inhalt mit 2 Bildern links">
    <p:spTree>
      <p:nvGrpSpPr>
        <p:cNvPr id="1" name=""/>
        <p:cNvGrpSpPr/>
        <p:nvPr/>
      </p:nvGrpSpPr>
      <p:grpSpPr>
        <a:xfrm>
          <a:off x="0" y="0"/>
          <a:ext cx="0" cy="0"/>
          <a:chOff x="0" y="0"/>
          <a:chExt cx="0" cy="0"/>
        </a:xfrm>
      </p:grpSpPr>
      <p:sp>
        <p:nvSpPr>
          <p:cNvPr id="3" name="Bildplatzhalter 2">
            <a:extLst>
              <a:ext uri="{FF2B5EF4-FFF2-40B4-BE49-F238E27FC236}">
                <a16:creationId xmlns:a16="http://schemas.microsoft.com/office/drawing/2014/main" id="{42DD9EB5-F92C-DF31-84C5-D321ED1DCE01}"/>
              </a:ext>
            </a:extLst>
          </p:cNvPr>
          <p:cNvSpPr>
            <a:spLocks noGrp="1"/>
          </p:cNvSpPr>
          <p:nvPr>
            <p:ph type="pic" sz="quarter" idx="13"/>
          </p:nvPr>
        </p:nvSpPr>
        <p:spPr>
          <a:xfrm>
            <a:off x="-3074" y="2859000"/>
            <a:ext cx="3333076" cy="2856000"/>
          </a:xfrm>
          <a:custGeom>
            <a:avLst/>
            <a:gdLst>
              <a:gd name="connsiteX0" fmla="*/ 0 w 3999691"/>
              <a:gd name="connsiteY0" fmla="*/ 0 h 5148476"/>
              <a:gd name="connsiteX1" fmla="*/ 3999691 w 3999691"/>
              <a:gd name="connsiteY1" fmla="*/ 0 h 5148476"/>
              <a:gd name="connsiteX2" fmla="*/ 3999691 w 3999691"/>
              <a:gd name="connsiteY2" fmla="*/ 5148476 h 5148476"/>
              <a:gd name="connsiteX3" fmla="*/ 0 w 3999691"/>
              <a:gd name="connsiteY3" fmla="*/ 5148476 h 5148476"/>
              <a:gd name="connsiteX4" fmla="*/ 0 w 3999691"/>
              <a:gd name="connsiteY4" fmla="*/ 0 h 5148476"/>
              <a:gd name="connsiteX0" fmla="*/ 0 w 3999691"/>
              <a:gd name="connsiteY0" fmla="*/ 0 h 5149174"/>
              <a:gd name="connsiteX1" fmla="*/ 3999691 w 3999691"/>
              <a:gd name="connsiteY1" fmla="*/ 0 h 5149174"/>
              <a:gd name="connsiteX2" fmla="*/ 3999691 w 3999691"/>
              <a:gd name="connsiteY2" fmla="*/ 5148476 h 5149174"/>
              <a:gd name="connsiteX3" fmla="*/ 3414855 w 3999691"/>
              <a:gd name="connsiteY3" fmla="*/ 5149174 h 5149174"/>
              <a:gd name="connsiteX4" fmla="*/ 0 w 3999691"/>
              <a:gd name="connsiteY4" fmla="*/ 5148476 h 5149174"/>
              <a:gd name="connsiteX5" fmla="*/ 0 w 3999691"/>
              <a:gd name="connsiteY5" fmla="*/ 0 h 5149174"/>
              <a:gd name="connsiteX0" fmla="*/ 0 w 3999691"/>
              <a:gd name="connsiteY0" fmla="*/ 0 h 5149174"/>
              <a:gd name="connsiteX1" fmla="*/ 3999691 w 3999691"/>
              <a:gd name="connsiteY1" fmla="*/ 0 h 5149174"/>
              <a:gd name="connsiteX2" fmla="*/ 3992029 w 3999691"/>
              <a:gd name="connsiteY2" fmla="*/ 4286655 h 5149174"/>
              <a:gd name="connsiteX3" fmla="*/ 3999691 w 3999691"/>
              <a:gd name="connsiteY3" fmla="*/ 5148476 h 5149174"/>
              <a:gd name="connsiteX4" fmla="*/ 3414855 w 3999691"/>
              <a:gd name="connsiteY4" fmla="*/ 5149174 h 5149174"/>
              <a:gd name="connsiteX5" fmla="*/ 0 w 3999691"/>
              <a:gd name="connsiteY5" fmla="*/ 5148476 h 5149174"/>
              <a:gd name="connsiteX6" fmla="*/ 0 w 3999691"/>
              <a:gd name="connsiteY6" fmla="*/ 0 h 5149174"/>
              <a:gd name="connsiteX0" fmla="*/ 0 w 3999691"/>
              <a:gd name="connsiteY0" fmla="*/ 0 h 5149174"/>
              <a:gd name="connsiteX1" fmla="*/ 3999691 w 3999691"/>
              <a:gd name="connsiteY1" fmla="*/ 0 h 5149174"/>
              <a:gd name="connsiteX2" fmla="*/ 3992029 w 3999691"/>
              <a:gd name="connsiteY2" fmla="*/ 4286655 h 5149174"/>
              <a:gd name="connsiteX3" fmla="*/ 3416032 w 3999691"/>
              <a:gd name="connsiteY3" fmla="*/ 4292442 h 5149174"/>
              <a:gd name="connsiteX4" fmla="*/ 3414855 w 3999691"/>
              <a:gd name="connsiteY4" fmla="*/ 5149174 h 5149174"/>
              <a:gd name="connsiteX5" fmla="*/ 0 w 3999691"/>
              <a:gd name="connsiteY5" fmla="*/ 5148476 h 5149174"/>
              <a:gd name="connsiteX6" fmla="*/ 0 w 3999691"/>
              <a:gd name="connsiteY6" fmla="*/ 0 h 5149174"/>
              <a:gd name="connsiteX0" fmla="*/ 0 w 3999691"/>
              <a:gd name="connsiteY0" fmla="*/ 0 h 5149174"/>
              <a:gd name="connsiteX1" fmla="*/ 3999691 w 3999691"/>
              <a:gd name="connsiteY1" fmla="*/ 0 h 5149174"/>
              <a:gd name="connsiteX2" fmla="*/ 3992029 w 3999691"/>
              <a:gd name="connsiteY2" fmla="*/ 4293141 h 5149174"/>
              <a:gd name="connsiteX3" fmla="*/ 3416032 w 3999691"/>
              <a:gd name="connsiteY3" fmla="*/ 4292442 h 5149174"/>
              <a:gd name="connsiteX4" fmla="*/ 3414855 w 3999691"/>
              <a:gd name="connsiteY4" fmla="*/ 5149174 h 5149174"/>
              <a:gd name="connsiteX5" fmla="*/ 0 w 3999691"/>
              <a:gd name="connsiteY5" fmla="*/ 5148476 h 5149174"/>
              <a:gd name="connsiteX6" fmla="*/ 0 w 3999691"/>
              <a:gd name="connsiteY6" fmla="*/ 0 h 5149174"/>
              <a:gd name="connsiteX0" fmla="*/ 0 w 3999691"/>
              <a:gd name="connsiteY0" fmla="*/ 0 h 5149174"/>
              <a:gd name="connsiteX1" fmla="*/ 3999691 w 3999691"/>
              <a:gd name="connsiteY1" fmla="*/ 0 h 5149174"/>
              <a:gd name="connsiteX2" fmla="*/ 3992029 w 3999691"/>
              <a:gd name="connsiteY2" fmla="*/ 4293141 h 5149174"/>
              <a:gd name="connsiteX3" fmla="*/ 3422517 w 3999691"/>
              <a:gd name="connsiteY3" fmla="*/ 4292442 h 5149174"/>
              <a:gd name="connsiteX4" fmla="*/ 3414855 w 3999691"/>
              <a:gd name="connsiteY4" fmla="*/ 5149174 h 5149174"/>
              <a:gd name="connsiteX5" fmla="*/ 0 w 3999691"/>
              <a:gd name="connsiteY5" fmla="*/ 5148476 h 5149174"/>
              <a:gd name="connsiteX6" fmla="*/ 0 w 3999691"/>
              <a:gd name="connsiteY6" fmla="*/ 0 h 5149174"/>
              <a:gd name="connsiteX0" fmla="*/ 0 w 3999691"/>
              <a:gd name="connsiteY0" fmla="*/ 0 h 5149174"/>
              <a:gd name="connsiteX1" fmla="*/ 3999691 w 3999691"/>
              <a:gd name="connsiteY1" fmla="*/ 0 h 5149174"/>
              <a:gd name="connsiteX2" fmla="*/ 3992029 w 3999691"/>
              <a:gd name="connsiteY2" fmla="*/ 4306111 h 5149174"/>
              <a:gd name="connsiteX3" fmla="*/ 3422517 w 3999691"/>
              <a:gd name="connsiteY3" fmla="*/ 4292442 h 5149174"/>
              <a:gd name="connsiteX4" fmla="*/ 3414855 w 3999691"/>
              <a:gd name="connsiteY4" fmla="*/ 5149174 h 5149174"/>
              <a:gd name="connsiteX5" fmla="*/ 0 w 3999691"/>
              <a:gd name="connsiteY5" fmla="*/ 5148476 h 5149174"/>
              <a:gd name="connsiteX6" fmla="*/ 0 w 3999691"/>
              <a:gd name="connsiteY6" fmla="*/ 0 h 5149174"/>
              <a:gd name="connsiteX0" fmla="*/ 0 w 3999691"/>
              <a:gd name="connsiteY0" fmla="*/ 0 h 5149174"/>
              <a:gd name="connsiteX1" fmla="*/ 3999691 w 3999691"/>
              <a:gd name="connsiteY1" fmla="*/ 0 h 5149174"/>
              <a:gd name="connsiteX2" fmla="*/ 3992029 w 3999691"/>
              <a:gd name="connsiteY2" fmla="*/ 4306111 h 5149174"/>
              <a:gd name="connsiteX3" fmla="*/ 3429002 w 3999691"/>
              <a:gd name="connsiteY3" fmla="*/ 4311898 h 5149174"/>
              <a:gd name="connsiteX4" fmla="*/ 3414855 w 3999691"/>
              <a:gd name="connsiteY4" fmla="*/ 5149174 h 5149174"/>
              <a:gd name="connsiteX5" fmla="*/ 0 w 3999691"/>
              <a:gd name="connsiteY5" fmla="*/ 5148476 h 5149174"/>
              <a:gd name="connsiteX6" fmla="*/ 0 w 3999691"/>
              <a:gd name="connsiteY6" fmla="*/ 0 h 5149174"/>
              <a:gd name="connsiteX0" fmla="*/ 0 w 3999691"/>
              <a:gd name="connsiteY0" fmla="*/ 0 h 5149174"/>
              <a:gd name="connsiteX1" fmla="*/ 3999691 w 3999691"/>
              <a:gd name="connsiteY1" fmla="*/ 0 h 5149174"/>
              <a:gd name="connsiteX2" fmla="*/ 3992029 w 3999691"/>
              <a:gd name="connsiteY2" fmla="*/ 4306111 h 5149174"/>
              <a:gd name="connsiteX3" fmla="*/ 3429002 w 3999691"/>
              <a:gd name="connsiteY3" fmla="*/ 4311898 h 5149174"/>
              <a:gd name="connsiteX4" fmla="*/ 3434310 w 3999691"/>
              <a:gd name="connsiteY4" fmla="*/ 5149174 h 5149174"/>
              <a:gd name="connsiteX5" fmla="*/ 0 w 3999691"/>
              <a:gd name="connsiteY5" fmla="*/ 5148476 h 5149174"/>
              <a:gd name="connsiteX6" fmla="*/ 0 w 3999691"/>
              <a:gd name="connsiteY6" fmla="*/ 0 h 5149174"/>
              <a:gd name="connsiteX0" fmla="*/ 0 w 3999691"/>
              <a:gd name="connsiteY0" fmla="*/ 0 h 5149174"/>
              <a:gd name="connsiteX1" fmla="*/ 3999691 w 3999691"/>
              <a:gd name="connsiteY1" fmla="*/ 0 h 5149174"/>
              <a:gd name="connsiteX2" fmla="*/ 3992029 w 3999691"/>
              <a:gd name="connsiteY2" fmla="*/ 4306111 h 5149174"/>
              <a:gd name="connsiteX3" fmla="*/ 3424112 w 3999691"/>
              <a:gd name="connsiteY3" fmla="*/ 3459680 h 5149174"/>
              <a:gd name="connsiteX4" fmla="*/ 3434310 w 3999691"/>
              <a:gd name="connsiteY4" fmla="*/ 5149174 h 5149174"/>
              <a:gd name="connsiteX5" fmla="*/ 0 w 3999691"/>
              <a:gd name="connsiteY5" fmla="*/ 5148476 h 5149174"/>
              <a:gd name="connsiteX6" fmla="*/ 0 w 3999691"/>
              <a:gd name="connsiteY6" fmla="*/ 0 h 5149174"/>
              <a:gd name="connsiteX0" fmla="*/ 0 w 3999691"/>
              <a:gd name="connsiteY0" fmla="*/ 0 h 5149174"/>
              <a:gd name="connsiteX1" fmla="*/ 3999691 w 3999691"/>
              <a:gd name="connsiteY1" fmla="*/ 0 h 5149174"/>
              <a:gd name="connsiteX2" fmla="*/ 3994474 w 3999691"/>
              <a:gd name="connsiteY2" fmla="*/ 3463689 h 5149174"/>
              <a:gd name="connsiteX3" fmla="*/ 3424112 w 3999691"/>
              <a:gd name="connsiteY3" fmla="*/ 3459680 h 5149174"/>
              <a:gd name="connsiteX4" fmla="*/ 3434310 w 3999691"/>
              <a:gd name="connsiteY4" fmla="*/ 5149174 h 5149174"/>
              <a:gd name="connsiteX5" fmla="*/ 0 w 3999691"/>
              <a:gd name="connsiteY5" fmla="*/ 5148476 h 5149174"/>
              <a:gd name="connsiteX6" fmla="*/ 0 w 3999691"/>
              <a:gd name="connsiteY6" fmla="*/ 0 h 5149174"/>
              <a:gd name="connsiteX0" fmla="*/ 0 w 3999691"/>
              <a:gd name="connsiteY0" fmla="*/ 0 h 5149174"/>
              <a:gd name="connsiteX1" fmla="*/ 3999691 w 3999691"/>
              <a:gd name="connsiteY1" fmla="*/ 0 h 5149174"/>
              <a:gd name="connsiteX2" fmla="*/ 3994474 w 3999691"/>
              <a:gd name="connsiteY2" fmla="*/ 3463689 h 5149174"/>
              <a:gd name="connsiteX3" fmla="*/ 3429002 w 3999691"/>
              <a:gd name="connsiteY3" fmla="*/ 3454782 h 5149174"/>
              <a:gd name="connsiteX4" fmla="*/ 3434310 w 3999691"/>
              <a:gd name="connsiteY4" fmla="*/ 5149174 h 5149174"/>
              <a:gd name="connsiteX5" fmla="*/ 0 w 3999691"/>
              <a:gd name="connsiteY5" fmla="*/ 5148476 h 5149174"/>
              <a:gd name="connsiteX6" fmla="*/ 0 w 3999691"/>
              <a:gd name="connsiteY6" fmla="*/ 0 h 5149174"/>
              <a:gd name="connsiteX0" fmla="*/ 0 w 3999691"/>
              <a:gd name="connsiteY0" fmla="*/ 0 h 5149174"/>
              <a:gd name="connsiteX1" fmla="*/ 3999691 w 3999691"/>
              <a:gd name="connsiteY1" fmla="*/ 0 h 5149174"/>
              <a:gd name="connsiteX2" fmla="*/ 3994474 w 3999691"/>
              <a:gd name="connsiteY2" fmla="*/ 3463689 h 5149174"/>
              <a:gd name="connsiteX3" fmla="*/ 3433892 w 3999691"/>
              <a:gd name="connsiteY3" fmla="*/ 3469476 h 5149174"/>
              <a:gd name="connsiteX4" fmla="*/ 3434310 w 3999691"/>
              <a:gd name="connsiteY4" fmla="*/ 5149174 h 5149174"/>
              <a:gd name="connsiteX5" fmla="*/ 0 w 3999691"/>
              <a:gd name="connsiteY5" fmla="*/ 5148476 h 5149174"/>
              <a:gd name="connsiteX6" fmla="*/ 0 w 3999691"/>
              <a:gd name="connsiteY6" fmla="*/ 0 h 5149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99691" h="5149174">
                <a:moveTo>
                  <a:pt x="0" y="0"/>
                </a:moveTo>
                <a:lnTo>
                  <a:pt x="3999691" y="0"/>
                </a:lnTo>
                <a:lnTo>
                  <a:pt x="3994474" y="3463689"/>
                </a:lnTo>
                <a:lnTo>
                  <a:pt x="3433892" y="3469476"/>
                </a:lnTo>
                <a:cubicBezTo>
                  <a:pt x="3433500" y="3755053"/>
                  <a:pt x="3434702" y="4863597"/>
                  <a:pt x="3434310" y="5149174"/>
                </a:cubicBezTo>
                <a:lnTo>
                  <a:pt x="0" y="5148476"/>
                </a:lnTo>
                <a:lnTo>
                  <a:pt x="0" y="0"/>
                </a:lnTo>
                <a:close/>
              </a:path>
            </a:pathLst>
          </a:custGeom>
        </p:spPr>
        <p:txBody>
          <a:bodyPr/>
          <a:lstStyle/>
          <a:p>
            <a:endParaRPr lang="de-DE" dirty="0"/>
          </a:p>
        </p:txBody>
      </p:sp>
      <p:sp>
        <p:nvSpPr>
          <p:cNvPr id="11" name="Rechteck 10">
            <a:extLst>
              <a:ext uri="{FF2B5EF4-FFF2-40B4-BE49-F238E27FC236}">
                <a16:creationId xmlns:a16="http://schemas.microsoft.com/office/drawing/2014/main" id="{34973965-DE02-6F47-17C5-EBBB7851BE7E}"/>
              </a:ext>
            </a:extLst>
          </p:cNvPr>
          <p:cNvSpPr/>
          <p:nvPr userDrawn="1"/>
        </p:nvSpPr>
        <p:spPr>
          <a:xfrm>
            <a:off x="3330002" y="297509"/>
            <a:ext cx="4289998" cy="128461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sp>
        <p:nvSpPr>
          <p:cNvPr id="9" name="Rechteck 8">
            <a:extLst>
              <a:ext uri="{FF2B5EF4-FFF2-40B4-BE49-F238E27FC236}">
                <a16:creationId xmlns:a16="http://schemas.microsoft.com/office/drawing/2014/main" id="{04B5615E-D15D-6FBD-3572-CBCFA7D8D6AF}"/>
              </a:ext>
            </a:extLst>
          </p:cNvPr>
          <p:cNvSpPr/>
          <p:nvPr userDrawn="1"/>
        </p:nvSpPr>
        <p:spPr>
          <a:xfrm>
            <a:off x="3570001" y="5401504"/>
            <a:ext cx="4049999" cy="313496"/>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dirty="0"/>
          </a:p>
        </p:txBody>
      </p:sp>
      <p:sp>
        <p:nvSpPr>
          <p:cNvPr id="6" name="Fußzeilenplatzhalter 5">
            <a:extLst>
              <a:ext uri="{FF2B5EF4-FFF2-40B4-BE49-F238E27FC236}">
                <a16:creationId xmlns:a16="http://schemas.microsoft.com/office/drawing/2014/main" id="{8B32E56E-3AAF-431C-5AFC-599CC8481FC0}"/>
              </a:ext>
            </a:extLst>
          </p:cNvPr>
          <p:cNvSpPr>
            <a:spLocks noGrp="1"/>
          </p:cNvSpPr>
          <p:nvPr>
            <p:ph type="ftr" sz="quarter" idx="11"/>
          </p:nvPr>
        </p:nvSpPr>
        <p:spPr>
          <a:xfrm>
            <a:off x="690011" y="5426939"/>
            <a:ext cx="6719977" cy="188513"/>
          </a:xfrm>
        </p:spPr>
        <p:txBody>
          <a:bodyPr/>
          <a:lstStyle>
            <a:lvl1pPr algn="r">
              <a:defRPr/>
            </a:lvl1pPr>
          </a:lstStyle>
          <a:p>
            <a:r>
              <a:rPr lang="de-DE"/>
              <a:t>TUM School of Computation, Information and Technology | Technische Universität München</a:t>
            </a:r>
            <a:endParaRPr lang="de-DE" dirty="0"/>
          </a:p>
        </p:txBody>
      </p:sp>
      <p:sp>
        <p:nvSpPr>
          <p:cNvPr id="13" name="Rechteck 12">
            <a:extLst>
              <a:ext uri="{FF2B5EF4-FFF2-40B4-BE49-F238E27FC236}">
                <a16:creationId xmlns:a16="http://schemas.microsoft.com/office/drawing/2014/main" id="{07484FF9-48FC-9F73-F82A-FF1913222684}"/>
              </a:ext>
            </a:extLst>
          </p:cNvPr>
          <p:cNvSpPr/>
          <p:nvPr userDrawn="1"/>
        </p:nvSpPr>
        <p:spPr>
          <a:xfrm>
            <a:off x="2850003" y="4777493"/>
            <a:ext cx="959997" cy="93750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sp>
        <p:nvSpPr>
          <p:cNvPr id="14" name="Titel 7">
            <a:extLst>
              <a:ext uri="{FF2B5EF4-FFF2-40B4-BE49-F238E27FC236}">
                <a16:creationId xmlns:a16="http://schemas.microsoft.com/office/drawing/2014/main" id="{C716D532-77B3-0ED1-38B6-D3E50D50DD34}"/>
              </a:ext>
            </a:extLst>
          </p:cNvPr>
          <p:cNvSpPr>
            <a:spLocks noGrp="1"/>
          </p:cNvSpPr>
          <p:nvPr>
            <p:ph type="title"/>
          </p:nvPr>
        </p:nvSpPr>
        <p:spPr>
          <a:xfrm>
            <a:off x="3813000" y="307192"/>
            <a:ext cx="2636992" cy="1278307"/>
          </a:xfrm>
        </p:spPr>
        <p:txBody>
          <a:bodyPr anchor="ctr"/>
          <a:lstStyle>
            <a:lvl1pPr>
              <a:defRPr sz="2500">
                <a:solidFill>
                  <a:schemeClr val="bg1"/>
                </a:solidFill>
              </a:defRPr>
            </a:lvl1pPr>
          </a:lstStyle>
          <a:p>
            <a:endParaRPr lang="de-DE" dirty="0"/>
          </a:p>
        </p:txBody>
      </p:sp>
      <p:sp>
        <p:nvSpPr>
          <p:cNvPr id="15" name="Textplatzhalter 3">
            <a:extLst>
              <a:ext uri="{FF2B5EF4-FFF2-40B4-BE49-F238E27FC236}">
                <a16:creationId xmlns:a16="http://schemas.microsoft.com/office/drawing/2014/main" id="{7E76CDB1-7AC3-6EC5-62E6-E0B60A3B8A4B}"/>
              </a:ext>
            </a:extLst>
          </p:cNvPr>
          <p:cNvSpPr>
            <a:spLocks noGrp="1"/>
          </p:cNvSpPr>
          <p:nvPr>
            <p:ph type="body" sz="half" idx="2"/>
          </p:nvPr>
        </p:nvSpPr>
        <p:spPr>
          <a:xfrm>
            <a:off x="3810000" y="1897503"/>
            <a:ext cx="3599988" cy="3199989"/>
          </a:xfrm>
        </p:spPr>
        <p:txBody>
          <a:bodyPr>
            <a:normAutofit/>
          </a:bodyPr>
          <a:lstStyle>
            <a:lvl1pPr marL="238115" indent="-238115">
              <a:buFont typeface="Wingdings" panose="05000000000000000000" pitchFamily="2" charset="2"/>
              <a:buChar char="§"/>
              <a:defRPr sz="1167"/>
            </a:lvl1pPr>
            <a:lvl2pPr marL="380985" indent="0">
              <a:buNone/>
              <a:defRPr sz="1167"/>
            </a:lvl2pPr>
            <a:lvl3pPr marL="761970" indent="0">
              <a:buNone/>
              <a:defRPr sz="1000"/>
            </a:lvl3pPr>
            <a:lvl4pPr marL="1142954" indent="0">
              <a:buNone/>
              <a:defRPr sz="833"/>
            </a:lvl4pPr>
            <a:lvl5pPr marL="1523939" indent="0">
              <a:buNone/>
              <a:defRPr sz="833"/>
            </a:lvl5pPr>
            <a:lvl6pPr marL="1904924" indent="0">
              <a:buNone/>
              <a:defRPr sz="833"/>
            </a:lvl6pPr>
            <a:lvl7pPr marL="2285909" indent="0">
              <a:buNone/>
              <a:defRPr sz="833"/>
            </a:lvl7pPr>
            <a:lvl8pPr marL="2666893" indent="0">
              <a:buNone/>
              <a:defRPr sz="833"/>
            </a:lvl8pPr>
            <a:lvl9pPr marL="3047878" indent="0">
              <a:buNone/>
              <a:defRPr sz="833"/>
            </a:lvl9pPr>
          </a:lstStyle>
          <a:p>
            <a:pPr lvl="0"/>
            <a:r>
              <a:rPr lang="de-DE" dirty="0"/>
              <a:t>Mastertextformat bearbeiten</a:t>
            </a:r>
          </a:p>
        </p:txBody>
      </p:sp>
      <p:sp>
        <p:nvSpPr>
          <p:cNvPr id="5" name="Foliennummernplatzhalter 4">
            <a:extLst>
              <a:ext uri="{FF2B5EF4-FFF2-40B4-BE49-F238E27FC236}">
                <a16:creationId xmlns:a16="http://schemas.microsoft.com/office/drawing/2014/main" id="{D93C1EF6-8098-2D6C-E4D7-B6D44E4A0BE5}"/>
              </a:ext>
            </a:extLst>
          </p:cNvPr>
          <p:cNvSpPr>
            <a:spLocks noGrp="1"/>
          </p:cNvSpPr>
          <p:nvPr>
            <p:ph type="sldNum" sz="quarter" idx="4294967295"/>
          </p:nvPr>
        </p:nvSpPr>
        <p:spPr>
          <a:xfrm>
            <a:off x="210013" y="5426939"/>
            <a:ext cx="497959" cy="188513"/>
          </a:xfrm>
        </p:spPr>
        <p:txBody>
          <a:bodyPr/>
          <a:lstStyle>
            <a:lvl1pPr algn="l">
              <a:defRPr/>
            </a:lvl1pPr>
          </a:lstStyle>
          <a:p>
            <a:fld id="{7BC6339C-EBB9-4F99-9F6F-F0910A22596F}" type="slidenum">
              <a:rPr lang="de-DE" smtClean="0"/>
              <a:pPr/>
              <a:t>‹#›</a:t>
            </a:fld>
            <a:endParaRPr lang="de-DE"/>
          </a:p>
        </p:txBody>
      </p:sp>
      <p:sp>
        <p:nvSpPr>
          <p:cNvPr id="2" name="Bildplatzhalter 3">
            <a:extLst>
              <a:ext uri="{FF2B5EF4-FFF2-40B4-BE49-F238E27FC236}">
                <a16:creationId xmlns:a16="http://schemas.microsoft.com/office/drawing/2014/main" id="{185F9C6C-EA32-C873-EA74-F15CB9AFF55E}"/>
              </a:ext>
            </a:extLst>
          </p:cNvPr>
          <p:cNvSpPr>
            <a:spLocks noGrp="1"/>
          </p:cNvSpPr>
          <p:nvPr>
            <p:ph type="pic" sz="quarter" idx="14"/>
          </p:nvPr>
        </p:nvSpPr>
        <p:spPr>
          <a:xfrm>
            <a:off x="0" y="1"/>
            <a:ext cx="3335073" cy="2806701"/>
          </a:xfrm>
          <a:ln>
            <a:noFill/>
          </a:ln>
        </p:spPr>
        <p:txBody>
          <a:bodyPr/>
          <a:lstStyle/>
          <a:p>
            <a:endParaRPr lang="de-DE"/>
          </a:p>
        </p:txBody>
      </p:sp>
      <p:sp>
        <p:nvSpPr>
          <p:cNvPr id="4" name="Rechteck 3">
            <a:extLst>
              <a:ext uri="{FF2B5EF4-FFF2-40B4-BE49-F238E27FC236}">
                <a16:creationId xmlns:a16="http://schemas.microsoft.com/office/drawing/2014/main" id="{1EA58197-6AC2-C367-17C0-7436463AFBC3}"/>
              </a:ext>
            </a:extLst>
          </p:cNvPr>
          <p:cNvSpPr/>
          <p:nvPr userDrawn="1"/>
        </p:nvSpPr>
        <p:spPr>
          <a:xfrm>
            <a:off x="6632613" y="-1"/>
            <a:ext cx="987387" cy="99705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pic>
        <p:nvPicPr>
          <p:cNvPr id="20" name="Grafik 19" descr="Ein Bild, das Grafiken, weiß, Schwarz, Design enthält.&#10;&#10;Automatisch generierte Beschreibung">
            <a:extLst>
              <a:ext uri="{FF2B5EF4-FFF2-40B4-BE49-F238E27FC236}">
                <a16:creationId xmlns:a16="http://schemas.microsoft.com/office/drawing/2014/main" id="{A2D8DA6D-EBBA-F195-12C7-DF85F77C525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887971" y="320302"/>
            <a:ext cx="480000" cy="338378"/>
          </a:xfrm>
          <a:prstGeom prst="rect">
            <a:avLst/>
          </a:prstGeom>
        </p:spPr>
      </p:pic>
      <p:sp>
        <p:nvSpPr>
          <p:cNvPr id="7" name="Rechteck 6">
            <a:extLst>
              <a:ext uri="{FF2B5EF4-FFF2-40B4-BE49-F238E27FC236}">
                <a16:creationId xmlns:a16="http://schemas.microsoft.com/office/drawing/2014/main" id="{AB985132-6A46-4E4C-4723-962EED1E0972}"/>
              </a:ext>
            </a:extLst>
          </p:cNvPr>
          <p:cNvSpPr/>
          <p:nvPr userDrawn="1"/>
        </p:nvSpPr>
        <p:spPr>
          <a:xfrm>
            <a:off x="3330003" y="-17875"/>
            <a:ext cx="479998" cy="31538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spTree>
    <p:extLst>
      <p:ext uri="{BB962C8B-B14F-4D97-AF65-F5344CB8AC3E}">
        <p14:creationId xmlns:p14="http://schemas.microsoft.com/office/powerpoint/2010/main" val="39026401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Inhalt mit 3 Bildern links">
    <p:spTree>
      <p:nvGrpSpPr>
        <p:cNvPr id="1" name=""/>
        <p:cNvGrpSpPr/>
        <p:nvPr/>
      </p:nvGrpSpPr>
      <p:grpSpPr>
        <a:xfrm>
          <a:off x="0" y="0"/>
          <a:ext cx="0" cy="0"/>
          <a:chOff x="0" y="0"/>
          <a:chExt cx="0" cy="0"/>
        </a:xfrm>
      </p:grpSpPr>
      <p:sp>
        <p:nvSpPr>
          <p:cNvPr id="3" name="Bildplatzhalter 2">
            <a:extLst>
              <a:ext uri="{FF2B5EF4-FFF2-40B4-BE49-F238E27FC236}">
                <a16:creationId xmlns:a16="http://schemas.microsoft.com/office/drawing/2014/main" id="{42DD9EB5-F92C-DF31-84C5-D321ED1DCE01}"/>
              </a:ext>
            </a:extLst>
          </p:cNvPr>
          <p:cNvSpPr>
            <a:spLocks noGrp="1"/>
          </p:cNvSpPr>
          <p:nvPr>
            <p:ph type="pic" sz="quarter" idx="13"/>
          </p:nvPr>
        </p:nvSpPr>
        <p:spPr>
          <a:xfrm>
            <a:off x="-3074" y="2859000"/>
            <a:ext cx="3333076" cy="2856000"/>
          </a:xfrm>
          <a:custGeom>
            <a:avLst/>
            <a:gdLst>
              <a:gd name="connsiteX0" fmla="*/ 0 w 3999691"/>
              <a:gd name="connsiteY0" fmla="*/ 0 h 5148476"/>
              <a:gd name="connsiteX1" fmla="*/ 3999691 w 3999691"/>
              <a:gd name="connsiteY1" fmla="*/ 0 h 5148476"/>
              <a:gd name="connsiteX2" fmla="*/ 3999691 w 3999691"/>
              <a:gd name="connsiteY2" fmla="*/ 5148476 h 5148476"/>
              <a:gd name="connsiteX3" fmla="*/ 0 w 3999691"/>
              <a:gd name="connsiteY3" fmla="*/ 5148476 h 5148476"/>
              <a:gd name="connsiteX4" fmla="*/ 0 w 3999691"/>
              <a:gd name="connsiteY4" fmla="*/ 0 h 5148476"/>
              <a:gd name="connsiteX0" fmla="*/ 0 w 3999691"/>
              <a:gd name="connsiteY0" fmla="*/ 0 h 5149174"/>
              <a:gd name="connsiteX1" fmla="*/ 3999691 w 3999691"/>
              <a:gd name="connsiteY1" fmla="*/ 0 h 5149174"/>
              <a:gd name="connsiteX2" fmla="*/ 3999691 w 3999691"/>
              <a:gd name="connsiteY2" fmla="*/ 5148476 h 5149174"/>
              <a:gd name="connsiteX3" fmla="*/ 3414855 w 3999691"/>
              <a:gd name="connsiteY3" fmla="*/ 5149174 h 5149174"/>
              <a:gd name="connsiteX4" fmla="*/ 0 w 3999691"/>
              <a:gd name="connsiteY4" fmla="*/ 5148476 h 5149174"/>
              <a:gd name="connsiteX5" fmla="*/ 0 w 3999691"/>
              <a:gd name="connsiteY5" fmla="*/ 0 h 5149174"/>
              <a:gd name="connsiteX0" fmla="*/ 0 w 3999691"/>
              <a:gd name="connsiteY0" fmla="*/ 0 h 5149174"/>
              <a:gd name="connsiteX1" fmla="*/ 3999691 w 3999691"/>
              <a:gd name="connsiteY1" fmla="*/ 0 h 5149174"/>
              <a:gd name="connsiteX2" fmla="*/ 3992029 w 3999691"/>
              <a:gd name="connsiteY2" fmla="*/ 4286655 h 5149174"/>
              <a:gd name="connsiteX3" fmla="*/ 3999691 w 3999691"/>
              <a:gd name="connsiteY3" fmla="*/ 5148476 h 5149174"/>
              <a:gd name="connsiteX4" fmla="*/ 3414855 w 3999691"/>
              <a:gd name="connsiteY4" fmla="*/ 5149174 h 5149174"/>
              <a:gd name="connsiteX5" fmla="*/ 0 w 3999691"/>
              <a:gd name="connsiteY5" fmla="*/ 5148476 h 5149174"/>
              <a:gd name="connsiteX6" fmla="*/ 0 w 3999691"/>
              <a:gd name="connsiteY6" fmla="*/ 0 h 5149174"/>
              <a:gd name="connsiteX0" fmla="*/ 0 w 3999691"/>
              <a:gd name="connsiteY0" fmla="*/ 0 h 5149174"/>
              <a:gd name="connsiteX1" fmla="*/ 3999691 w 3999691"/>
              <a:gd name="connsiteY1" fmla="*/ 0 h 5149174"/>
              <a:gd name="connsiteX2" fmla="*/ 3992029 w 3999691"/>
              <a:gd name="connsiteY2" fmla="*/ 4286655 h 5149174"/>
              <a:gd name="connsiteX3" fmla="*/ 3416032 w 3999691"/>
              <a:gd name="connsiteY3" fmla="*/ 4292442 h 5149174"/>
              <a:gd name="connsiteX4" fmla="*/ 3414855 w 3999691"/>
              <a:gd name="connsiteY4" fmla="*/ 5149174 h 5149174"/>
              <a:gd name="connsiteX5" fmla="*/ 0 w 3999691"/>
              <a:gd name="connsiteY5" fmla="*/ 5148476 h 5149174"/>
              <a:gd name="connsiteX6" fmla="*/ 0 w 3999691"/>
              <a:gd name="connsiteY6" fmla="*/ 0 h 5149174"/>
              <a:gd name="connsiteX0" fmla="*/ 0 w 3999691"/>
              <a:gd name="connsiteY0" fmla="*/ 0 h 5149174"/>
              <a:gd name="connsiteX1" fmla="*/ 3999691 w 3999691"/>
              <a:gd name="connsiteY1" fmla="*/ 0 h 5149174"/>
              <a:gd name="connsiteX2" fmla="*/ 3992029 w 3999691"/>
              <a:gd name="connsiteY2" fmla="*/ 4293141 h 5149174"/>
              <a:gd name="connsiteX3" fmla="*/ 3416032 w 3999691"/>
              <a:gd name="connsiteY3" fmla="*/ 4292442 h 5149174"/>
              <a:gd name="connsiteX4" fmla="*/ 3414855 w 3999691"/>
              <a:gd name="connsiteY4" fmla="*/ 5149174 h 5149174"/>
              <a:gd name="connsiteX5" fmla="*/ 0 w 3999691"/>
              <a:gd name="connsiteY5" fmla="*/ 5148476 h 5149174"/>
              <a:gd name="connsiteX6" fmla="*/ 0 w 3999691"/>
              <a:gd name="connsiteY6" fmla="*/ 0 h 5149174"/>
              <a:gd name="connsiteX0" fmla="*/ 0 w 3999691"/>
              <a:gd name="connsiteY0" fmla="*/ 0 h 5149174"/>
              <a:gd name="connsiteX1" fmla="*/ 3999691 w 3999691"/>
              <a:gd name="connsiteY1" fmla="*/ 0 h 5149174"/>
              <a:gd name="connsiteX2" fmla="*/ 3992029 w 3999691"/>
              <a:gd name="connsiteY2" fmla="*/ 4293141 h 5149174"/>
              <a:gd name="connsiteX3" fmla="*/ 3422517 w 3999691"/>
              <a:gd name="connsiteY3" fmla="*/ 4292442 h 5149174"/>
              <a:gd name="connsiteX4" fmla="*/ 3414855 w 3999691"/>
              <a:gd name="connsiteY4" fmla="*/ 5149174 h 5149174"/>
              <a:gd name="connsiteX5" fmla="*/ 0 w 3999691"/>
              <a:gd name="connsiteY5" fmla="*/ 5148476 h 5149174"/>
              <a:gd name="connsiteX6" fmla="*/ 0 w 3999691"/>
              <a:gd name="connsiteY6" fmla="*/ 0 h 5149174"/>
              <a:gd name="connsiteX0" fmla="*/ 0 w 3999691"/>
              <a:gd name="connsiteY0" fmla="*/ 0 h 5149174"/>
              <a:gd name="connsiteX1" fmla="*/ 3999691 w 3999691"/>
              <a:gd name="connsiteY1" fmla="*/ 0 h 5149174"/>
              <a:gd name="connsiteX2" fmla="*/ 3992029 w 3999691"/>
              <a:gd name="connsiteY2" fmla="*/ 4306111 h 5149174"/>
              <a:gd name="connsiteX3" fmla="*/ 3422517 w 3999691"/>
              <a:gd name="connsiteY3" fmla="*/ 4292442 h 5149174"/>
              <a:gd name="connsiteX4" fmla="*/ 3414855 w 3999691"/>
              <a:gd name="connsiteY4" fmla="*/ 5149174 h 5149174"/>
              <a:gd name="connsiteX5" fmla="*/ 0 w 3999691"/>
              <a:gd name="connsiteY5" fmla="*/ 5148476 h 5149174"/>
              <a:gd name="connsiteX6" fmla="*/ 0 w 3999691"/>
              <a:gd name="connsiteY6" fmla="*/ 0 h 5149174"/>
              <a:gd name="connsiteX0" fmla="*/ 0 w 3999691"/>
              <a:gd name="connsiteY0" fmla="*/ 0 h 5149174"/>
              <a:gd name="connsiteX1" fmla="*/ 3999691 w 3999691"/>
              <a:gd name="connsiteY1" fmla="*/ 0 h 5149174"/>
              <a:gd name="connsiteX2" fmla="*/ 3992029 w 3999691"/>
              <a:gd name="connsiteY2" fmla="*/ 4306111 h 5149174"/>
              <a:gd name="connsiteX3" fmla="*/ 3429002 w 3999691"/>
              <a:gd name="connsiteY3" fmla="*/ 4311898 h 5149174"/>
              <a:gd name="connsiteX4" fmla="*/ 3414855 w 3999691"/>
              <a:gd name="connsiteY4" fmla="*/ 5149174 h 5149174"/>
              <a:gd name="connsiteX5" fmla="*/ 0 w 3999691"/>
              <a:gd name="connsiteY5" fmla="*/ 5148476 h 5149174"/>
              <a:gd name="connsiteX6" fmla="*/ 0 w 3999691"/>
              <a:gd name="connsiteY6" fmla="*/ 0 h 5149174"/>
              <a:gd name="connsiteX0" fmla="*/ 0 w 3999691"/>
              <a:gd name="connsiteY0" fmla="*/ 0 h 5149174"/>
              <a:gd name="connsiteX1" fmla="*/ 3999691 w 3999691"/>
              <a:gd name="connsiteY1" fmla="*/ 0 h 5149174"/>
              <a:gd name="connsiteX2" fmla="*/ 3992029 w 3999691"/>
              <a:gd name="connsiteY2" fmla="*/ 4306111 h 5149174"/>
              <a:gd name="connsiteX3" fmla="*/ 3429002 w 3999691"/>
              <a:gd name="connsiteY3" fmla="*/ 4311898 h 5149174"/>
              <a:gd name="connsiteX4" fmla="*/ 3434310 w 3999691"/>
              <a:gd name="connsiteY4" fmla="*/ 5149174 h 5149174"/>
              <a:gd name="connsiteX5" fmla="*/ 0 w 3999691"/>
              <a:gd name="connsiteY5" fmla="*/ 5148476 h 5149174"/>
              <a:gd name="connsiteX6" fmla="*/ 0 w 3999691"/>
              <a:gd name="connsiteY6" fmla="*/ 0 h 5149174"/>
              <a:gd name="connsiteX0" fmla="*/ 0 w 3999691"/>
              <a:gd name="connsiteY0" fmla="*/ 0 h 5149174"/>
              <a:gd name="connsiteX1" fmla="*/ 3999691 w 3999691"/>
              <a:gd name="connsiteY1" fmla="*/ 0 h 5149174"/>
              <a:gd name="connsiteX2" fmla="*/ 3992029 w 3999691"/>
              <a:gd name="connsiteY2" fmla="*/ 4306111 h 5149174"/>
              <a:gd name="connsiteX3" fmla="*/ 3424112 w 3999691"/>
              <a:gd name="connsiteY3" fmla="*/ 3459680 h 5149174"/>
              <a:gd name="connsiteX4" fmla="*/ 3434310 w 3999691"/>
              <a:gd name="connsiteY4" fmla="*/ 5149174 h 5149174"/>
              <a:gd name="connsiteX5" fmla="*/ 0 w 3999691"/>
              <a:gd name="connsiteY5" fmla="*/ 5148476 h 5149174"/>
              <a:gd name="connsiteX6" fmla="*/ 0 w 3999691"/>
              <a:gd name="connsiteY6" fmla="*/ 0 h 5149174"/>
              <a:gd name="connsiteX0" fmla="*/ 0 w 3999691"/>
              <a:gd name="connsiteY0" fmla="*/ 0 h 5149174"/>
              <a:gd name="connsiteX1" fmla="*/ 3999691 w 3999691"/>
              <a:gd name="connsiteY1" fmla="*/ 0 h 5149174"/>
              <a:gd name="connsiteX2" fmla="*/ 3994474 w 3999691"/>
              <a:gd name="connsiteY2" fmla="*/ 3463689 h 5149174"/>
              <a:gd name="connsiteX3" fmla="*/ 3424112 w 3999691"/>
              <a:gd name="connsiteY3" fmla="*/ 3459680 h 5149174"/>
              <a:gd name="connsiteX4" fmla="*/ 3434310 w 3999691"/>
              <a:gd name="connsiteY4" fmla="*/ 5149174 h 5149174"/>
              <a:gd name="connsiteX5" fmla="*/ 0 w 3999691"/>
              <a:gd name="connsiteY5" fmla="*/ 5148476 h 5149174"/>
              <a:gd name="connsiteX6" fmla="*/ 0 w 3999691"/>
              <a:gd name="connsiteY6" fmla="*/ 0 h 5149174"/>
              <a:gd name="connsiteX0" fmla="*/ 0 w 3999691"/>
              <a:gd name="connsiteY0" fmla="*/ 0 h 5149174"/>
              <a:gd name="connsiteX1" fmla="*/ 3999691 w 3999691"/>
              <a:gd name="connsiteY1" fmla="*/ 0 h 5149174"/>
              <a:gd name="connsiteX2" fmla="*/ 3994474 w 3999691"/>
              <a:gd name="connsiteY2" fmla="*/ 3463689 h 5149174"/>
              <a:gd name="connsiteX3" fmla="*/ 3429002 w 3999691"/>
              <a:gd name="connsiteY3" fmla="*/ 3454782 h 5149174"/>
              <a:gd name="connsiteX4" fmla="*/ 3434310 w 3999691"/>
              <a:gd name="connsiteY4" fmla="*/ 5149174 h 5149174"/>
              <a:gd name="connsiteX5" fmla="*/ 0 w 3999691"/>
              <a:gd name="connsiteY5" fmla="*/ 5148476 h 5149174"/>
              <a:gd name="connsiteX6" fmla="*/ 0 w 3999691"/>
              <a:gd name="connsiteY6" fmla="*/ 0 h 5149174"/>
              <a:gd name="connsiteX0" fmla="*/ 0 w 3999691"/>
              <a:gd name="connsiteY0" fmla="*/ 0 h 5149174"/>
              <a:gd name="connsiteX1" fmla="*/ 3999691 w 3999691"/>
              <a:gd name="connsiteY1" fmla="*/ 0 h 5149174"/>
              <a:gd name="connsiteX2" fmla="*/ 3994474 w 3999691"/>
              <a:gd name="connsiteY2" fmla="*/ 3463689 h 5149174"/>
              <a:gd name="connsiteX3" fmla="*/ 3433892 w 3999691"/>
              <a:gd name="connsiteY3" fmla="*/ 3469476 h 5149174"/>
              <a:gd name="connsiteX4" fmla="*/ 3434310 w 3999691"/>
              <a:gd name="connsiteY4" fmla="*/ 5149174 h 5149174"/>
              <a:gd name="connsiteX5" fmla="*/ 0 w 3999691"/>
              <a:gd name="connsiteY5" fmla="*/ 5148476 h 5149174"/>
              <a:gd name="connsiteX6" fmla="*/ 0 w 3999691"/>
              <a:gd name="connsiteY6" fmla="*/ 0 h 5149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99691" h="5149174">
                <a:moveTo>
                  <a:pt x="0" y="0"/>
                </a:moveTo>
                <a:lnTo>
                  <a:pt x="3999691" y="0"/>
                </a:lnTo>
                <a:lnTo>
                  <a:pt x="3994474" y="3463689"/>
                </a:lnTo>
                <a:lnTo>
                  <a:pt x="3433892" y="3469476"/>
                </a:lnTo>
                <a:cubicBezTo>
                  <a:pt x="3433500" y="3755053"/>
                  <a:pt x="3434702" y="4863597"/>
                  <a:pt x="3434310" y="5149174"/>
                </a:cubicBezTo>
                <a:lnTo>
                  <a:pt x="0" y="5148476"/>
                </a:lnTo>
                <a:lnTo>
                  <a:pt x="0" y="0"/>
                </a:lnTo>
                <a:close/>
              </a:path>
            </a:pathLst>
          </a:custGeom>
        </p:spPr>
        <p:txBody>
          <a:bodyPr/>
          <a:lstStyle/>
          <a:p>
            <a:endParaRPr lang="de-DE" dirty="0"/>
          </a:p>
        </p:txBody>
      </p:sp>
      <p:sp>
        <p:nvSpPr>
          <p:cNvPr id="9" name="Rechteck 8">
            <a:extLst>
              <a:ext uri="{FF2B5EF4-FFF2-40B4-BE49-F238E27FC236}">
                <a16:creationId xmlns:a16="http://schemas.microsoft.com/office/drawing/2014/main" id="{04B5615E-D15D-6FBD-3572-CBCFA7D8D6AF}"/>
              </a:ext>
            </a:extLst>
          </p:cNvPr>
          <p:cNvSpPr/>
          <p:nvPr userDrawn="1"/>
        </p:nvSpPr>
        <p:spPr>
          <a:xfrm>
            <a:off x="3570001" y="5401504"/>
            <a:ext cx="4049999" cy="313496"/>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dirty="0"/>
          </a:p>
        </p:txBody>
      </p:sp>
      <p:sp>
        <p:nvSpPr>
          <p:cNvPr id="6" name="Fußzeilenplatzhalter 5">
            <a:extLst>
              <a:ext uri="{FF2B5EF4-FFF2-40B4-BE49-F238E27FC236}">
                <a16:creationId xmlns:a16="http://schemas.microsoft.com/office/drawing/2014/main" id="{8B32E56E-3AAF-431C-5AFC-599CC8481FC0}"/>
              </a:ext>
            </a:extLst>
          </p:cNvPr>
          <p:cNvSpPr>
            <a:spLocks noGrp="1"/>
          </p:cNvSpPr>
          <p:nvPr>
            <p:ph type="ftr" sz="quarter" idx="11"/>
          </p:nvPr>
        </p:nvSpPr>
        <p:spPr>
          <a:xfrm>
            <a:off x="690011" y="5426939"/>
            <a:ext cx="6719977" cy="188513"/>
          </a:xfrm>
        </p:spPr>
        <p:txBody>
          <a:bodyPr/>
          <a:lstStyle>
            <a:lvl1pPr algn="r">
              <a:defRPr/>
            </a:lvl1pPr>
          </a:lstStyle>
          <a:p>
            <a:r>
              <a:rPr lang="de-DE"/>
              <a:t>TUM School of Computation, Information and Technology | Technische Universität München</a:t>
            </a:r>
            <a:endParaRPr lang="de-DE" dirty="0"/>
          </a:p>
        </p:txBody>
      </p:sp>
      <p:sp>
        <p:nvSpPr>
          <p:cNvPr id="13" name="Rechteck 12">
            <a:extLst>
              <a:ext uri="{FF2B5EF4-FFF2-40B4-BE49-F238E27FC236}">
                <a16:creationId xmlns:a16="http://schemas.microsoft.com/office/drawing/2014/main" id="{07484FF9-48FC-9F73-F82A-FF1913222684}"/>
              </a:ext>
            </a:extLst>
          </p:cNvPr>
          <p:cNvSpPr/>
          <p:nvPr userDrawn="1"/>
        </p:nvSpPr>
        <p:spPr>
          <a:xfrm>
            <a:off x="2850003" y="4777493"/>
            <a:ext cx="959997" cy="93750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sp>
        <p:nvSpPr>
          <p:cNvPr id="15" name="Textplatzhalter 3">
            <a:extLst>
              <a:ext uri="{FF2B5EF4-FFF2-40B4-BE49-F238E27FC236}">
                <a16:creationId xmlns:a16="http://schemas.microsoft.com/office/drawing/2014/main" id="{7E76CDB1-7AC3-6EC5-62E6-E0B60A3B8A4B}"/>
              </a:ext>
            </a:extLst>
          </p:cNvPr>
          <p:cNvSpPr>
            <a:spLocks noGrp="1"/>
          </p:cNvSpPr>
          <p:nvPr>
            <p:ph type="body" sz="half" idx="2"/>
          </p:nvPr>
        </p:nvSpPr>
        <p:spPr>
          <a:xfrm>
            <a:off x="3810000" y="1897503"/>
            <a:ext cx="3599988" cy="3199989"/>
          </a:xfrm>
        </p:spPr>
        <p:txBody>
          <a:bodyPr>
            <a:normAutofit/>
          </a:bodyPr>
          <a:lstStyle>
            <a:lvl1pPr marL="238115" indent="-238115">
              <a:buFont typeface="Wingdings" panose="05000000000000000000" pitchFamily="2" charset="2"/>
              <a:buChar char="§"/>
              <a:defRPr sz="1167"/>
            </a:lvl1pPr>
            <a:lvl2pPr marL="380985" indent="0">
              <a:buNone/>
              <a:defRPr sz="1167"/>
            </a:lvl2pPr>
            <a:lvl3pPr marL="761970" indent="0">
              <a:buNone/>
              <a:defRPr sz="1000"/>
            </a:lvl3pPr>
            <a:lvl4pPr marL="1142954" indent="0">
              <a:buNone/>
              <a:defRPr sz="833"/>
            </a:lvl4pPr>
            <a:lvl5pPr marL="1523939" indent="0">
              <a:buNone/>
              <a:defRPr sz="833"/>
            </a:lvl5pPr>
            <a:lvl6pPr marL="1904924" indent="0">
              <a:buNone/>
              <a:defRPr sz="833"/>
            </a:lvl6pPr>
            <a:lvl7pPr marL="2285909" indent="0">
              <a:buNone/>
              <a:defRPr sz="833"/>
            </a:lvl7pPr>
            <a:lvl8pPr marL="2666893" indent="0">
              <a:buNone/>
              <a:defRPr sz="833"/>
            </a:lvl8pPr>
            <a:lvl9pPr marL="3047878" indent="0">
              <a:buNone/>
              <a:defRPr sz="833"/>
            </a:lvl9pPr>
          </a:lstStyle>
          <a:p>
            <a:pPr lvl="0"/>
            <a:r>
              <a:rPr lang="de-DE" dirty="0"/>
              <a:t>Mastertextformat bearbeiten</a:t>
            </a:r>
          </a:p>
        </p:txBody>
      </p:sp>
      <p:sp>
        <p:nvSpPr>
          <p:cNvPr id="5" name="Foliennummernplatzhalter 4">
            <a:extLst>
              <a:ext uri="{FF2B5EF4-FFF2-40B4-BE49-F238E27FC236}">
                <a16:creationId xmlns:a16="http://schemas.microsoft.com/office/drawing/2014/main" id="{D93C1EF6-8098-2D6C-E4D7-B6D44E4A0BE5}"/>
              </a:ext>
            </a:extLst>
          </p:cNvPr>
          <p:cNvSpPr>
            <a:spLocks noGrp="1"/>
          </p:cNvSpPr>
          <p:nvPr>
            <p:ph type="sldNum" sz="quarter" idx="4294967295"/>
          </p:nvPr>
        </p:nvSpPr>
        <p:spPr>
          <a:xfrm>
            <a:off x="210013" y="5426939"/>
            <a:ext cx="497959" cy="188513"/>
          </a:xfrm>
        </p:spPr>
        <p:txBody>
          <a:bodyPr/>
          <a:lstStyle>
            <a:lvl1pPr algn="l">
              <a:defRPr/>
            </a:lvl1pPr>
          </a:lstStyle>
          <a:p>
            <a:fld id="{7BC6339C-EBB9-4F99-9F6F-F0910A22596F}" type="slidenum">
              <a:rPr lang="de-DE" smtClean="0"/>
              <a:pPr/>
              <a:t>‹#›</a:t>
            </a:fld>
            <a:endParaRPr lang="de-DE"/>
          </a:p>
        </p:txBody>
      </p:sp>
      <p:sp>
        <p:nvSpPr>
          <p:cNvPr id="8" name="Bildplatzhalter 3">
            <a:extLst>
              <a:ext uri="{FF2B5EF4-FFF2-40B4-BE49-F238E27FC236}">
                <a16:creationId xmlns:a16="http://schemas.microsoft.com/office/drawing/2014/main" id="{4AD2F786-137C-D462-D5A2-26AAA9716AB5}"/>
              </a:ext>
            </a:extLst>
          </p:cNvPr>
          <p:cNvSpPr>
            <a:spLocks noGrp="1"/>
          </p:cNvSpPr>
          <p:nvPr>
            <p:ph type="pic" sz="quarter" idx="16"/>
          </p:nvPr>
        </p:nvSpPr>
        <p:spPr>
          <a:xfrm>
            <a:off x="-4425" y="0"/>
            <a:ext cx="1644000" cy="2800000"/>
          </a:xfrm>
          <a:ln>
            <a:noFill/>
          </a:ln>
        </p:spPr>
        <p:txBody>
          <a:bodyPr/>
          <a:lstStyle/>
          <a:p>
            <a:endParaRPr lang="de-DE"/>
          </a:p>
        </p:txBody>
      </p:sp>
      <p:sp>
        <p:nvSpPr>
          <p:cNvPr id="10" name="Bildplatzhalter 3">
            <a:extLst>
              <a:ext uri="{FF2B5EF4-FFF2-40B4-BE49-F238E27FC236}">
                <a16:creationId xmlns:a16="http://schemas.microsoft.com/office/drawing/2014/main" id="{7AD1088C-9968-2E00-055D-8F58B9C172A9}"/>
              </a:ext>
            </a:extLst>
          </p:cNvPr>
          <p:cNvSpPr>
            <a:spLocks noGrp="1"/>
          </p:cNvSpPr>
          <p:nvPr>
            <p:ph type="pic" sz="quarter" idx="17"/>
          </p:nvPr>
        </p:nvSpPr>
        <p:spPr>
          <a:xfrm>
            <a:off x="1686001" y="0"/>
            <a:ext cx="1644000" cy="2800000"/>
          </a:xfrm>
          <a:ln>
            <a:noFill/>
          </a:ln>
        </p:spPr>
        <p:txBody>
          <a:bodyPr/>
          <a:lstStyle/>
          <a:p>
            <a:endParaRPr lang="de-DE"/>
          </a:p>
        </p:txBody>
      </p:sp>
      <p:sp>
        <p:nvSpPr>
          <p:cNvPr id="2" name="Rechteck 1">
            <a:extLst>
              <a:ext uri="{FF2B5EF4-FFF2-40B4-BE49-F238E27FC236}">
                <a16:creationId xmlns:a16="http://schemas.microsoft.com/office/drawing/2014/main" id="{8FBDBE20-7A6C-7CE1-24A5-4CEBA347AB7F}"/>
              </a:ext>
            </a:extLst>
          </p:cNvPr>
          <p:cNvSpPr/>
          <p:nvPr userDrawn="1"/>
        </p:nvSpPr>
        <p:spPr>
          <a:xfrm>
            <a:off x="3330002" y="297509"/>
            <a:ext cx="4289998" cy="128461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sp>
        <p:nvSpPr>
          <p:cNvPr id="7" name="Titel 7">
            <a:extLst>
              <a:ext uri="{FF2B5EF4-FFF2-40B4-BE49-F238E27FC236}">
                <a16:creationId xmlns:a16="http://schemas.microsoft.com/office/drawing/2014/main" id="{746165FA-2CE2-4D5A-E78C-5C0036CB831D}"/>
              </a:ext>
            </a:extLst>
          </p:cNvPr>
          <p:cNvSpPr>
            <a:spLocks noGrp="1"/>
          </p:cNvSpPr>
          <p:nvPr>
            <p:ph type="title"/>
          </p:nvPr>
        </p:nvSpPr>
        <p:spPr>
          <a:xfrm>
            <a:off x="3813000" y="307192"/>
            <a:ext cx="2636992" cy="1278307"/>
          </a:xfrm>
        </p:spPr>
        <p:txBody>
          <a:bodyPr anchor="ctr"/>
          <a:lstStyle>
            <a:lvl1pPr>
              <a:defRPr sz="2500">
                <a:solidFill>
                  <a:schemeClr val="bg1"/>
                </a:solidFill>
              </a:defRPr>
            </a:lvl1pPr>
          </a:lstStyle>
          <a:p>
            <a:endParaRPr lang="de-DE" dirty="0"/>
          </a:p>
        </p:txBody>
      </p:sp>
      <p:sp>
        <p:nvSpPr>
          <p:cNvPr id="11" name="Rechteck 10">
            <a:extLst>
              <a:ext uri="{FF2B5EF4-FFF2-40B4-BE49-F238E27FC236}">
                <a16:creationId xmlns:a16="http://schemas.microsoft.com/office/drawing/2014/main" id="{D42E7BE9-2A95-A079-61C6-4E6B287DD970}"/>
              </a:ext>
            </a:extLst>
          </p:cNvPr>
          <p:cNvSpPr/>
          <p:nvPr userDrawn="1"/>
        </p:nvSpPr>
        <p:spPr>
          <a:xfrm>
            <a:off x="6632613" y="-1"/>
            <a:ext cx="987387" cy="99705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pic>
        <p:nvPicPr>
          <p:cNvPr id="17" name="Grafik 16" descr="Ein Bild, das Grafiken, weiß, Schwarz, Design enthält.&#10;&#10;Automatisch generierte Beschreibung">
            <a:extLst>
              <a:ext uri="{FF2B5EF4-FFF2-40B4-BE49-F238E27FC236}">
                <a16:creationId xmlns:a16="http://schemas.microsoft.com/office/drawing/2014/main" id="{C6918D17-1EF6-E264-0426-BAA0DA47127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887971" y="320302"/>
            <a:ext cx="480000" cy="338378"/>
          </a:xfrm>
          <a:prstGeom prst="rect">
            <a:avLst/>
          </a:prstGeom>
        </p:spPr>
      </p:pic>
      <p:sp>
        <p:nvSpPr>
          <p:cNvPr id="12" name="Rechteck 11">
            <a:extLst>
              <a:ext uri="{FF2B5EF4-FFF2-40B4-BE49-F238E27FC236}">
                <a16:creationId xmlns:a16="http://schemas.microsoft.com/office/drawing/2014/main" id="{2A0FDDFC-37AD-EBEE-5A1C-753CEBED30C0}"/>
              </a:ext>
            </a:extLst>
          </p:cNvPr>
          <p:cNvSpPr/>
          <p:nvPr userDrawn="1"/>
        </p:nvSpPr>
        <p:spPr>
          <a:xfrm>
            <a:off x="3330003" y="-17875"/>
            <a:ext cx="479998" cy="31538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spTree>
    <p:extLst>
      <p:ext uri="{BB962C8B-B14F-4D97-AF65-F5344CB8AC3E}">
        <p14:creationId xmlns:p14="http://schemas.microsoft.com/office/powerpoint/2010/main" val="31257881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Inhalt mit 4 Bildern links">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BFC95463-42D9-EFC8-4A18-04113272EDC2}"/>
              </a:ext>
            </a:extLst>
          </p:cNvPr>
          <p:cNvSpPr/>
          <p:nvPr userDrawn="1"/>
        </p:nvSpPr>
        <p:spPr>
          <a:xfrm>
            <a:off x="3330002" y="297509"/>
            <a:ext cx="4289998" cy="128461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sp>
        <p:nvSpPr>
          <p:cNvPr id="11" name="Rechteck 10">
            <a:extLst>
              <a:ext uri="{FF2B5EF4-FFF2-40B4-BE49-F238E27FC236}">
                <a16:creationId xmlns:a16="http://schemas.microsoft.com/office/drawing/2014/main" id="{6D101571-1F87-37DE-6735-5875FCEAB89B}"/>
              </a:ext>
            </a:extLst>
          </p:cNvPr>
          <p:cNvSpPr/>
          <p:nvPr userDrawn="1"/>
        </p:nvSpPr>
        <p:spPr>
          <a:xfrm>
            <a:off x="6632613" y="-1"/>
            <a:ext cx="987387" cy="99705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sp>
        <p:nvSpPr>
          <p:cNvPr id="3" name="Bildplatzhalter 2">
            <a:extLst>
              <a:ext uri="{FF2B5EF4-FFF2-40B4-BE49-F238E27FC236}">
                <a16:creationId xmlns:a16="http://schemas.microsoft.com/office/drawing/2014/main" id="{42DD9EB5-F92C-DF31-84C5-D321ED1DCE01}"/>
              </a:ext>
            </a:extLst>
          </p:cNvPr>
          <p:cNvSpPr>
            <a:spLocks noGrp="1"/>
          </p:cNvSpPr>
          <p:nvPr>
            <p:ph type="pic" sz="quarter" idx="13"/>
          </p:nvPr>
        </p:nvSpPr>
        <p:spPr>
          <a:xfrm>
            <a:off x="1686001" y="2859000"/>
            <a:ext cx="1644001" cy="2859288"/>
          </a:xfrm>
          <a:custGeom>
            <a:avLst/>
            <a:gdLst>
              <a:gd name="connsiteX0" fmla="*/ 0 w 3999691"/>
              <a:gd name="connsiteY0" fmla="*/ 0 h 5148476"/>
              <a:gd name="connsiteX1" fmla="*/ 3999691 w 3999691"/>
              <a:gd name="connsiteY1" fmla="*/ 0 h 5148476"/>
              <a:gd name="connsiteX2" fmla="*/ 3999691 w 3999691"/>
              <a:gd name="connsiteY2" fmla="*/ 5148476 h 5148476"/>
              <a:gd name="connsiteX3" fmla="*/ 0 w 3999691"/>
              <a:gd name="connsiteY3" fmla="*/ 5148476 h 5148476"/>
              <a:gd name="connsiteX4" fmla="*/ 0 w 3999691"/>
              <a:gd name="connsiteY4" fmla="*/ 0 h 5148476"/>
              <a:gd name="connsiteX0" fmla="*/ 0 w 3999691"/>
              <a:gd name="connsiteY0" fmla="*/ 0 h 5149174"/>
              <a:gd name="connsiteX1" fmla="*/ 3999691 w 3999691"/>
              <a:gd name="connsiteY1" fmla="*/ 0 h 5149174"/>
              <a:gd name="connsiteX2" fmla="*/ 3999691 w 3999691"/>
              <a:gd name="connsiteY2" fmla="*/ 5148476 h 5149174"/>
              <a:gd name="connsiteX3" fmla="*/ 3414855 w 3999691"/>
              <a:gd name="connsiteY3" fmla="*/ 5149174 h 5149174"/>
              <a:gd name="connsiteX4" fmla="*/ 0 w 3999691"/>
              <a:gd name="connsiteY4" fmla="*/ 5148476 h 5149174"/>
              <a:gd name="connsiteX5" fmla="*/ 0 w 3999691"/>
              <a:gd name="connsiteY5" fmla="*/ 0 h 5149174"/>
              <a:gd name="connsiteX0" fmla="*/ 0 w 3999691"/>
              <a:gd name="connsiteY0" fmla="*/ 0 h 5149174"/>
              <a:gd name="connsiteX1" fmla="*/ 3999691 w 3999691"/>
              <a:gd name="connsiteY1" fmla="*/ 0 h 5149174"/>
              <a:gd name="connsiteX2" fmla="*/ 3992029 w 3999691"/>
              <a:gd name="connsiteY2" fmla="*/ 4286655 h 5149174"/>
              <a:gd name="connsiteX3" fmla="*/ 3999691 w 3999691"/>
              <a:gd name="connsiteY3" fmla="*/ 5148476 h 5149174"/>
              <a:gd name="connsiteX4" fmla="*/ 3414855 w 3999691"/>
              <a:gd name="connsiteY4" fmla="*/ 5149174 h 5149174"/>
              <a:gd name="connsiteX5" fmla="*/ 0 w 3999691"/>
              <a:gd name="connsiteY5" fmla="*/ 5148476 h 5149174"/>
              <a:gd name="connsiteX6" fmla="*/ 0 w 3999691"/>
              <a:gd name="connsiteY6" fmla="*/ 0 h 5149174"/>
              <a:gd name="connsiteX0" fmla="*/ 0 w 3999691"/>
              <a:gd name="connsiteY0" fmla="*/ 0 h 5149174"/>
              <a:gd name="connsiteX1" fmla="*/ 3999691 w 3999691"/>
              <a:gd name="connsiteY1" fmla="*/ 0 h 5149174"/>
              <a:gd name="connsiteX2" fmla="*/ 3992029 w 3999691"/>
              <a:gd name="connsiteY2" fmla="*/ 4286655 h 5149174"/>
              <a:gd name="connsiteX3" fmla="*/ 3416032 w 3999691"/>
              <a:gd name="connsiteY3" fmla="*/ 4292442 h 5149174"/>
              <a:gd name="connsiteX4" fmla="*/ 3414855 w 3999691"/>
              <a:gd name="connsiteY4" fmla="*/ 5149174 h 5149174"/>
              <a:gd name="connsiteX5" fmla="*/ 0 w 3999691"/>
              <a:gd name="connsiteY5" fmla="*/ 5148476 h 5149174"/>
              <a:gd name="connsiteX6" fmla="*/ 0 w 3999691"/>
              <a:gd name="connsiteY6" fmla="*/ 0 h 5149174"/>
              <a:gd name="connsiteX0" fmla="*/ 0 w 3999691"/>
              <a:gd name="connsiteY0" fmla="*/ 0 h 5149174"/>
              <a:gd name="connsiteX1" fmla="*/ 3999691 w 3999691"/>
              <a:gd name="connsiteY1" fmla="*/ 0 h 5149174"/>
              <a:gd name="connsiteX2" fmla="*/ 3992029 w 3999691"/>
              <a:gd name="connsiteY2" fmla="*/ 4293141 h 5149174"/>
              <a:gd name="connsiteX3" fmla="*/ 3416032 w 3999691"/>
              <a:gd name="connsiteY3" fmla="*/ 4292442 h 5149174"/>
              <a:gd name="connsiteX4" fmla="*/ 3414855 w 3999691"/>
              <a:gd name="connsiteY4" fmla="*/ 5149174 h 5149174"/>
              <a:gd name="connsiteX5" fmla="*/ 0 w 3999691"/>
              <a:gd name="connsiteY5" fmla="*/ 5148476 h 5149174"/>
              <a:gd name="connsiteX6" fmla="*/ 0 w 3999691"/>
              <a:gd name="connsiteY6" fmla="*/ 0 h 5149174"/>
              <a:gd name="connsiteX0" fmla="*/ 0 w 3999691"/>
              <a:gd name="connsiteY0" fmla="*/ 0 h 5149174"/>
              <a:gd name="connsiteX1" fmla="*/ 3999691 w 3999691"/>
              <a:gd name="connsiteY1" fmla="*/ 0 h 5149174"/>
              <a:gd name="connsiteX2" fmla="*/ 3992029 w 3999691"/>
              <a:gd name="connsiteY2" fmla="*/ 4293141 h 5149174"/>
              <a:gd name="connsiteX3" fmla="*/ 3422517 w 3999691"/>
              <a:gd name="connsiteY3" fmla="*/ 4292442 h 5149174"/>
              <a:gd name="connsiteX4" fmla="*/ 3414855 w 3999691"/>
              <a:gd name="connsiteY4" fmla="*/ 5149174 h 5149174"/>
              <a:gd name="connsiteX5" fmla="*/ 0 w 3999691"/>
              <a:gd name="connsiteY5" fmla="*/ 5148476 h 5149174"/>
              <a:gd name="connsiteX6" fmla="*/ 0 w 3999691"/>
              <a:gd name="connsiteY6" fmla="*/ 0 h 5149174"/>
              <a:gd name="connsiteX0" fmla="*/ 0 w 3999691"/>
              <a:gd name="connsiteY0" fmla="*/ 0 h 5149174"/>
              <a:gd name="connsiteX1" fmla="*/ 3999691 w 3999691"/>
              <a:gd name="connsiteY1" fmla="*/ 0 h 5149174"/>
              <a:gd name="connsiteX2" fmla="*/ 3992029 w 3999691"/>
              <a:gd name="connsiteY2" fmla="*/ 4306111 h 5149174"/>
              <a:gd name="connsiteX3" fmla="*/ 3422517 w 3999691"/>
              <a:gd name="connsiteY3" fmla="*/ 4292442 h 5149174"/>
              <a:gd name="connsiteX4" fmla="*/ 3414855 w 3999691"/>
              <a:gd name="connsiteY4" fmla="*/ 5149174 h 5149174"/>
              <a:gd name="connsiteX5" fmla="*/ 0 w 3999691"/>
              <a:gd name="connsiteY5" fmla="*/ 5148476 h 5149174"/>
              <a:gd name="connsiteX6" fmla="*/ 0 w 3999691"/>
              <a:gd name="connsiteY6" fmla="*/ 0 h 5149174"/>
              <a:gd name="connsiteX0" fmla="*/ 0 w 3999691"/>
              <a:gd name="connsiteY0" fmla="*/ 0 h 5149174"/>
              <a:gd name="connsiteX1" fmla="*/ 3999691 w 3999691"/>
              <a:gd name="connsiteY1" fmla="*/ 0 h 5149174"/>
              <a:gd name="connsiteX2" fmla="*/ 3992029 w 3999691"/>
              <a:gd name="connsiteY2" fmla="*/ 4306111 h 5149174"/>
              <a:gd name="connsiteX3" fmla="*/ 3429002 w 3999691"/>
              <a:gd name="connsiteY3" fmla="*/ 4311898 h 5149174"/>
              <a:gd name="connsiteX4" fmla="*/ 3414855 w 3999691"/>
              <a:gd name="connsiteY4" fmla="*/ 5149174 h 5149174"/>
              <a:gd name="connsiteX5" fmla="*/ 0 w 3999691"/>
              <a:gd name="connsiteY5" fmla="*/ 5148476 h 5149174"/>
              <a:gd name="connsiteX6" fmla="*/ 0 w 3999691"/>
              <a:gd name="connsiteY6" fmla="*/ 0 h 5149174"/>
              <a:gd name="connsiteX0" fmla="*/ 0 w 3999691"/>
              <a:gd name="connsiteY0" fmla="*/ 0 h 5149174"/>
              <a:gd name="connsiteX1" fmla="*/ 3999691 w 3999691"/>
              <a:gd name="connsiteY1" fmla="*/ 0 h 5149174"/>
              <a:gd name="connsiteX2" fmla="*/ 3992029 w 3999691"/>
              <a:gd name="connsiteY2" fmla="*/ 4306111 h 5149174"/>
              <a:gd name="connsiteX3" fmla="*/ 3429002 w 3999691"/>
              <a:gd name="connsiteY3" fmla="*/ 4311898 h 5149174"/>
              <a:gd name="connsiteX4" fmla="*/ 3434310 w 3999691"/>
              <a:gd name="connsiteY4" fmla="*/ 5149174 h 5149174"/>
              <a:gd name="connsiteX5" fmla="*/ 0 w 3999691"/>
              <a:gd name="connsiteY5" fmla="*/ 5148476 h 5149174"/>
              <a:gd name="connsiteX6" fmla="*/ 0 w 3999691"/>
              <a:gd name="connsiteY6" fmla="*/ 0 h 5149174"/>
              <a:gd name="connsiteX0" fmla="*/ 0 w 3999691"/>
              <a:gd name="connsiteY0" fmla="*/ 0 h 5149174"/>
              <a:gd name="connsiteX1" fmla="*/ 3999691 w 3999691"/>
              <a:gd name="connsiteY1" fmla="*/ 0 h 5149174"/>
              <a:gd name="connsiteX2" fmla="*/ 3992029 w 3999691"/>
              <a:gd name="connsiteY2" fmla="*/ 4306111 h 5149174"/>
              <a:gd name="connsiteX3" fmla="*/ 3424112 w 3999691"/>
              <a:gd name="connsiteY3" fmla="*/ 3459680 h 5149174"/>
              <a:gd name="connsiteX4" fmla="*/ 3434310 w 3999691"/>
              <a:gd name="connsiteY4" fmla="*/ 5149174 h 5149174"/>
              <a:gd name="connsiteX5" fmla="*/ 0 w 3999691"/>
              <a:gd name="connsiteY5" fmla="*/ 5148476 h 5149174"/>
              <a:gd name="connsiteX6" fmla="*/ 0 w 3999691"/>
              <a:gd name="connsiteY6" fmla="*/ 0 h 5149174"/>
              <a:gd name="connsiteX0" fmla="*/ 0 w 3999691"/>
              <a:gd name="connsiteY0" fmla="*/ 0 h 5149174"/>
              <a:gd name="connsiteX1" fmla="*/ 3999691 w 3999691"/>
              <a:gd name="connsiteY1" fmla="*/ 0 h 5149174"/>
              <a:gd name="connsiteX2" fmla="*/ 3994474 w 3999691"/>
              <a:gd name="connsiteY2" fmla="*/ 3463689 h 5149174"/>
              <a:gd name="connsiteX3" fmla="*/ 3424112 w 3999691"/>
              <a:gd name="connsiteY3" fmla="*/ 3459680 h 5149174"/>
              <a:gd name="connsiteX4" fmla="*/ 3434310 w 3999691"/>
              <a:gd name="connsiteY4" fmla="*/ 5149174 h 5149174"/>
              <a:gd name="connsiteX5" fmla="*/ 0 w 3999691"/>
              <a:gd name="connsiteY5" fmla="*/ 5148476 h 5149174"/>
              <a:gd name="connsiteX6" fmla="*/ 0 w 3999691"/>
              <a:gd name="connsiteY6" fmla="*/ 0 h 5149174"/>
              <a:gd name="connsiteX0" fmla="*/ 0 w 3999691"/>
              <a:gd name="connsiteY0" fmla="*/ 0 h 5149174"/>
              <a:gd name="connsiteX1" fmla="*/ 3999691 w 3999691"/>
              <a:gd name="connsiteY1" fmla="*/ 0 h 5149174"/>
              <a:gd name="connsiteX2" fmla="*/ 3994474 w 3999691"/>
              <a:gd name="connsiteY2" fmla="*/ 3463689 h 5149174"/>
              <a:gd name="connsiteX3" fmla="*/ 3429002 w 3999691"/>
              <a:gd name="connsiteY3" fmla="*/ 3454782 h 5149174"/>
              <a:gd name="connsiteX4" fmla="*/ 3434310 w 3999691"/>
              <a:gd name="connsiteY4" fmla="*/ 5149174 h 5149174"/>
              <a:gd name="connsiteX5" fmla="*/ 0 w 3999691"/>
              <a:gd name="connsiteY5" fmla="*/ 5148476 h 5149174"/>
              <a:gd name="connsiteX6" fmla="*/ 0 w 3999691"/>
              <a:gd name="connsiteY6" fmla="*/ 0 h 5149174"/>
              <a:gd name="connsiteX0" fmla="*/ 0 w 3999691"/>
              <a:gd name="connsiteY0" fmla="*/ 0 h 5149174"/>
              <a:gd name="connsiteX1" fmla="*/ 3999691 w 3999691"/>
              <a:gd name="connsiteY1" fmla="*/ 0 h 5149174"/>
              <a:gd name="connsiteX2" fmla="*/ 3994474 w 3999691"/>
              <a:gd name="connsiteY2" fmla="*/ 3463689 h 5149174"/>
              <a:gd name="connsiteX3" fmla="*/ 3433892 w 3999691"/>
              <a:gd name="connsiteY3" fmla="*/ 3469476 h 5149174"/>
              <a:gd name="connsiteX4" fmla="*/ 3434310 w 3999691"/>
              <a:gd name="connsiteY4" fmla="*/ 5149174 h 5149174"/>
              <a:gd name="connsiteX5" fmla="*/ 0 w 3999691"/>
              <a:gd name="connsiteY5" fmla="*/ 5148476 h 5149174"/>
              <a:gd name="connsiteX6" fmla="*/ 0 w 3999691"/>
              <a:gd name="connsiteY6" fmla="*/ 0 h 5149174"/>
              <a:gd name="connsiteX0" fmla="*/ 0 w 3999691"/>
              <a:gd name="connsiteY0" fmla="*/ 0 h 5149174"/>
              <a:gd name="connsiteX1" fmla="*/ 3999691 w 3999691"/>
              <a:gd name="connsiteY1" fmla="*/ 0 h 5149174"/>
              <a:gd name="connsiteX2" fmla="*/ 3994474 w 3999691"/>
              <a:gd name="connsiteY2" fmla="*/ 3463689 h 5149174"/>
              <a:gd name="connsiteX3" fmla="*/ 2818957 w 3999691"/>
              <a:gd name="connsiteY3" fmla="*/ 3457619 h 5149174"/>
              <a:gd name="connsiteX4" fmla="*/ 3434310 w 3999691"/>
              <a:gd name="connsiteY4" fmla="*/ 5149174 h 5149174"/>
              <a:gd name="connsiteX5" fmla="*/ 0 w 3999691"/>
              <a:gd name="connsiteY5" fmla="*/ 5148476 h 5149174"/>
              <a:gd name="connsiteX6" fmla="*/ 0 w 3999691"/>
              <a:gd name="connsiteY6" fmla="*/ 0 h 5149174"/>
              <a:gd name="connsiteX0" fmla="*/ 0 w 3999691"/>
              <a:gd name="connsiteY0" fmla="*/ 0 h 5155102"/>
              <a:gd name="connsiteX1" fmla="*/ 3999691 w 3999691"/>
              <a:gd name="connsiteY1" fmla="*/ 0 h 5155102"/>
              <a:gd name="connsiteX2" fmla="*/ 3994474 w 3999691"/>
              <a:gd name="connsiteY2" fmla="*/ 3463689 h 5155102"/>
              <a:gd name="connsiteX3" fmla="*/ 2818957 w 3999691"/>
              <a:gd name="connsiteY3" fmla="*/ 3457619 h 5155102"/>
              <a:gd name="connsiteX4" fmla="*/ 2825465 w 3999691"/>
              <a:gd name="connsiteY4" fmla="*/ 5155102 h 5155102"/>
              <a:gd name="connsiteX5" fmla="*/ 0 w 3999691"/>
              <a:gd name="connsiteY5" fmla="*/ 5148476 h 5155102"/>
              <a:gd name="connsiteX6" fmla="*/ 0 w 3999691"/>
              <a:gd name="connsiteY6" fmla="*/ 0 h 5155102"/>
              <a:gd name="connsiteX0" fmla="*/ 0 w 3999691"/>
              <a:gd name="connsiteY0" fmla="*/ 0 h 5155102"/>
              <a:gd name="connsiteX1" fmla="*/ 3999691 w 3999691"/>
              <a:gd name="connsiteY1" fmla="*/ 0 h 5155102"/>
              <a:gd name="connsiteX2" fmla="*/ 3994474 w 3999691"/>
              <a:gd name="connsiteY2" fmla="*/ 3463689 h 5155102"/>
              <a:gd name="connsiteX3" fmla="*/ 2832105 w 3999691"/>
              <a:gd name="connsiteY3" fmla="*/ 3457619 h 5155102"/>
              <a:gd name="connsiteX4" fmla="*/ 2825465 w 3999691"/>
              <a:gd name="connsiteY4" fmla="*/ 5155102 h 5155102"/>
              <a:gd name="connsiteX5" fmla="*/ 0 w 3999691"/>
              <a:gd name="connsiteY5" fmla="*/ 5148476 h 5155102"/>
              <a:gd name="connsiteX6" fmla="*/ 0 w 3999691"/>
              <a:gd name="connsiteY6" fmla="*/ 0 h 5155102"/>
              <a:gd name="connsiteX0" fmla="*/ 0 w 3999691"/>
              <a:gd name="connsiteY0" fmla="*/ 0 h 5155102"/>
              <a:gd name="connsiteX1" fmla="*/ 3999691 w 3999691"/>
              <a:gd name="connsiteY1" fmla="*/ 0 h 5155102"/>
              <a:gd name="connsiteX2" fmla="*/ 3994474 w 3999691"/>
              <a:gd name="connsiteY2" fmla="*/ 3463689 h 5155102"/>
              <a:gd name="connsiteX3" fmla="*/ 2832105 w 3999691"/>
              <a:gd name="connsiteY3" fmla="*/ 3457619 h 5155102"/>
              <a:gd name="connsiteX4" fmla="*/ 2825465 w 3999691"/>
              <a:gd name="connsiteY4" fmla="*/ 5155102 h 5155102"/>
              <a:gd name="connsiteX5" fmla="*/ 0 w 3999691"/>
              <a:gd name="connsiteY5" fmla="*/ 5148476 h 5155102"/>
              <a:gd name="connsiteX6" fmla="*/ 0 w 3999691"/>
              <a:gd name="connsiteY6" fmla="*/ 0 h 5155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99691" h="5155102">
                <a:moveTo>
                  <a:pt x="0" y="0"/>
                </a:moveTo>
                <a:lnTo>
                  <a:pt x="3999691" y="0"/>
                </a:lnTo>
                <a:lnTo>
                  <a:pt x="3994474" y="3463689"/>
                </a:lnTo>
                <a:lnTo>
                  <a:pt x="2832105" y="3457619"/>
                </a:lnTo>
                <a:cubicBezTo>
                  <a:pt x="2831713" y="3743196"/>
                  <a:pt x="2825857" y="4869525"/>
                  <a:pt x="2825465" y="5155102"/>
                </a:cubicBezTo>
                <a:lnTo>
                  <a:pt x="0" y="5148476"/>
                </a:lnTo>
                <a:lnTo>
                  <a:pt x="0" y="0"/>
                </a:lnTo>
                <a:close/>
              </a:path>
            </a:pathLst>
          </a:custGeom>
        </p:spPr>
        <p:txBody>
          <a:bodyPr/>
          <a:lstStyle/>
          <a:p>
            <a:endParaRPr lang="de-DE" dirty="0"/>
          </a:p>
        </p:txBody>
      </p:sp>
      <p:sp>
        <p:nvSpPr>
          <p:cNvPr id="9" name="Rechteck 8">
            <a:extLst>
              <a:ext uri="{FF2B5EF4-FFF2-40B4-BE49-F238E27FC236}">
                <a16:creationId xmlns:a16="http://schemas.microsoft.com/office/drawing/2014/main" id="{04B5615E-D15D-6FBD-3572-CBCFA7D8D6AF}"/>
              </a:ext>
            </a:extLst>
          </p:cNvPr>
          <p:cNvSpPr/>
          <p:nvPr userDrawn="1"/>
        </p:nvSpPr>
        <p:spPr>
          <a:xfrm>
            <a:off x="3570001" y="5401504"/>
            <a:ext cx="4049999" cy="313496"/>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dirty="0"/>
          </a:p>
        </p:txBody>
      </p:sp>
      <p:sp>
        <p:nvSpPr>
          <p:cNvPr id="6" name="Fußzeilenplatzhalter 5">
            <a:extLst>
              <a:ext uri="{FF2B5EF4-FFF2-40B4-BE49-F238E27FC236}">
                <a16:creationId xmlns:a16="http://schemas.microsoft.com/office/drawing/2014/main" id="{8B32E56E-3AAF-431C-5AFC-599CC8481FC0}"/>
              </a:ext>
            </a:extLst>
          </p:cNvPr>
          <p:cNvSpPr>
            <a:spLocks noGrp="1"/>
          </p:cNvSpPr>
          <p:nvPr>
            <p:ph type="ftr" sz="quarter" idx="11"/>
          </p:nvPr>
        </p:nvSpPr>
        <p:spPr>
          <a:xfrm>
            <a:off x="690011" y="5426939"/>
            <a:ext cx="6719977" cy="188513"/>
          </a:xfrm>
        </p:spPr>
        <p:txBody>
          <a:bodyPr/>
          <a:lstStyle>
            <a:lvl1pPr algn="r">
              <a:defRPr/>
            </a:lvl1pPr>
          </a:lstStyle>
          <a:p>
            <a:r>
              <a:rPr lang="de-DE"/>
              <a:t>TUM School of Computation, Information and Technology | Technische Universität München</a:t>
            </a:r>
            <a:endParaRPr lang="de-DE" dirty="0"/>
          </a:p>
        </p:txBody>
      </p:sp>
      <p:sp>
        <p:nvSpPr>
          <p:cNvPr id="13" name="Rechteck 12">
            <a:extLst>
              <a:ext uri="{FF2B5EF4-FFF2-40B4-BE49-F238E27FC236}">
                <a16:creationId xmlns:a16="http://schemas.microsoft.com/office/drawing/2014/main" id="{07484FF9-48FC-9F73-F82A-FF1913222684}"/>
              </a:ext>
            </a:extLst>
          </p:cNvPr>
          <p:cNvSpPr/>
          <p:nvPr userDrawn="1"/>
        </p:nvSpPr>
        <p:spPr>
          <a:xfrm>
            <a:off x="2850003" y="4777493"/>
            <a:ext cx="959997" cy="93750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sp>
        <p:nvSpPr>
          <p:cNvPr id="15" name="Textplatzhalter 3">
            <a:extLst>
              <a:ext uri="{FF2B5EF4-FFF2-40B4-BE49-F238E27FC236}">
                <a16:creationId xmlns:a16="http://schemas.microsoft.com/office/drawing/2014/main" id="{7E76CDB1-7AC3-6EC5-62E6-E0B60A3B8A4B}"/>
              </a:ext>
            </a:extLst>
          </p:cNvPr>
          <p:cNvSpPr>
            <a:spLocks noGrp="1"/>
          </p:cNvSpPr>
          <p:nvPr>
            <p:ph type="body" sz="half" idx="2"/>
          </p:nvPr>
        </p:nvSpPr>
        <p:spPr>
          <a:xfrm>
            <a:off x="3810000" y="1897503"/>
            <a:ext cx="3599988" cy="3199989"/>
          </a:xfrm>
        </p:spPr>
        <p:txBody>
          <a:bodyPr>
            <a:normAutofit/>
          </a:bodyPr>
          <a:lstStyle>
            <a:lvl1pPr marL="238115" indent="-238115">
              <a:buFont typeface="Wingdings" panose="05000000000000000000" pitchFamily="2" charset="2"/>
              <a:buChar char="§"/>
              <a:defRPr sz="1167"/>
            </a:lvl1pPr>
            <a:lvl2pPr marL="380985" indent="0">
              <a:buNone/>
              <a:defRPr sz="1167"/>
            </a:lvl2pPr>
            <a:lvl3pPr marL="761970" indent="0">
              <a:buNone/>
              <a:defRPr sz="1000"/>
            </a:lvl3pPr>
            <a:lvl4pPr marL="1142954" indent="0">
              <a:buNone/>
              <a:defRPr sz="833"/>
            </a:lvl4pPr>
            <a:lvl5pPr marL="1523939" indent="0">
              <a:buNone/>
              <a:defRPr sz="833"/>
            </a:lvl5pPr>
            <a:lvl6pPr marL="1904924" indent="0">
              <a:buNone/>
              <a:defRPr sz="833"/>
            </a:lvl6pPr>
            <a:lvl7pPr marL="2285909" indent="0">
              <a:buNone/>
              <a:defRPr sz="833"/>
            </a:lvl7pPr>
            <a:lvl8pPr marL="2666893" indent="0">
              <a:buNone/>
              <a:defRPr sz="833"/>
            </a:lvl8pPr>
            <a:lvl9pPr marL="3047878" indent="0">
              <a:buNone/>
              <a:defRPr sz="833"/>
            </a:lvl9pPr>
          </a:lstStyle>
          <a:p>
            <a:pPr lvl="0"/>
            <a:r>
              <a:rPr lang="de-DE" dirty="0"/>
              <a:t>Mastertextformat bearbeiten</a:t>
            </a:r>
          </a:p>
        </p:txBody>
      </p:sp>
      <p:sp>
        <p:nvSpPr>
          <p:cNvPr id="5" name="Foliennummernplatzhalter 4">
            <a:extLst>
              <a:ext uri="{FF2B5EF4-FFF2-40B4-BE49-F238E27FC236}">
                <a16:creationId xmlns:a16="http://schemas.microsoft.com/office/drawing/2014/main" id="{D93C1EF6-8098-2D6C-E4D7-B6D44E4A0BE5}"/>
              </a:ext>
            </a:extLst>
          </p:cNvPr>
          <p:cNvSpPr>
            <a:spLocks noGrp="1"/>
          </p:cNvSpPr>
          <p:nvPr>
            <p:ph type="sldNum" sz="quarter" idx="4294967295"/>
          </p:nvPr>
        </p:nvSpPr>
        <p:spPr>
          <a:xfrm>
            <a:off x="210013" y="5426939"/>
            <a:ext cx="497959" cy="188513"/>
          </a:xfrm>
        </p:spPr>
        <p:txBody>
          <a:bodyPr/>
          <a:lstStyle>
            <a:lvl1pPr algn="l">
              <a:defRPr/>
            </a:lvl1pPr>
          </a:lstStyle>
          <a:p>
            <a:fld id="{7BC6339C-EBB9-4F99-9F6F-F0910A22596F}" type="slidenum">
              <a:rPr lang="de-DE" smtClean="0"/>
              <a:pPr/>
              <a:t>‹#›</a:t>
            </a:fld>
            <a:endParaRPr lang="de-DE"/>
          </a:p>
        </p:txBody>
      </p:sp>
      <p:sp>
        <p:nvSpPr>
          <p:cNvPr id="8" name="Bildplatzhalter 3">
            <a:extLst>
              <a:ext uri="{FF2B5EF4-FFF2-40B4-BE49-F238E27FC236}">
                <a16:creationId xmlns:a16="http://schemas.microsoft.com/office/drawing/2014/main" id="{FD68B2D3-A2CA-E9FF-FE6B-CFDF49923CC1}"/>
              </a:ext>
            </a:extLst>
          </p:cNvPr>
          <p:cNvSpPr>
            <a:spLocks noGrp="1"/>
          </p:cNvSpPr>
          <p:nvPr>
            <p:ph type="pic" sz="quarter" idx="16"/>
          </p:nvPr>
        </p:nvSpPr>
        <p:spPr>
          <a:xfrm>
            <a:off x="0" y="2857501"/>
            <a:ext cx="1639575" cy="2857500"/>
          </a:xfrm>
          <a:ln>
            <a:noFill/>
          </a:ln>
        </p:spPr>
        <p:txBody>
          <a:bodyPr/>
          <a:lstStyle/>
          <a:p>
            <a:endParaRPr lang="de-DE"/>
          </a:p>
        </p:txBody>
      </p:sp>
      <p:sp>
        <p:nvSpPr>
          <p:cNvPr id="10" name="Bildplatzhalter 3">
            <a:extLst>
              <a:ext uri="{FF2B5EF4-FFF2-40B4-BE49-F238E27FC236}">
                <a16:creationId xmlns:a16="http://schemas.microsoft.com/office/drawing/2014/main" id="{CB056BC7-4E55-12C5-6089-86FF138E5EE6}"/>
              </a:ext>
            </a:extLst>
          </p:cNvPr>
          <p:cNvSpPr>
            <a:spLocks noGrp="1"/>
          </p:cNvSpPr>
          <p:nvPr>
            <p:ph type="pic" sz="quarter" idx="17"/>
          </p:nvPr>
        </p:nvSpPr>
        <p:spPr>
          <a:xfrm>
            <a:off x="-4425" y="0"/>
            <a:ext cx="1644000" cy="2800000"/>
          </a:xfrm>
          <a:ln>
            <a:noFill/>
          </a:ln>
        </p:spPr>
        <p:txBody>
          <a:bodyPr/>
          <a:lstStyle/>
          <a:p>
            <a:endParaRPr lang="de-DE"/>
          </a:p>
        </p:txBody>
      </p:sp>
      <p:sp>
        <p:nvSpPr>
          <p:cNvPr id="16" name="Bildplatzhalter 3">
            <a:extLst>
              <a:ext uri="{FF2B5EF4-FFF2-40B4-BE49-F238E27FC236}">
                <a16:creationId xmlns:a16="http://schemas.microsoft.com/office/drawing/2014/main" id="{0F9E6882-67FF-16A8-B32D-90D09115291E}"/>
              </a:ext>
            </a:extLst>
          </p:cNvPr>
          <p:cNvSpPr>
            <a:spLocks noGrp="1"/>
          </p:cNvSpPr>
          <p:nvPr>
            <p:ph type="pic" sz="quarter" idx="18"/>
          </p:nvPr>
        </p:nvSpPr>
        <p:spPr>
          <a:xfrm>
            <a:off x="1686001" y="0"/>
            <a:ext cx="1644000" cy="2800000"/>
          </a:xfrm>
          <a:ln>
            <a:noFill/>
          </a:ln>
        </p:spPr>
        <p:txBody>
          <a:bodyPr/>
          <a:lstStyle/>
          <a:p>
            <a:endParaRPr lang="de-DE"/>
          </a:p>
        </p:txBody>
      </p:sp>
      <p:sp>
        <p:nvSpPr>
          <p:cNvPr id="7" name="Titel 7">
            <a:extLst>
              <a:ext uri="{FF2B5EF4-FFF2-40B4-BE49-F238E27FC236}">
                <a16:creationId xmlns:a16="http://schemas.microsoft.com/office/drawing/2014/main" id="{3D5694FB-A7A7-ED60-AEA1-9B98F98E67F8}"/>
              </a:ext>
            </a:extLst>
          </p:cNvPr>
          <p:cNvSpPr>
            <a:spLocks noGrp="1"/>
          </p:cNvSpPr>
          <p:nvPr>
            <p:ph type="title"/>
          </p:nvPr>
        </p:nvSpPr>
        <p:spPr>
          <a:xfrm>
            <a:off x="3813000" y="307192"/>
            <a:ext cx="2636992" cy="1278307"/>
          </a:xfrm>
        </p:spPr>
        <p:txBody>
          <a:bodyPr anchor="ctr"/>
          <a:lstStyle>
            <a:lvl1pPr>
              <a:defRPr sz="2500">
                <a:solidFill>
                  <a:schemeClr val="bg1"/>
                </a:solidFill>
              </a:defRPr>
            </a:lvl1pPr>
          </a:lstStyle>
          <a:p>
            <a:endParaRPr lang="de-DE" dirty="0"/>
          </a:p>
        </p:txBody>
      </p:sp>
      <p:pic>
        <p:nvPicPr>
          <p:cNvPr id="18" name="Grafik 17" descr="Ein Bild, das Grafiken, weiß, Schwarz, Design enthält.&#10;&#10;Automatisch generierte Beschreibung">
            <a:extLst>
              <a:ext uri="{FF2B5EF4-FFF2-40B4-BE49-F238E27FC236}">
                <a16:creationId xmlns:a16="http://schemas.microsoft.com/office/drawing/2014/main" id="{EF225EC9-267F-FF45-B2BD-BE40126A9C2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887971" y="320302"/>
            <a:ext cx="480000" cy="338378"/>
          </a:xfrm>
          <a:prstGeom prst="rect">
            <a:avLst/>
          </a:prstGeom>
        </p:spPr>
      </p:pic>
      <p:sp>
        <p:nvSpPr>
          <p:cNvPr id="12" name="Rechteck 11">
            <a:extLst>
              <a:ext uri="{FF2B5EF4-FFF2-40B4-BE49-F238E27FC236}">
                <a16:creationId xmlns:a16="http://schemas.microsoft.com/office/drawing/2014/main" id="{7A70862C-C9DD-EB9C-A070-0742A73471DF}"/>
              </a:ext>
            </a:extLst>
          </p:cNvPr>
          <p:cNvSpPr/>
          <p:nvPr userDrawn="1"/>
        </p:nvSpPr>
        <p:spPr>
          <a:xfrm>
            <a:off x="3330003" y="-17875"/>
            <a:ext cx="479998" cy="31538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spTree>
    <p:extLst>
      <p:ext uri="{BB962C8B-B14F-4D97-AF65-F5344CB8AC3E}">
        <p14:creationId xmlns:p14="http://schemas.microsoft.com/office/powerpoint/2010/main" val="35867863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1_Inhalt mit Bild unten">
    <p:spTree>
      <p:nvGrpSpPr>
        <p:cNvPr id="1" name=""/>
        <p:cNvGrpSpPr/>
        <p:nvPr/>
      </p:nvGrpSpPr>
      <p:grpSpPr>
        <a:xfrm>
          <a:off x="0" y="0"/>
          <a:ext cx="0" cy="0"/>
          <a:chOff x="0" y="0"/>
          <a:chExt cx="0" cy="0"/>
        </a:xfrm>
      </p:grpSpPr>
      <p:sp>
        <p:nvSpPr>
          <p:cNvPr id="14" name="Rechteck 13">
            <a:extLst>
              <a:ext uri="{FF2B5EF4-FFF2-40B4-BE49-F238E27FC236}">
                <a16:creationId xmlns:a16="http://schemas.microsoft.com/office/drawing/2014/main" id="{631AC114-CFE7-BDAD-9AD5-D3BDB21282D9}"/>
              </a:ext>
            </a:extLst>
          </p:cNvPr>
          <p:cNvSpPr/>
          <p:nvPr userDrawn="1"/>
        </p:nvSpPr>
        <p:spPr>
          <a:xfrm>
            <a:off x="0" y="297510"/>
            <a:ext cx="3810000" cy="159999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solidFill>
                <a:srgbClr val="005293"/>
              </a:solidFill>
            </a:endParaRPr>
          </a:p>
        </p:txBody>
      </p:sp>
      <p:sp>
        <p:nvSpPr>
          <p:cNvPr id="9" name="Rechteck 8">
            <a:extLst>
              <a:ext uri="{FF2B5EF4-FFF2-40B4-BE49-F238E27FC236}">
                <a16:creationId xmlns:a16="http://schemas.microsoft.com/office/drawing/2014/main" id="{04B5615E-D15D-6FBD-3572-CBCFA7D8D6AF}"/>
              </a:ext>
            </a:extLst>
          </p:cNvPr>
          <p:cNvSpPr/>
          <p:nvPr userDrawn="1"/>
        </p:nvSpPr>
        <p:spPr>
          <a:xfrm>
            <a:off x="-6007" y="5401504"/>
            <a:ext cx="7626007" cy="313496"/>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dirty="0"/>
          </a:p>
        </p:txBody>
      </p:sp>
      <p:sp>
        <p:nvSpPr>
          <p:cNvPr id="4" name="Textplatzhalter 3">
            <a:extLst>
              <a:ext uri="{FF2B5EF4-FFF2-40B4-BE49-F238E27FC236}">
                <a16:creationId xmlns:a16="http://schemas.microsoft.com/office/drawing/2014/main" id="{A6DE731D-10E4-A6F7-CEE9-9B8AF0B1B10F}"/>
              </a:ext>
            </a:extLst>
          </p:cNvPr>
          <p:cNvSpPr>
            <a:spLocks noGrp="1"/>
          </p:cNvSpPr>
          <p:nvPr>
            <p:ph type="body" sz="half" idx="2"/>
          </p:nvPr>
        </p:nvSpPr>
        <p:spPr>
          <a:xfrm>
            <a:off x="4050000" y="321192"/>
            <a:ext cx="2642989" cy="1256313"/>
          </a:xfrm>
        </p:spPr>
        <p:txBody>
          <a:bodyPr>
            <a:normAutofit/>
          </a:bodyPr>
          <a:lstStyle>
            <a:lvl1pPr marL="238115" indent="-238115">
              <a:buFont typeface="Wingdings" panose="05000000000000000000" pitchFamily="2" charset="2"/>
              <a:buChar char="§"/>
              <a:defRPr sz="1167"/>
            </a:lvl1pPr>
            <a:lvl2pPr marL="380985" indent="0">
              <a:buNone/>
              <a:defRPr sz="1167"/>
            </a:lvl2pPr>
            <a:lvl3pPr marL="761970" indent="0">
              <a:buNone/>
              <a:defRPr sz="1000"/>
            </a:lvl3pPr>
            <a:lvl4pPr marL="1142954" indent="0">
              <a:buNone/>
              <a:defRPr sz="833"/>
            </a:lvl4pPr>
            <a:lvl5pPr marL="1523939" indent="0">
              <a:buNone/>
              <a:defRPr sz="833"/>
            </a:lvl5pPr>
            <a:lvl6pPr marL="1904924" indent="0">
              <a:buNone/>
              <a:defRPr sz="833"/>
            </a:lvl6pPr>
            <a:lvl7pPr marL="2285909" indent="0">
              <a:buNone/>
              <a:defRPr sz="833"/>
            </a:lvl7pPr>
            <a:lvl8pPr marL="2666893" indent="0">
              <a:buNone/>
              <a:defRPr sz="833"/>
            </a:lvl8pPr>
            <a:lvl9pPr marL="3047878" indent="0">
              <a:buNone/>
              <a:defRPr sz="833"/>
            </a:lvl9pPr>
          </a:lstStyle>
          <a:p>
            <a:pPr lvl="0"/>
            <a:r>
              <a:rPr lang="de-DE" dirty="0"/>
              <a:t>Mastertextformat bearbeiten</a:t>
            </a:r>
          </a:p>
        </p:txBody>
      </p:sp>
      <p:sp>
        <p:nvSpPr>
          <p:cNvPr id="6" name="Fußzeilenplatzhalter 5">
            <a:extLst>
              <a:ext uri="{FF2B5EF4-FFF2-40B4-BE49-F238E27FC236}">
                <a16:creationId xmlns:a16="http://schemas.microsoft.com/office/drawing/2014/main" id="{8B32E56E-3AAF-431C-5AFC-599CC8481FC0}"/>
              </a:ext>
            </a:extLst>
          </p:cNvPr>
          <p:cNvSpPr>
            <a:spLocks noGrp="1"/>
          </p:cNvSpPr>
          <p:nvPr>
            <p:ph type="ftr" sz="quarter" idx="11"/>
          </p:nvPr>
        </p:nvSpPr>
        <p:spPr/>
        <p:txBody>
          <a:bodyPr/>
          <a:lstStyle/>
          <a:p>
            <a:r>
              <a:rPr lang="de-DE" dirty="0"/>
              <a:t>TUM School </a:t>
            </a:r>
            <a:r>
              <a:rPr lang="de-DE" dirty="0" err="1"/>
              <a:t>of</a:t>
            </a:r>
            <a:r>
              <a:rPr lang="de-DE" dirty="0"/>
              <a:t> </a:t>
            </a:r>
            <a:r>
              <a:rPr lang="de-DE" dirty="0" err="1"/>
              <a:t>Computation</a:t>
            </a:r>
            <a:r>
              <a:rPr lang="de-DE" dirty="0"/>
              <a:t>, Information and Technology | Technische Universität München</a:t>
            </a:r>
          </a:p>
        </p:txBody>
      </p:sp>
      <p:sp>
        <p:nvSpPr>
          <p:cNvPr id="7" name="Foliennummernplatzhalter 6">
            <a:extLst>
              <a:ext uri="{FF2B5EF4-FFF2-40B4-BE49-F238E27FC236}">
                <a16:creationId xmlns:a16="http://schemas.microsoft.com/office/drawing/2014/main" id="{977DC928-5991-B20A-13AC-D892E4A93B46}"/>
              </a:ext>
            </a:extLst>
          </p:cNvPr>
          <p:cNvSpPr>
            <a:spLocks noGrp="1"/>
          </p:cNvSpPr>
          <p:nvPr>
            <p:ph type="sldNum" sz="quarter" idx="12"/>
          </p:nvPr>
        </p:nvSpPr>
        <p:spPr/>
        <p:txBody>
          <a:bodyPr/>
          <a:lstStyle/>
          <a:p>
            <a:fld id="{7BC6339C-EBB9-4F99-9F6F-F0910A22596F}" type="slidenum">
              <a:rPr lang="de-DE" smtClean="0"/>
              <a:t>‹#›</a:t>
            </a:fld>
            <a:endParaRPr lang="de-DE"/>
          </a:p>
        </p:txBody>
      </p:sp>
      <p:sp>
        <p:nvSpPr>
          <p:cNvPr id="8" name="Titel 7">
            <a:extLst>
              <a:ext uri="{FF2B5EF4-FFF2-40B4-BE49-F238E27FC236}">
                <a16:creationId xmlns:a16="http://schemas.microsoft.com/office/drawing/2014/main" id="{50E10753-AC8F-BF21-29FD-9E16AB402E08}"/>
              </a:ext>
            </a:extLst>
          </p:cNvPr>
          <p:cNvSpPr>
            <a:spLocks noGrp="1"/>
          </p:cNvSpPr>
          <p:nvPr>
            <p:ph type="title"/>
          </p:nvPr>
        </p:nvSpPr>
        <p:spPr>
          <a:xfrm>
            <a:off x="210013" y="617508"/>
            <a:ext cx="3599987" cy="959997"/>
          </a:xfrm>
        </p:spPr>
        <p:txBody>
          <a:bodyPr anchor="ctr"/>
          <a:lstStyle>
            <a:lvl1pPr>
              <a:defRPr sz="2500">
                <a:solidFill>
                  <a:schemeClr val="bg1"/>
                </a:solidFill>
              </a:defRPr>
            </a:lvl1pPr>
          </a:lstStyle>
          <a:p>
            <a:endParaRPr lang="de-DE" dirty="0"/>
          </a:p>
        </p:txBody>
      </p:sp>
      <p:sp>
        <p:nvSpPr>
          <p:cNvPr id="12" name="Rechteck 11">
            <a:extLst>
              <a:ext uri="{FF2B5EF4-FFF2-40B4-BE49-F238E27FC236}">
                <a16:creationId xmlns:a16="http://schemas.microsoft.com/office/drawing/2014/main" id="{6B3A0C13-0D1C-FBE8-AAF8-CCD53D60B73A}"/>
              </a:ext>
            </a:extLst>
          </p:cNvPr>
          <p:cNvSpPr/>
          <p:nvPr userDrawn="1"/>
        </p:nvSpPr>
        <p:spPr>
          <a:xfrm>
            <a:off x="3810000" y="-15985"/>
            <a:ext cx="477000" cy="31349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sp>
        <p:nvSpPr>
          <p:cNvPr id="2" name="Rechteck 1">
            <a:extLst>
              <a:ext uri="{FF2B5EF4-FFF2-40B4-BE49-F238E27FC236}">
                <a16:creationId xmlns:a16="http://schemas.microsoft.com/office/drawing/2014/main" id="{38C02407-3AA2-444D-7ADD-7DEC7F613EAC}"/>
              </a:ext>
            </a:extLst>
          </p:cNvPr>
          <p:cNvSpPr/>
          <p:nvPr userDrawn="1"/>
        </p:nvSpPr>
        <p:spPr>
          <a:xfrm>
            <a:off x="6684217" y="2537501"/>
            <a:ext cx="941789" cy="1287692"/>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sp>
        <p:nvSpPr>
          <p:cNvPr id="3" name="Rechteck 2">
            <a:extLst>
              <a:ext uri="{FF2B5EF4-FFF2-40B4-BE49-F238E27FC236}">
                <a16:creationId xmlns:a16="http://schemas.microsoft.com/office/drawing/2014/main" id="{536070A4-C693-A31C-4E2A-C5E12379F153}"/>
              </a:ext>
            </a:extLst>
          </p:cNvPr>
          <p:cNvSpPr/>
          <p:nvPr userDrawn="1"/>
        </p:nvSpPr>
        <p:spPr>
          <a:xfrm>
            <a:off x="6209992" y="1897504"/>
            <a:ext cx="477000" cy="63599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sp>
        <p:nvSpPr>
          <p:cNvPr id="10" name="Bildplatzhalter 2">
            <a:extLst>
              <a:ext uri="{FF2B5EF4-FFF2-40B4-BE49-F238E27FC236}">
                <a16:creationId xmlns:a16="http://schemas.microsoft.com/office/drawing/2014/main" id="{406D45F8-5FAF-7615-D183-E4D0A23CC943}"/>
              </a:ext>
            </a:extLst>
          </p:cNvPr>
          <p:cNvSpPr>
            <a:spLocks noGrp="1"/>
          </p:cNvSpPr>
          <p:nvPr>
            <p:ph type="pic" sz="quarter" idx="13"/>
          </p:nvPr>
        </p:nvSpPr>
        <p:spPr>
          <a:xfrm>
            <a:off x="0" y="1885219"/>
            <a:ext cx="7620000" cy="3516286"/>
          </a:xfrm>
          <a:custGeom>
            <a:avLst/>
            <a:gdLst>
              <a:gd name="connsiteX0" fmla="*/ 0 w 9158749"/>
              <a:gd name="connsiteY0" fmla="*/ 0 h 3153601"/>
              <a:gd name="connsiteX1" fmla="*/ 9158749 w 9158749"/>
              <a:gd name="connsiteY1" fmla="*/ 0 h 3153601"/>
              <a:gd name="connsiteX2" fmla="*/ 9158749 w 9158749"/>
              <a:gd name="connsiteY2" fmla="*/ 3153601 h 3153601"/>
              <a:gd name="connsiteX3" fmla="*/ 0 w 9158749"/>
              <a:gd name="connsiteY3" fmla="*/ 3153601 h 3153601"/>
              <a:gd name="connsiteX4" fmla="*/ 0 w 9158749"/>
              <a:gd name="connsiteY4" fmla="*/ 0 h 3153601"/>
              <a:gd name="connsiteX0" fmla="*/ 0 w 9158749"/>
              <a:gd name="connsiteY0" fmla="*/ 2198 h 3155799"/>
              <a:gd name="connsiteX1" fmla="*/ 7461149 w 9158749"/>
              <a:gd name="connsiteY1" fmla="*/ 0 h 3155799"/>
              <a:gd name="connsiteX2" fmla="*/ 9158749 w 9158749"/>
              <a:gd name="connsiteY2" fmla="*/ 2198 h 3155799"/>
              <a:gd name="connsiteX3" fmla="*/ 9158749 w 9158749"/>
              <a:gd name="connsiteY3" fmla="*/ 3155799 h 3155799"/>
              <a:gd name="connsiteX4" fmla="*/ 0 w 9158749"/>
              <a:gd name="connsiteY4" fmla="*/ 3155799 h 3155799"/>
              <a:gd name="connsiteX5" fmla="*/ 0 w 9158749"/>
              <a:gd name="connsiteY5" fmla="*/ 2198 h 3155799"/>
              <a:gd name="connsiteX0" fmla="*/ 0 w 9158753"/>
              <a:gd name="connsiteY0" fmla="*/ 2198 h 3155799"/>
              <a:gd name="connsiteX1" fmla="*/ 7461149 w 9158753"/>
              <a:gd name="connsiteY1" fmla="*/ 0 h 3155799"/>
              <a:gd name="connsiteX2" fmla="*/ 9158749 w 9158753"/>
              <a:gd name="connsiteY2" fmla="*/ 2198 h 3155799"/>
              <a:gd name="connsiteX3" fmla="*/ 9158753 w 9158753"/>
              <a:gd name="connsiteY3" fmla="*/ 576469 h 3155799"/>
              <a:gd name="connsiteX4" fmla="*/ 9158749 w 9158753"/>
              <a:gd name="connsiteY4" fmla="*/ 3155799 h 3155799"/>
              <a:gd name="connsiteX5" fmla="*/ 0 w 9158753"/>
              <a:gd name="connsiteY5" fmla="*/ 3155799 h 3155799"/>
              <a:gd name="connsiteX6" fmla="*/ 0 w 9158753"/>
              <a:gd name="connsiteY6" fmla="*/ 2198 h 3155799"/>
              <a:gd name="connsiteX0" fmla="*/ 0 w 9158753"/>
              <a:gd name="connsiteY0" fmla="*/ 2198 h 3155799"/>
              <a:gd name="connsiteX1" fmla="*/ 7461149 w 9158753"/>
              <a:gd name="connsiteY1" fmla="*/ 0 h 3155799"/>
              <a:gd name="connsiteX2" fmla="*/ 9158749 w 9158753"/>
              <a:gd name="connsiteY2" fmla="*/ 2198 h 3155799"/>
              <a:gd name="connsiteX3" fmla="*/ 9158753 w 9158753"/>
              <a:gd name="connsiteY3" fmla="*/ 576469 h 3155799"/>
              <a:gd name="connsiteX4" fmla="*/ 9158749 w 9158753"/>
              <a:gd name="connsiteY4" fmla="*/ 3155799 h 3155799"/>
              <a:gd name="connsiteX5" fmla="*/ 0 w 9158753"/>
              <a:gd name="connsiteY5" fmla="*/ 3155799 h 3155799"/>
              <a:gd name="connsiteX6" fmla="*/ 0 w 9158753"/>
              <a:gd name="connsiteY6" fmla="*/ 2198 h 3155799"/>
              <a:gd name="connsiteX0" fmla="*/ 0 w 9158753"/>
              <a:gd name="connsiteY0" fmla="*/ 2198 h 3155799"/>
              <a:gd name="connsiteX1" fmla="*/ 7461149 w 9158753"/>
              <a:gd name="connsiteY1" fmla="*/ 0 h 3155799"/>
              <a:gd name="connsiteX2" fmla="*/ 9158749 w 9158753"/>
              <a:gd name="connsiteY2" fmla="*/ 2198 h 3155799"/>
              <a:gd name="connsiteX3" fmla="*/ 9158753 w 9158753"/>
              <a:gd name="connsiteY3" fmla="*/ 576469 h 3155799"/>
              <a:gd name="connsiteX4" fmla="*/ 9158749 w 9158753"/>
              <a:gd name="connsiteY4" fmla="*/ 3155799 h 3155799"/>
              <a:gd name="connsiteX5" fmla="*/ 0 w 9158753"/>
              <a:gd name="connsiteY5" fmla="*/ 3155799 h 3155799"/>
              <a:gd name="connsiteX6" fmla="*/ 0 w 9158753"/>
              <a:gd name="connsiteY6" fmla="*/ 2198 h 3155799"/>
              <a:gd name="connsiteX0" fmla="*/ 0 w 9158753"/>
              <a:gd name="connsiteY0" fmla="*/ 2198 h 3155799"/>
              <a:gd name="connsiteX1" fmla="*/ 7461149 w 9158753"/>
              <a:gd name="connsiteY1" fmla="*/ 0 h 3155799"/>
              <a:gd name="connsiteX2" fmla="*/ 9158749 w 9158753"/>
              <a:gd name="connsiteY2" fmla="*/ 2198 h 3155799"/>
              <a:gd name="connsiteX3" fmla="*/ 9158753 w 9158753"/>
              <a:gd name="connsiteY3" fmla="*/ 576469 h 3155799"/>
              <a:gd name="connsiteX4" fmla="*/ 9158749 w 9158753"/>
              <a:gd name="connsiteY4" fmla="*/ 3155799 h 3155799"/>
              <a:gd name="connsiteX5" fmla="*/ 0 w 9158753"/>
              <a:gd name="connsiteY5" fmla="*/ 3155799 h 3155799"/>
              <a:gd name="connsiteX6" fmla="*/ 0 w 9158753"/>
              <a:gd name="connsiteY6" fmla="*/ 2198 h 3155799"/>
              <a:gd name="connsiteX0" fmla="*/ 0 w 9158753"/>
              <a:gd name="connsiteY0" fmla="*/ 2198 h 3155799"/>
              <a:gd name="connsiteX1" fmla="*/ 7461149 w 9158753"/>
              <a:gd name="connsiteY1" fmla="*/ 0 h 3155799"/>
              <a:gd name="connsiteX2" fmla="*/ 9158749 w 9158753"/>
              <a:gd name="connsiteY2" fmla="*/ 2198 h 3155799"/>
              <a:gd name="connsiteX3" fmla="*/ 9158753 w 9158753"/>
              <a:gd name="connsiteY3" fmla="*/ 576469 h 3155799"/>
              <a:gd name="connsiteX4" fmla="*/ 9158749 w 9158753"/>
              <a:gd name="connsiteY4" fmla="*/ 3155799 h 3155799"/>
              <a:gd name="connsiteX5" fmla="*/ 0 w 9158753"/>
              <a:gd name="connsiteY5" fmla="*/ 3155799 h 3155799"/>
              <a:gd name="connsiteX6" fmla="*/ 0 w 9158753"/>
              <a:gd name="connsiteY6" fmla="*/ 2198 h 3155799"/>
              <a:gd name="connsiteX0" fmla="*/ 0 w 9158753"/>
              <a:gd name="connsiteY0" fmla="*/ 2198 h 3155799"/>
              <a:gd name="connsiteX1" fmla="*/ 7461149 w 9158753"/>
              <a:gd name="connsiteY1" fmla="*/ 0 h 3155799"/>
              <a:gd name="connsiteX2" fmla="*/ 7465122 w 9158753"/>
              <a:gd name="connsiteY2" fmla="*/ 568729 h 3155799"/>
              <a:gd name="connsiteX3" fmla="*/ 9158753 w 9158753"/>
              <a:gd name="connsiteY3" fmla="*/ 576469 h 3155799"/>
              <a:gd name="connsiteX4" fmla="*/ 9158749 w 9158753"/>
              <a:gd name="connsiteY4" fmla="*/ 3155799 h 3155799"/>
              <a:gd name="connsiteX5" fmla="*/ 0 w 9158753"/>
              <a:gd name="connsiteY5" fmla="*/ 3155799 h 3155799"/>
              <a:gd name="connsiteX6" fmla="*/ 0 w 9158753"/>
              <a:gd name="connsiteY6" fmla="*/ 2198 h 3155799"/>
              <a:gd name="connsiteX0" fmla="*/ 0 w 9158753"/>
              <a:gd name="connsiteY0" fmla="*/ 2198 h 3155799"/>
              <a:gd name="connsiteX1" fmla="*/ 7461149 w 9158753"/>
              <a:gd name="connsiteY1" fmla="*/ 0 h 3155799"/>
              <a:gd name="connsiteX2" fmla="*/ 7465122 w 9158753"/>
              <a:gd name="connsiteY2" fmla="*/ 574692 h 3155799"/>
              <a:gd name="connsiteX3" fmla="*/ 9158753 w 9158753"/>
              <a:gd name="connsiteY3" fmla="*/ 576469 h 3155799"/>
              <a:gd name="connsiteX4" fmla="*/ 9158749 w 9158753"/>
              <a:gd name="connsiteY4" fmla="*/ 3155799 h 3155799"/>
              <a:gd name="connsiteX5" fmla="*/ 0 w 9158753"/>
              <a:gd name="connsiteY5" fmla="*/ 3155799 h 3155799"/>
              <a:gd name="connsiteX6" fmla="*/ 0 w 9158753"/>
              <a:gd name="connsiteY6" fmla="*/ 2198 h 3155799"/>
              <a:gd name="connsiteX0" fmla="*/ 0 w 9158753"/>
              <a:gd name="connsiteY0" fmla="*/ 2198 h 3155799"/>
              <a:gd name="connsiteX1" fmla="*/ 7461149 w 9158753"/>
              <a:gd name="connsiteY1" fmla="*/ 0 h 3155799"/>
              <a:gd name="connsiteX2" fmla="*/ 7465122 w 9158753"/>
              <a:gd name="connsiteY2" fmla="*/ 574692 h 3155799"/>
              <a:gd name="connsiteX3" fmla="*/ 9158753 w 9158753"/>
              <a:gd name="connsiteY3" fmla="*/ 576469 h 3155799"/>
              <a:gd name="connsiteX4" fmla="*/ 9158749 w 9158753"/>
              <a:gd name="connsiteY4" fmla="*/ 3155799 h 3155799"/>
              <a:gd name="connsiteX5" fmla="*/ 0 w 9158753"/>
              <a:gd name="connsiteY5" fmla="*/ 3155799 h 3155799"/>
              <a:gd name="connsiteX6" fmla="*/ 0 w 9158753"/>
              <a:gd name="connsiteY6" fmla="*/ 2198 h 3155799"/>
              <a:gd name="connsiteX0" fmla="*/ 0 w 9158753"/>
              <a:gd name="connsiteY0" fmla="*/ 2198 h 3155799"/>
              <a:gd name="connsiteX1" fmla="*/ 7461149 w 9158753"/>
              <a:gd name="connsiteY1" fmla="*/ 0 h 3155799"/>
              <a:gd name="connsiteX2" fmla="*/ 7465122 w 9158753"/>
              <a:gd name="connsiteY2" fmla="*/ 574692 h 3155799"/>
              <a:gd name="connsiteX3" fmla="*/ 9158753 w 9158753"/>
              <a:gd name="connsiteY3" fmla="*/ 576469 h 3155799"/>
              <a:gd name="connsiteX4" fmla="*/ 9158749 w 9158753"/>
              <a:gd name="connsiteY4" fmla="*/ 3155799 h 3155799"/>
              <a:gd name="connsiteX5" fmla="*/ 0 w 9158753"/>
              <a:gd name="connsiteY5" fmla="*/ 3155799 h 3155799"/>
              <a:gd name="connsiteX6" fmla="*/ 0 w 9158753"/>
              <a:gd name="connsiteY6" fmla="*/ 2198 h 3155799"/>
              <a:gd name="connsiteX0" fmla="*/ 0 w 9158753"/>
              <a:gd name="connsiteY0" fmla="*/ 2198 h 3155799"/>
              <a:gd name="connsiteX1" fmla="*/ 7461149 w 9158753"/>
              <a:gd name="connsiteY1" fmla="*/ 0 h 3155799"/>
              <a:gd name="connsiteX2" fmla="*/ 7465122 w 9158753"/>
              <a:gd name="connsiteY2" fmla="*/ 574692 h 3155799"/>
              <a:gd name="connsiteX3" fmla="*/ 9158753 w 9158753"/>
              <a:gd name="connsiteY3" fmla="*/ 576469 h 3155799"/>
              <a:gd name="connsiteX4" fmla="*/ 9158749 w 9158753"/>
              <a:gd name="connsiteY4" fmla="*/ 3155799 h 3155799"/>
              <a:gd name="connsiteX5" fmla="*/ 0 w 9158753"/>
              <a:gd name="connsiteY5" fmla="*/ 3155799 h 3155799"/>
              <a:gd name="connsiteX6" fmla="*/ 0 w 9158753"/>
              <a:gd name="connsiteY6" fmla="*/ 2198 h 3155799"/>
              <a:gd name="connsiteX0" fmla="*/ 0 w 9158753"/>
              <a:gd name="connsiteY0" fmla="*/ 2198 h 3155799"/>
              <a:gd name="connsiteX1" fmla="*/ 7461149 w 9158753"/>
              <a:gd name="connsiteY1" fmla="*/ 0 h 3155799"/>
              <a:gd name="connsiteX2" fmla="*/ 7465122 w 9158753"/>
              <a:gd name="connsiteY2" fmla="*/ 574692 h 3155799"/>
              <a:gd name="connsiteX3" fmla="*/ 9158753 w 9158753"/>
              <a:gd name="connsiteY3" fmla="*/ 576469 h 3155799"/>
              <a:gd name="connsiteX4" fmla="*/ 9158749 w 9158753"/>
              <a:gd name="connsiteY4" fmla="*/ 3155799 h 3155799"/>
              <a:gd name="connsiteX5" fmla="*/ 0 w 9158753"/>
              <a:gd name="connsiteY5" fmla="*/ 3155799 h 3155799"/>
              <a:gd name="connsiteX6" fmla="*/ 0 w 9158753"/>
              <a:gd name="connsiteY6" fmla="*/ 2198 h 3155799"/>
              <a:gd name="connsiteX0" fmla="*/ 0 w 9836513"/>
              <a:gd name="connsiteY0" fmla="*/ 2198 h 3155799"/>
              <a:gd name="connsiteX1" fmla="*/ 7461149 w 9836513"/>
              <a:gd name="connsiteY1" fmla="*/ 0 h 3155799"/>
              <a:gd name="connsiteX2" fmla="*/ 7465122 w 9836513"/>
              <a:gd name="connsiteY2" fmla="*/ 574692 h 3155799"/>
              <a:gd name="connsiteX3" fmla="*/ 9158753 w 9836513"/>
              <a:gd name="connsiteY3" fmla="*/ 576469 h 3155799"/>
              <a:gd name="connsiteX4" fmla="*/ 9156765 w 9836513"/>
              <a:gd name="connsiteY4" fmla="*/ 1729408 h 3155799"/>
              <a:gd name="connsiteX5" fmla="*/ 9158749 w 9836513"/>
              <a:gd name="connsiteY5" fmla="*/ 3155799 h 3155799"/>
              <a:gd name="connsiteX6" fmla="*/ 0 w 9836513"/>
              <a:gd name="connsiteY6" fmla="*/ 3155799 h 3155799"/>
              <a:gd name="connsiteX7" fmla="*/ 0 w 9836513"/>
              <a:gd name="connsiteY7" fmla="*/ 2198 h 3155799"/>
              <a:gd name="connsiteX0" fmla="*/ 0 w 9836513"/>
              <a:gd name="connsiteY0" fmla="*/ 2198 h 3155799"/>
              <a:gd name="connsiteX1" fmla="*/ 7461149 w 9836513"/>
              <a:gd name="connsiteY1" fmla="*/ 0 h 3155799"/>
              <a:gd name="connsiteX2" fmla="*/ 7465122 w 9836513"/>
              <a:gd name="connsiteY2" fmla="*/ 574692 h 3155799"/>
              <a:gd name="connsiteX3" fmla="*/ 9158753 w 9836513"/>
              <a:gd name="connsiteY3" fmla="*/ 576469 h 3155799"/>
              <a:gd name="connsiteX4" fmla="*/ 9156765 w 9836513"/>
              <a:gd name="connsiteY4" fmla="*/ 1729408 h 3155799"/>
              <a:gd name="connsiteX5" fmla="*/ 9158749 w 9836513"/>
              <a:gd name="connsiteY5" fmla="*/ 3155799 h 3155799"/>
              <a:gd name="connsiteX6" fmla="*/ 0 w 9836513"/>
              <a:gd name="connsiteY6" fmla="*/ 3155799 h 3155799"/>
              <a:gd name="connsiteX7" fmla="*/ 0 w 9836513"/>
              <a:gd name="connsiteY7" fmla="*/ 2198 h 3155799"/>
              <a:gd name="connsiteX0" fmla="*/ 0 w 9836513"/>
              <a:gd name="connsiteY0" fmla="*/ 2198 h 3155799"/>
              <a:gd name="connsiteX1" fmla="*/ 7461149 w 9836513"/>
              <a:gd name="connsiteY1" fmla="*/ 0 h 3155799"/>
              <a:gd name="connsiteX2" fmla="*/ 7465122 w 9836513"/>
              <a:gd name="connsiteY2" fmla="*/ 574692 h 3155799"/>
              <a:gd name="connsiteX3" fmla="*/ 9158753 w 9836513"/>
              <a:gd name="connsiteY3" fmla="*/ 576469 h 3155799"/>
              <a:gd name="connsiteX4" fmla="*/ 9156765 w 9836513"/>
              <a:gd name="connsiteY4" fmla="*/ 1729408 h 3155799"/>
              <a:gd name="connsiteX5" fmla="*/ 9158749 w 9836513"/>
              <a:gd name="connsiteY5" fmla="*/ 3155799 h 3155799"/>
              <a:gd name="connsiteX6" fmla="*/ 0 w 9836513"/>
              <a:gd name="connsiteY6" fmla="*/ 3155799 h 3155799"/>
              <a:gd name="connsiteX7" fmla="*/ 0 w 9836513"/>
              <a:gd name="connsiteY7" fmla="*/ 2198 h 3155799"/>
              <a:gd name="connsiteX0" fmla="*/ 0 w 9158753"/>
              <a:gd name="connsiteY0" fmla="*/ 2198 h 3155799"/>
              <a:gd name="connsiteX1" fmla="*/ 7461149 w 9158753"/>
              <a:gd name="connsiteY1" fmla="*/ 0 h 3155799"/>
              <a:gd name="connsiteX2" fmla="*/ 7465122 w 9158753"/>
              <a:gd name="connsiteY2" fmla="*/ 574692 h 3155799"/>
              <a:gd name="connsiteX3" fmla="*/ 9158753 w 9158753"/>
              <a:gd name="connsiteY3" fmla="*/ 576469 h 3155799"/>
              <a:gd name="connsiteX4" fmla="*/ 9156765 w 9158753"/>
              <a:gd name="connsiteY4" fmla="*/ 1729408 h 3155799"/>
              <a:gd name="connsiteX5" fmla="*/ 9158749 w 9158753"/>
              <a:gd name="connsiteY5" fmla="*/ 3155799 h 3155799"/>
              <a:gd name="connsiteX6" fmla="*/ 0 w 9158753"/>
              <a:gd name="connsiteY6" fmla="*/ 3155799 h 3155799"/>
              <a:gd name="connsiteX7" fmla="*/ 0 w 9158753"/>
              <a:gd name="connsiteY7" fmla="*/ 2198 h 3155799"/>
              <a:gd name="connsiteX0" fmla="*/ 0 w 9158753"/>
              <a:gd name="connsiteY0" fmla="*/ 2198 h 3155799"/>
              <a:gd name="connsiteX1" fmla="*/ 7461149 w 9158753"/>
              <a:gd name="connsiteY1" fmla="*/ 0 h 3155799"/>
              <a:gd name="connsiteX2" fmla="*/ 7465122 w 9158753"/>
              <a:gd name="connsiteY2" fmla="*/ 574692 h 3155799"/>
              <a:gd name="connsiteX3" fmla="*/ 8037619 w 9158753"/>
              <a:gd name="connsiteY3" fmla="*/ 574482 h 3155799"/>
              <a:gd name="connsiteX4" fmla="*/ 9158753 w 9158753"/>
              <a:gd name="connsiteY4" fmla="*/ 576469 h 3155799"/>
              <a:gd name="connsiteX5" fmla="*/ 9156765 w 9158753"/>
              <a:gd name="connsiteY5" fmla="*/ 1729408 h 3155799"/>
              <a:gd name="connsiteX6" fmla="*/ 9158749 w 9158753"/>
              <a:gd name="connsiteY6" fmla="*/ 3155799 h 3155799"/>
              <a:gd name="connsiteX7" fmla="*/ 0 w 9158753"/>
              <a:gd name="connsiteY7" fmla="*/ 3155799 h 3155799"/>
              <a:gd name="connsiteX8" fmla="*/ 0 w 9158753"/>
              <a:gd name="connsiteY8" fmla="*/ 2198 h 3155799"/>
              <a:gd name="connsiteX0" fmla="*/ 0 w 9158753"/>
              <a:gd name="connsiteY0" fmla="*/ 2198 h 3155799"/>
              <a:gd name="connsiteX1" fmla="*/ 7461149 w 9158753"/>
              <a:gd name="connsiteY1" fmla="*/ 0 h 3155799"/>
              <a:gd name="connsiteX2" fmla="*/ 7465122 w 9158753"/>
              <a:gd name="connsiteY2" fmla="*/ 574692 h 3155799"/>
              <a:gd name="connsiteX3" fmla="*/ 8037619 w 9158753"/>
              <a:gd name="connsiteY3" fmla="*/ 574482 h 3155799"/>
              <a:gd name="connsiteX4" fmla="*/ 9158753 w 9158753"/>
              <a:gd name="connsiteY4" fmla="*/ 576469 h 3155799"/>
              <a:gd name="connsiteX5" fmla="*/ 9156765 w 9158753"/>
              <a:gd name="connsiteY5" fmla="*/ 1729408 h 3155799"/>
              <a:gd name="connsiteX6" fmla="*/ 9158749 w 9158753"/>
              <a:gd name="connsiteY6" fmla="*/ 3155799 h 3155799"/>
              <a:gd name="connsiteX7" fmla="*/ 0 w 9158753"/>
              <a:gd name="connsiteY7" fmla="*/ 3155799 h 3155799"/>
              <a:gd name="connsiteX8" fmla="*/ 0 w 9158753"/>
              <a:gd name="connsiteY8" fmla="*/ 2198 h 3155799"/>
              <a:gd name="connsiteX0" fmla="*/ 0 w 9158749"/>
              <a:gd name="connsiteY0" fmla="*/ 2198 h 3155799"/>
              <a:gd name="connsiteX1" fmla="*/ 7461149 w 9158749"/>
              <a:gd name="connsiteY1" fmla="*/ 0 h 3155799"/>
              <a:gd name="connsiteX2" fmla="*/ 7465122 w 9158749"/>
              <a:gd name="connsiteY2" fmla="*/ 574692 h 3155799"/>
              <a:gd name="connsiteX3" fmla="*/ 8037619 w 9158749"/>
              <a:gd name="connsiteY3" fmla="*/ 574482 h 3155799"/>
              <a:gd name="connsiteX4" fmla="*/ 8039607 w 9158749"/>
              <a:gd name="connsiteY4" fmla="*/ 1723445 h 3155799"/>
              <a:gd name="connsiteX5" fmla="*/ 9156765 w 9158749"/>
              <a:gd name="connsiteY5" fmla="*/ 1729408 h 3155799"/>
              <a:gd name="connsiteX6" fmla="*/ 9158749 w 9158749"/>
              <a:gd name="connsiteY6" fmla="*/ 3155799 h 3155799"/>
              <a:gd name="connsiteX7" fmla="*/ 0 w 9158749"/>
              <a:gd name="connsiteY7" fmla="*/ 3155799 h 3155799"/>
              <a:gd name="connsiteX8" fmla="*/ 0 w 9158749"/>
              <a:gd name="connsiteY8" fmla="*/ 2198 h 3155799"/>
              <a:gd name="connsiteX0" fmla="*/ 0 w 9158749"/>
              <a:gd name="connsiteY0" fmla="*/ 2198 h 3155799"/>
              <a:gd name="connsiteX1" fmla="*/ 7461149 w 9158749"/>
              <a:gd name="connsiteY1" fmla="*/ 0 h 3155799"/>
              <a:gd name="connsiteX2" fmla="*/ 7465122 w 9158749"/>
              <a:gd name="connsiteY2" fmla="*/ 574692 h 3155799"/>
              <a:gd name="connsiteX3" fmla="*/ 8037619 w 9158749"/>
              <a:gd name="connsiteY3" fmla="*/ 574482 h 3155799"/>
              <a:gd name="connsiteX4" fmla="*/ 8039607 w 9158749"/>
              <a:gd name="connsiteY4" fmla="*/ 1723445 h 3155799"/>
              <a:gd name="connsiteX5" fmla="*/ 9156765 w 9158749"/>
              <a:gd name="connsiteY5" fmla="*/ 1729408 h 3155799"/>
              <a:gd name="connsiteX6" fmla="*/ 9158749 w 9158749"/>
              <a:gd name="connsiteY6" fmla="*/ 3155799 h 3155799"/>
              <a:gd name="connsiteX7" fmla="*/ 0 w 9158749"/>
              <a:gd name="connsiteY7" fmla="*/ 3155799 h 3155799"/>
              <a:gd name="connsiteX8" fmla="*/ 0 w 9158749"/>
              <a:gd name="connsiteY8" fmla="*/ 2198 h 3155799"/>
              <a:gd name="connsiteX0" fmla="*/ 0 w 9158749"/>
              <a:gd name="connsiteY0" fmla="*/ 2198 h 3155799"/>
              <a:gd name="connsiteX1" fmla="*/ 7461149 w 9158749"/>
              <a:gd name="connsiteY1" fmla="*/ 0 h 3155799"/>
              <a:gd name="connsiteX2" fmla="*/ 7465122 w 9158749"/>
              <a:gd name="connsiteY2" fmla="*/ 574692 h 3155799"/>
              <a:gd name="connsiteX3" fmla="*/ 8037619 w 9158749"/>
              <a:gd name="connsiteY3" fmla="*/ 574482 h 3155799"/>
              <a:gd name="connsiteX4" fmla="*/ 8039607 w 9158749"/>
              <a:gd name="connsiteY4" fmla="*/ 1723445 h 3155799"/>
              <a:gd name="connsiteX5" fmla="*/ 9156765 w 9158749"/>
              <a:gd name="connsiteY5" fmla="*/ 1729408 h 3155799"/>
              <a:gd name="connsiteX6" fmla="*/ 9158749 w 9158749"/>
              <a:gd name="connsiteY6" fmla="*/ 3155799 h 3155799"/>
              <a:gd name="connsiteX7" fmla="*/ 0 w 9158749"/>
              <a:gd name="connsiteY7" fmla="*/ 3155799 h 3155799"/>
              <a:gd name="connsiteX8" fmla="*/ 0 w 9158749"/>
              <a:gd name="connsiteY8" fmla="*/ 2198 h 3155799"/>
              <a:gd name="connsiteX0" fmla="*/ 0 w 9158749"/>
              <a:gd name="connsiteY0" fmla="*/ 2198 h 3155799"/>
              <a:gd name="connsiteX1" fmla="*/ 7461149 w 9158749"/>
              <a:gd name="connsiteY1" fmla="*/ 0 h 3155799"/>
              <a:gd name="connsiteX2" fmla="*/ 7465122 w 9158749"/>
              <a:gd name="connsiteY2" fmla="*/ 574692 h 3155799"/>
              <a:gd name="connsiteX3" fmla="*/ 8037619 w 9158749"/>
              <a:gd name="connsiteY3" fmla="*/ 574482 h 3155799"/>
              <a:gd name="connsiteX4" fmla="*/ 8039607 w 9158749"/>
              <a:gd name="connsiteY4" fmla="*/ 1723445 h 3155799"/>
              <a:gd name="connsiteX5" fmla="*/ 9156765 w 9158749"/>
              <a:gd name="connsiteY5" fmla="*/ 1729408 h 3155799"/>
              <a:gd name="connsiteX6" fmla="*/ 9158749 w 9158749"/>
              <a:gd name="connsiteY6" fmla="*/ 3155799 h 3155799"/>
              <a:gd name="connsiteX7" fmla="*/ 0 w 9158749"/>
              <a:gd name="connsiteY7" fmla="*/ 3155799 h 3155799"/>
              <a:gd name="connsiteX8" fmla="*/ 0 w 9158749"/>
              <a:gd name="connsiteY8" fmla="*/ 2198 h 3155799"/>
              <a:gd name="connsiteX0" fmla="*/ 0 w 9158749"/>
              <a:gd name="connsiteY0" fmla="*/ 2198 h 3155799"/>
              <a:gd name="connsiteX1" fmla="*/ 7461149 w 9158749"/>
              <a:gd name="connsiteY1" fmla="*/ 0 h 3155799"/>
              <a:gd name="connsiteX2" fmla="*/ 7465122 w 9158749"/>
              <a:gd name="connsiteY2" fmla="*/ 574692 h 3155799"/>
              <a:gd name="connsiteX3" fmla="*/ 8037619 w 9158749"/>
              <a:gd name="connsiteY3" fmla="*/ 574482 h 3155799"/>
              <a:gd name="connsiteX4" fmla="*/ 8039607 w 9158749"/>
              <a:gd name="connsiteY4" fmla="*/ 1723445 h 3155799"/>
              <a:gd name="connsiteX5" fmla="*/ 9156765 w 9158749"/>
              <a:gd name="connsiteY5" fmla="*/ 1729408 h 3155799"/>
              <a:gd name="connsiteX6" fmla="*/ 9158749 w 9158749"/>
              <a:gd name="connsiteY6" fmla="*/ 3155799 h 3155799"/>
              <a:gd name="connsiteX7" fmla="*/ 0 w 9158749"/>
              <a:gd name="connsiteY7" fmla="*/ 3155799 h 3155799"/>
              <a:gd name="connsiteX8" fmla="*/ 0 w 9158749"/>
              <a:gd name="connsiteY8" fmla="*/ 2198 h 3155799"/>
              <a:gd name="connsiteX0" fmla="*/ 0 w 9158749"/>
              <a:gd name="connsiteY0" fmla="*/ 2198 h 3155799"/>
              <a:gd name="connsiteX1" fmla="*/ 7461149 w 9158749"/>
              <a:gd name="connsiteY1" fmla="*/ 0 h 3155799"/>
              <a:gd name="connsiteX2" fmla="*/ 7465122 w 9158749"/>
              <a:gd name="connsiteY2" fmla="*/ 574692 h 3155799"/>
              <a:gd name="connsiteX3" fmla="*/ 8037619 w 9158749"/>
              <a:gd name="connsiteY3" fmla="*/ 574482 h 3155799"/>
              <a:gd name="connsiteX4" fmla="*/ 8041595 w 9158749"/>
              <a:gd name="connsiteY4" fmla="*/ 1725433 h 3155799"/>
              <a:gd name="connsiteX5" fmla="*/ 9156765 w 9158749"/>
              <a:gd name="connsiteY5" fmla="*/ 1729408 h 3155799"/>
              <a:gd name="connsiteX6" fmla="*/ 9158749 w 9158749"/>
              <a:gd name="connsiteY6" fmla="*/ 3155799 h 3155799"/>
              <a:gd name="connsiteX7" fmla="*/ 0 w 9158749"/>
              <a:gd name="connsiteY7" fmla="*/ 3155799 h 3155799"/>
              <a:gd name="connsiteX8" fmla="*/ 0 w 9158749"/>
              <a:gd name="connsiteY8" fmla="*/ 2198 h 3155799"/>
              <a:gd name="connsiteX0" fmla="*/ 0 w 9158749"/>
              <a:gd name="connsiteY0" fmla="*/ 2198 h 3155799"/>
              <a:gd name="connsiteX1" fmla="*/ 7461149 w 9158749"/>
              <a:gd name="connsiteY1" fmla="*/ 0 h 3155799"/>
              <a:gd name="connsiteX2" fmla="*/ 7465122 w 9158749"/>
              <a:gd name="connsiteY2" fmla="*/ 574692 h 3155799"/>
              <a:gd name="connsiteX3" fmla="*/ 8037619 w 9158749"/>
              <a:gd name="connsiteY3" fmla="*/ 574482 h 3155799"/>
              <a:gd name="connsiteX4" fmla="*/ 8041595 w 9158749"/>
              <a:gd name="connsiteY4" fmla="*/ 1725433 h 3155799"/>
              <a:gd name="connsiteX5" fmla="*/ 9156765 w 9158749"/>
              <a:gd name="connsiteY5" fmla="*/ 1729408 h 3155799"/>
              <a:gd name="connsiteX6" fmla="*/ 9158749 w 9158749"/>
              <a:gd name="connsiteY6" fmla="*/ 3155799 h 3155799"/>
              <a:gd name="connsiteX7" fmla="*/ 0 w 9158749"/>
              <a:gd name="connsiteY7" fmla="*/ 3155799 h 3155799"/>
              <a:gd name="connsiteX8" fmla="*/ 0 w 9158749"/>
              <a:gd name="connsiteY8" fmla="*/ 2198 h 3155799"/>
              <a:gd name="connsiteX0" fmla="*/ 0 w 9158749"/>
              <a:gd name="connsiteY0" fmla="*/ 2198 h 3155799"/>
              <a:gd name="connsiteX1" fmla="*/ 7461149 w 9158749"/>
              <a:gd name="connsiteY1" fmla="*/ 0 h 3155799"/>
              <a:gd name="connsiteX2" fmla="*/ 7465122 w 9158749"/>
              <a:gd name="connsiteY2" fmla="*/ 574692 h 3155799"/>
              <a:gd name="connsiteX3" fmla="*/ 8044558 w 9158749"/>
              <a:gd name="connsiteY3" fmla="*/ 571017 h 3155799"/>
              <a:gd name="connsiteX4" fmla="*/ 8041595 w 9158749"/>
              <a:gd name="connsiteY4" fmla="*/ 1725433 h 3155799"/>
              <a:gd name="connsiteX5" fmla="*/ 9156765 w 9158749"/>
              <a:gd name="connsiteY5" fmla="*/ 1729408 h 3155799"/>
              <a:gd name="connsiteX6" fmla="*/ 9158749 w 9158749"/>
              <a:gd name="connsiteY6" fmla="*/ 3155799 h 3155799"/>
              <a:gd name="connsiteX7" fmla="*/ 0 w 9158749"/>
              <a:gd name="connsiteY7" fmla="*/ 3155799 h 3155799"/>
              <a:gd name="connsiteX8" fmla="*/ 0 w 9158749"/>
              <a:gd name="connsiteY8" fmla="*/ 2198 h 3155799"/>
              <a:gd name="connsiteX0" fmla="*/ 0 w 9158749"/>
              <a:gd name="connsiteY0" fmla="*/ 2198 h 3155799"/>
              <a:gd name="connsiteX1" fmla="*/ 7461149 w 9158749"/>
              <a:gd name="connsiteY1" fmla="*/ 0 h 3155799"/>
              <a:gd name="connsiteX2" fmla="*/ 7465122 w 9158749"/>
              <a:gd name="connsiteY2" fmla="*/ 574692 h 3155799"/>
              <a:gd name="connsiteX3" fmla="*/ 8044559 w 9158749"/>
              <a:gd name="connsiteY3" fmla="*/ 574483 h 3155799"/>
              <a:gd name="connsiteX4" fmla="*/ 8041595 w 9158749"/>
              <a:gd name="connsiteY4" fmla="*/ 1725433 h 3155799"/>
              <a:gd name="connsiteX5" fmla="*/ 9156765 w 9158749"/>
              <a:gd name="connsiteY5" fmla="*/ 1729408 h 3155799"/>
              <a:gd name="connsiteX6" fmla="*/ 9158749 w 9158749"/>
              <a:gd name="connsiteY6" fmla="*/ 3155799 h 3155799"/>
              <a:gd name="connsiteX7" fmla="*/ 0 w 9158749"/>
              <a:gd name="connsiteY7" fmla="*/ 3155799 h 3155799"/>
              <a:gd name="connsiteX8" fmla="*/ 0 w 9158749"/>
              <a:gd name="connsiteY8" fmla="*/ 2198 h 3155799"/>
              <a:gd name="connsiteX0" fmla="*/ 0 w 9158749"/>
              <a:gd name="connsiteY0" fmla="*/ 2198 h 3155799"/>
              <a:gd name="connsiteX1" fmla="*/ 7464618 w 9158749"/>
              <a:gd name="connsiteY1" fmla="*/ 0 h 3155799"/>
              <a:gd name="connsiteX2" fmla="*/ 7465122 w 9158749"/>
              <a:gd name="connsiteY2" fmla="*/ 574692 h 3155799"/>
              <a:gd name="connsiteX3" fmla="*/ 8044559 w 9158749"/>
              <a:gd name="connsiteY3" fmla="*/ 574483 h 3155799"/>
              <a:gd name="connsiteX4" fmla="*/ 8041595 w 9158749"/>
              <a:gd name="connsiteY4" fmla="*/ 1725433 h 3155799"/>
              <a:gd name="connsiteX5" fmla="*/ 9156765 w 9158749"/>
              <a:gd name="connsiteY5" fmla="*/ 1729408 h 3155799"/>
              <a:gd name="connsiteX6" fmla="*/ 9158749 w 9158749"/>
              <a:gd name="connsiteY6" fmla="*/ 3155799 h 3155799"/>
              <a:gd name="connsiteX7" fmla="*/ 0 w 9158749"/>
              <a:gd name="connsiteY7" fmla="*/ 3155799 h 3155799"/>
              <a:gd name="connsiteX8" fmla="*/ 0 w 9158749"/>
              <a:gd name="connsiteY8" fmla="*/ 2198 h 3155799"/>
              <a:gd name="connsiteX0" fmla="*/ 0 w 9158749"/>
              <a:gd name="connsiteY0" fmla="*/ 2198 h 3155799"/>
              <a:gd name="connsiteX1" fmla="*/ 7464618 w 9158749"/>
              <a:gd name="connsiteY1" fmla="*/ 0 h 3155799"/>
              <a:gd name="connsiteX2" fmla="*/ 7465123 w 9158749"/>
              <a:gd name="connsiteY2" fmla="*/ 571227 h 3155799"/>
              <a:gd name="connsiteX3" fmla="*/ 8044559 w 9158749"/>
              <a:gd name="connsiteY3" fmla="*/ 574483 h 3155799"/>
              <a:gd name="connsiteX4" fmla="*/ 8041595 w 9158749"/>
              <a:gd name="connsiteY4" fmla="*/ 1725433 h 3155799"/>
              <a:gd name="connsiteX5" fmla="*/ 9156765 w 9158749"/>
              <a:gd name="connsiteY5" fmla="*/ 1729408 h 3155799"/>
              <a:gd name="connsiteX6" fmla="*/ 9158749 w 9158749"/>
              <a:gd name="connsiteY6" fmla="*/ 3155799 h 3155799"/>
              <a:gd name="connsiteX7" fmla="*/ 0 w 9158749"/>
              <a:gd name="connsiteY7" fmla="*/ 3155799 h 3155799"/>
              <a:gd name="connsiteX8" fmla="*/ 0 w 9158749"/>
              <a:gd name="connsiteY8" fmla="*/ 2198 h 3155799"/>
              <a:gd name="connsiteX0" fmla="*/ 0 w 9158749"/>
              <a:gd name="connsiteY0" fmla="*/ 2198 h 3155799"/>
              <a:gd name="connsiteX1" fmla="*/ 7464618 w 9158749"/>
              <a:gd name="connsiteY1" fmla="*/ 0 h 3155799"/>
              <a:gd name="connsiteX2" fmla="*/ 7468592 w 9158749"/>
              <a:gd name="connsiteY2" fmla="*/ 574693 h 3155799"/>
              <a:gd name="connsiteX3" fmla="*/ 8044559 w 9158749"/>
              <a:gd name="connsiteY3" fmla="*/ 574483 h 3155799"/>
              <a:gd name="connsiteX4" fmla="*/ 8041595 w 9158749"/>
              <a:gd name="connsiteY4" fmla="*/ 1725433 h 3155799"/>
              <a:gd name="connsiteX5" fmla="*/ 9156765 w 9158749"/>
              <a:gd name="connsiteY5" fmla="*/ 1729408 h 3155799"/>
              <a:gd name="connsiteX6" fmla="*/ 9158749 w 9158749"/>
              <a:gd name="connsiteY6" fmla="*/ 3155799 h 3155799"/>
              <a:gd name="connsiteX7" fmla="*/ 0 w 9158749"/>
              <a:gd name="connsiteY7" fmla="*/ 3155799 h 3155799"/>
              <a:gd name="connsiteX8" fmla="*/ 0 w 9158749"/>
              <a:gd name="connsiteY8" fmla="*/ 2198 h 3155799"/>
              <a:gd name="connsiteX0" fmla="*/ 0 w 9158749"/>
              <a:gd name="connsiteY0" fmla="*/ 2198 h 3155799"/>
              <a:gd name="connsiteX1" fmla="*/ 7464618 w 9158749"/>
              <a:gd name="connsiteY1" fmla="*/ 0 h 3155799"/>
              <a:gd name="connsiteX2" fmla="*/ 7465123 w 9158749"/>
              <a:gd name="connsiteY2" fmla="*/ 574693 h 3155799"/>
              <a:gd name="connsiteX3" fmla="*/ 8044559 w 9158749"/>
              <a:gd name="connsiteY3" fmla="*/ 574483 h 3155799"/>
              <a:gd name="connsiteX4" fmla="*/ 8041595 w 9158749"/>
              <a:gd name="connsiteY4" fmla="*/ 1725433 h 3155799"/>
              <a:gd name="connsiteX5" fmla="*/ 9156765 w 9158749"/>
              <a:gd name="connsiteY5" fmla="*/ 1729408 h 3155799"/>
              <a:gd name="connsiteX6" fmla="*/ 9158749 w 9158749"/>
              <a:gd name="connsiteY6" fmla="*/ 3155799 h 3155799"/>
              <a:gd name="connsiteX7" fmla="*/ 0 w 9158749"/>
              <a:gd name="connsiteY7" fmla="*/ 3155799 h 3155799"/>
              <a:gd name="connsiteX8" fmla="*/ 0 w 9158749"/>
              <a:gd name="connsiteY8" fmla="*/ 2198 h 3155799"/>
              <a:gd name="connsiteX0" fmla="*/ 0 w 9158749"/>
              <a:gd name="connsiteY0" fmla="*/ 2198 h 3155799"/>
              <a:gd name="connsiteX1" fmla="*/ 7464618 w 9158749"/>
              <a:gd name="connsiteY1" fmla="*/ 0 h 3155799"/>
              <a:gd name="connsiteX2" fmla="*/ 7465123 w 9158749"/>
              <a:gd name="connsiteY2" fmla="*/ 574693 h 3155799"/>
              <a:gd name="connsiteX3" fmla="*/ 8038836 w 9158749"/>
              <a:gd name="connsiteY3" fmla="*/ 570670 h 3155799"/>
              <a:gd name="connsiteX4" fmla="*/ 8041595 w 9158749"/>
              <a:gd name="connsiteY4" fmla="*/ 1725433 h 3155799"/>
              <a:gd name="connsiteX5" fmla="*/ 9156765 w 9158749"/>
              <a:gd name="connsiteY5" fmla="*/ 1729408 h 3155799"/>
              <a:gd name="connsiteX6" fmla="*/ 9158749 w 9158749"/>
              <a:gd name="connsiteY6" fmla="*/ 3155799 h 3155799"/>
              <a:gd name="connsiteX7" fmla="*/ 0 w 9158749"/>
              <a:gd name="connsiteY7" fmla="*/ 3155799 h 3155799"/>
              <a:gd name="connsiteX8" fmla="*/ 0 w 9158749"/>
              <a:gd name="connsiteY8" fmla="*/ 2198 h 3155799"/>
              <a:gd name="connsiteX0" fmla="*/ 0 w 9158749"/>
              <a:gd name="connsiteY0" fmla="*/ 2198 h 3155799"/>
              <a:gd name="connsiteX1" fmla="*/ 7464618 w 9158749"/>
              <a:gd name="connsiteY1" fmla="*/ 0 h 3155799"/>
              <a:gd name="connsiteX2" fmla="*/ 7465124 w 9158749"/>
              <a:gd name="connsiteY2" fmla="*/ 570881 h 3155799"/>
              <a:gd name="connsiteX3" fmla="*/ 8038836 w 9158749"/>
              <a:gd name="connsiteY3" fmla="*/ 570670 h 3155799"/>
              <a:gd name="connsiteX4" fmla="*/ 8041595 w 9158749"/>
              <a:gd name="connsiteY4" fmla="*/ 1725433 h 3155799"/>
              <a:gd name="connsiteX5" fmla="*/ 9156765 w 9158749"/>
              <a:gd name="connsiteY5" fmla="*/ 1729408 h 3155799"/>
              <a:gd name="connsiteX6" fmla="*/ 9158749 w 9158749"/>
              <a:gd name="connsiteY6" fmla="*/ 3155799 h 3155799"/>
              <a:gd name="connsiteX7" fmla="*/ 0 w 9158749"/>
              <a:gd name="connsiteY7" fmla="*/ 3155799 h 3155799"/>
              <a:gd name="connsiteX8" fmla="*/ 0 w 9158749"/>
              <a:gd name="connsiteY8" fmla="*/ 2198 h 3155799"/>
              <a:gd name="connsiteX0" fmla="*/ 0 w 9158749"/>
              <a:gd name="connsiteY0" fmla="*/ 2198 h 3155799"/>
              <a:gd name="connsiteX1" fmla="*/ 7464618 w 9158749"/>
              <a:gd name="connsiteY1" fmla="*/ 0 h 3155799"/>
              <a:gd name="connsiteX2" fmla="*/ 7465124 w 9158749"/>
              <a:gd name="connsiteY2" fmla="*/ 570881 h 3155799"/>
              <a:gd name="connsiteX3" fmla="*/ 8038836 w 9158749"/>
              <a:gd name="connsiteY3" fmla="*/ 570670 h 3155799"/>
              <a:gd name="connsiteX4" fmla="*/ 8041595 w 9158749"/>
              <a:gd name="connsiteY4" fmla="*/ 1725433 h 3155799"/>
              <a:gd name="connsiteX5" fmla="*/ 9158673 w 9158749"/>
              <a:gd name="connsiteY5" fmla="*/ 1729409 h 3155799"/>
              <a:gd name="connsiteX6" fmla="*/ 9158749 w 9158749"/>
              <a:gd name="connsiteY6" fmla="*/ 3155799 h 3155799"/>
              <a:gd name="connsiteX7" fmla="*/ 0 w 9158749"/>
              <a:gd name="connsiteY7" fmla="*/ 3155799 h 3155799"/>
              <a:gd name="connsiteX8" fmla="*/ 0 w 9158749"/>
              <a:gd name="connsiteY8" fmla="*/ 2198 h 3155799"/>
              <a:gd name="connsiteX0" fmla="*/ 0 w 9158749"/>
              <a:gd name="connsiteY0" fmla="*/ 2198 h 3155799"/>
              <a:gd name="connsiteX1" fmla="*/ 7464618 w 9158749"/>
              <a:gd name="connsiteY1" fmla="*/ 0 h 3155799"/>
              <a:gd name="connsiteX2" fmla="*/ 7465124 w 9158749"/>
              <a:gd name="connsiteY2" fmla="*/ 570881 h 3155799"/>
              <a:gd name="connsiteX3" fmla="*/ 8038836 w 9158749"/>
              <a:gd name="connsiteY3" fmla="*/ 570670 h 3155799"/>
              <a:gd name="connsiteX4" fmla="*/ 8041595 w 9158749"/>
              <a:gd name="connsiteY4" fmla="*/ 1725433 h 3155799"/>
              <a:gd name="connsiteX5" fmla="*/ 9158673 w 9158749"/>
              <a:gd name="connsiteY5" fmla="*/ 1723691 h 3155799"/>
              <a:gd name="connsiteX6" fmla="*/ 9158749 w 9158749"/>
              <a:gd name="connsiteY6" fmla="*/ 3155799 h 3155799"/>
              <a:gd name="connsiteX7" fmla="*/ 0 w 9158749"/>
              <a:gd name="connsiteY7" fmla="*/ 3155799 h 3155799"/>
              <a:gd name="connsiteX8" fmla="*/ 0 w 9158749"/>
              <a:gd name="connsiteY8" fmla="*/ 2198 h 3155799"/>
              <a:gd name="connsiteX0" fmla="*/ 0 w 9158749"/>
              <a:gd name="connsiteY0" fmla="*/ 2198 h 3155799"/>
              <a:gd name="connsiteX1" fmla="*/ 7464618 w 9158749"/>
              <a:gd name="connsiteY1" fmla="*/ 0 h 3155799"/>
              <a:gd name="connsiteX2" fmla="*/ 7465124 w 9158749"/>
              <a:gd name="connsiteY2" fmla="*/ 570881 h 3155799"/>
              <a:gd name="connsiteX3" fmla="*/ 8038836 w 9158749"/>
              <a:gd name="connsiteY3" fmla="*/ 570670 h 3155799"/>
              <a:gd name="connsiteX4" fmla="*/ 8041595 w 9158749"/>
              <a:gd name="connsiteY4" fmla="*/ 1725433 h 3155799"/>
              <a:gd name="connsiteX5" fmla="*/ 9158673 w 9158749"/>
              <a:gd name="connsiteY5" fmla="*/ 1723691 h 3155799"/>
              <a:gd name="connsiteX6" fmla="*/ 9158749 w 9158749"/>
              <a:gd name="connsiteY6" fmla="*/ 3155799 h 3155799"/>
              <a:gd name="connsiteX7" fmla="*/ 0 w 9158749"/>
              <a:gd name="connsiteY7" fmla="*/ 3155799 h 3155799"/>
              <a:gd name="connsiteX8" fmla="*/ 0 w 9158749"/>
              <a:gd name="connsiteY8" fmla="*/ 2198 h 3155799"/>
              <a:gd name="connsiteX0" fmla="*/ 0 w 9158749"/>
              <a:gd name="connsiteY0" fmla="*/ 2198 h 3155799"/>
              <a:gd name="connsiteX1" fmla="*/ 7464618 w 9158749"/>
              <a:gd name="connsiteY1" fmla="*/ 0 h 3155799"/>
              <a:gd name="connsiteX2" fmla="*/ 7465124 w 9158749"/>
              <a:gd name="connsiteY2" fmla="*/ 570881 h 3155799"/>
              <a:gd name="connsiteX3" fmla="*/ 8038836 w 9158749"/>
              <a:gd name="connsiteY3" fmla="*/ 570670 h 3155799"/>
              <a:gd name="connsiteX4" fmla="*/ 8041595 w 9158749"/>
              <a:gd name="connsiteY4" fmla="*/ 1725433 h 3155799"/>
              <a:gd name="connsiteX5" fmla="*/ 9158673 w 9158749"/>
              <a:gd name="connsiteY5" fmla="*/ 1723691 h 3155799"/>
              <a:gd name="connsiteX6" fmla="*/ 9158749 w 9158749"/>
              <a:gd name="connsiteY6" fmla="*/ 3155799 h 3155799"/>
              <a:gd name="connsiteX7" fmla="*/ 0 w 9158749"/>
              <a:gd name="connsiteY7" fmla="*/ 3155799 h 3155799"/>
              <a:gd name="connsiteX8" fmla="*/ 0 w 9158749"/>
              <a:gd name="connsiteY8" fmla="*/ 2198 h 3155799"/>
              <a:gd name="connsiteX0" fmla="*/ 0 w 9158749"/>
              <a:gd name="connsiteY0" fmla="*/ 2198 h 3155799"/>
              <a:gd name="connsiteX1" fmla="*/ 7464618 w 9158749"/>
              <a:gd name="connsiteY1" fmla="*/ 0 h 3155799"/>
              <a:gd name="connsiteX2" fmla="*/ 7465124 w 9158749"/>
              <a:gd name="connsiteY2" fmla="*/ 570881 h 3155799"/>
              <a:gd name="connsiteX3" fmla="*/ 8038836 w 9158749"/>
              <a:gd name="connsiteY3" fmla="*/ 570670 h 3155799"/>
              <a:gd name="connsiteX4" fmla="*/ 8041595 w 9158749"/>
              <a:gd name="connsiteY4" fmla="*/ 1725433 h 3155799"/>
              <a:gd name="connsiteX5" fmla="*/ 9158673 w 9158749"/>
              <a:gd name="connsiteY5" fmla="*/ 1723691 h 3155799"/>
              <a:gd name="connsiteX6" fmla="*/ 9158749 w 9158749"/>
              <a:gd name="connsiteY6" fmla="*/ 3155799 h 3155799"/>
              <a:gd name="connsiteX7" fmla="*/ 0 w 9158749"/>
              <a:gd name="connsiteY7" fmla="*/ 3155799 h 3155799"/>
              <a:gd name="connsiteX8" fmla="*/ 0 w 9158749"/>
              <a:gd name="connsiteY8" fmla="*/ 2198 h 3155799"/>
              <a:gd name="connsiteX0" fmla="*/ 0 w 9158749"/>
              <a:gd name="connsiteY0" fmla="*/ 2198 h 3155799"/>
              <a:gd name="connsiteX1" fmla="*/ 7464618 w 9158749"/>
              <a:gd name="connsiteY1" fmla="*/ 0 h 3155799"/>
              <a:gd name="connsiteX2" fmla="*/ 7465124 w 9158749"/>
              <a:gd name="connsiteY2" fmla="*/ 570881 h 3155799"/>
              <a:gd name="connsiteX3" fmla="*/ 8038836 w 9158749"/>
              <a:gd name="connsiteY3" fmla="*/ 570670 h 3155799"/>
              <a:gd name="connsiteX4" fmla="*/ 8041595 w 9158749"/>
              <a:gd name="connsiteY4" fmla="*/ 1725433 h 3155799"/>
              <a:gd name="connsiteX5" fmla="*/ 9158673 w 9158749"/>
              <a:gd name="connsiteY5" fmla="*/ 1727504 h 3155799"/>
              <a:gd name="connsiteX6" fmla="*/ 9158749 w 9158749"/>
              <a:gd name="connsiteY6" fmla="*/ 3155799 h 3155799"/>
              <a:gd name="connsiteX7" fmla="*/ 0 w 9158749"/>
              <a:gd name="connsiteY7" fmla="*/ 3155799 h 3155799"/>
              <a:gd name="connsiteX8" fmla="*/ 0 w 9158749"/>
              <a:gd name="connsiteY8" fmla="*/ 2198 h 3155799"/>
              <a:gd name="connsiteX0" fmla="*/ 0 w 9158749"/>
              <a:gd name="connsiteY0" fmla="*/ 2198 h 3155799"/>
              <a:gd name="connsiteX1" fmla="*/ 7464618 w 9158749"/>
              <a:gd name="connsiteY1" fmla="*/ 0 h 3155799"/>
              <a:gd name="connsiteX2" fmla="*/ 7465124 w 9158749"/>
              <a:gd name="connsiteY2" fmla="*/ 570881 h 3155799"/>
              <a:gd name="connsiteX3" fmla="*/ 8038836 w 9158749"/>
              <a:gd name="connsiteY3" fmla="*/ 570670 h 3155799"/>
              <a:gd name="connsiteX4" fmla="*/ 8041595 w 9158749"/>
              <a:gd name="connsiteY4" fmla="*/ 1725433 h 3155799"/>
              <a:gd name="connsiteX5" fmla="*/ 9158673 w 9158749"/>
              <a:gd name="connsiteY5" fmla="*/ 1727504 h 3155799"/>
              <a:gd name="connsiteX6" fmla="*/ 9158749 w 9158749"/>
              <a:gd name="connsiteY6" fmla="*/ 3155799 h 3155799"/>
              <a:gd name="connsiteX7" fmla="*/ 0 w 9158749"/>
              <a:gd name="connsiteY7" fmla="*/ 3155799 h 3155799"/>
              <a:gd name="connsiteX8" fmla="*/ 0 w 9158749"/>
              <a:gd name="connsiteY8" fmla="*/ 2198 h 3155799"/>
              <a:gd name="connsiteX0" fmla="*/ 0 w 9158749"/>
              <a:gd name="connsiteY0" fmla="*/ 2198 h 3155799"/>
              <a:gd name="connsiteX1" fmla="*/ 7464618 w 9158749"/>
              <a:gd name="connsiteY1" fmla="*/ 0 h 3155799"/>
              <a:gd name="connsiteX2" fmla="*/ 7465124 w 9158749"/>
              <a:gd name="connsiteY2" fmla="*/ 570881 h 3155799"/>
              <a:gd name="connsiteX3" fmla="*/ 8038836 w 9158749"/>
              <a:gd name="connsiteY3" fmla="*/ 570670 h 3155799"/>
              <a:gd name="connsiteX4" fmla="*/ 8041595 w 9158749"/>
              <a:gd name="connsiteY4" fmla="*/ 1725433 h 3155799"/>
              <a:gd name="connsiteX5" fmla="*/ 9158673 w 9158749"/>
              <a:gd name="connsiteY5" fmla="*/ 1727504 h 3155799"/>
              <a:gd name="connsiteX6" fmla="*/ 9158749 w 9158749"/>
              <a:gd name="connsiteY6" fmla="*/ 3155799 h 3155799"/>
              <a:gd name="connsiteX7" fmla="*/ 0 w 9158749"/>
              <a:gd name="connsiteY7" fmla="*/ 3155799 h 3155799"/>
              <a:gd name="connsiteX8" fmla="*/ 0 w 9158749"/>
              <a:gd name="connsiteY8" fmla="*/ 2198 h 3155799"/>
              <a:gd name="connsiteX0" fmla="*/ 0 w 9158749"/>
              <a:gd name="connsiteY0" fmla="*/ 0 h 3166863"/>
              <a:gd name="connsiteX1" fmla="*/ 7464618 w 9158749"/>
              <a:gd name="connsiteY1" fmla="*/ 11064 h 3166863"/>
              <a:gd name="connsiteX2" fmla="*/ 7465124 w 9158749"/>
              <a:gd name="connsiteY2" fmla="*/ 581945 h 3166863"/>
              <a:gd name="connsiteX3" fmla="*/ 8038836 w 9158749"/>
              <a:gd name="connsiteY3" fmla="*/ 581734 h 3166863"/>
              <a:gd name="connsiteX4" fmla="*/ 8041595 w 9158749"/>
              <a:gd name="connsiteY4" fmla="*/ 1736497 h 3166863"/>
              <a:gd name="connsiteX5" fmla="*/ 9158673 w 9158749"/>
              <a:gd name="connsiteY5" fmla="*/ 1738568 h 3166863"/>
              <a:gd name="connsiteX6" fmla="*/ 9158749 w 9158749"/>
              <a:gd name="connsiteY6" fmla="*/ 3166863 h 3166863"/>
              <a:gd name="connsiteX7" fmla="*/ 0 w 9158749"/>
              <a:gd name="connsiteY7" fmla="*/ 3166863 h 3166863"/>
              <a:gd name="connsiteX8" fmla="*/ 0 w 9158749"/>
              <a:gd name="connsiteY8" fmla="*/ 0 h 3166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58749" h="3166863">
                <a:moveTo>
                  <a:pt x="0" y="0"/>
                </a:moveTo>
                <a:lnTo>
                  <a:pt x="7464618" y="11064"/>
                </a:lnTo>
                <a:cubicBezTo>
                  <a:pt x="7465942" y="200640"/>
                  <a:pt x="7463800" y="392369"/>
                  <a:pt x="7465124" y="581945"/>
                </a:cubicBezTo>
                <a:lnTo>
                  <a:pt x="8038836" y="581734"/>
                </a:lnTo>
                <a:cubicBezTo>
                  <a:pt x="8041408" y="722619"/>
                  <a:pt x="8040601" y="1162015"/>
                  <a:pt x="8041595" y="1736497"/>
                </a:cubicBezTo>
                <a:cubicBezTo>
                  <a:pt x="8141099" y="1737823"/>
                  <a:pt x="9032456" y="1737242"/>
                  <a:pt x="9158673" y="1738568"/>
                </a:cubicBezTo>
                <a:cubicBezTo>
                  <a:pt x="9158672" y="2168456"/>
                  <a:pt x="9157757" y="2453667"/>
                  <a:pt x="9158749" y="3166863"/>
                </a:cubicBezTo>
                <a:lnTo>
                  <a:pt x="0" y="3166863"/>
                </a:lnTo>
                <a:lnTo>
                  <a:pt x="0" y="0"/>
                </a:lnTo>
                <a:close/>
              </a:path>
            </a:pathLst>
          </a:custGeom>
        </p:spPr>
        <p:txBody>
          <a:bodyPr/>
          <a:lstStyle/>
          <a:p>
            <a:endParaRPr lang="de-DE" dirty="0"/>
          </a:p>
        </p:txBody>
      </p:sp>
      <p:pic>
        <p:nvPicPr>
          <p:cNvPr id="13" name="Bild 8" descr="20150416 tum logo blau png final.png">
            <a:extLst>
              <a:ext uri="{FF2B5EF4-FFF2-40B4-BE49-F238E27FC236}">
                <a16:creationId xmlns:a16="http://schemas.microsoft.com/office/drawing/2014/main" id="{3B0C90BC-E441-4AF0-B2F4-E491AE643368}"/>
              </a:ext>
            </a:extLst>
          </p:cNvPr>
          <p:cNvPicPr>
            <a:picLocks noChangeAspect="1"/>
          </p:cNvPicPr>
          <p:nvPr userDrawn="1"/>
        </p:nvPicPr>
        <p:blipFill>
          <a:blip r:embed="rId2"/>
          <a:stretch>
            <a:fillRect/>
          </a:stretch>
        </p:blipFill>
        <p:spPr>
          <a:xfrm>
            <a:off x="6825613" y="332949"/>
            <a:ext cx="604774" cy="318516"/>
          </a:xfrm>
          <a:prstGeom prst="rect">
            <a:avLst/>
          </a:prstGeom>
        </p:spPr>
      </p:pic>
    </p:spTree>
    <p:extLst>
      <p:ext uri="{BB962C8B-B14F-4D97-AF65-F5344CB8AC3E}">
        <p14:creationId xmlns:p14="http://schemas.microsoft.com/office/powerpoint/2010/main" val="17323084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Überschrift und Inhalt">
    <p:spTree>
      <p:nvGrpSpPr>
        <p:cNvPr id="1" name=""/>
        <p:cNvGrpSpPr/>
        <p:nvPr/>
      </p:nvGrpSpPr>
      <p:grpSpPr>
        <a:xfrm>
          <a:off x="0" y="0"/>
          <a:ext cx="0" cy="0"/>
          <a:chOff x="0" y="0"/>
          <a:chExt cx="0" cy="0"/>
        </a:xfrm>
      </p:grpSpPr>
      <p:sp>
        <p:nvSpPr>
          <p:cNvPr id="14" name="Rechteck 13">
            <a:extLst>
              <a:ext uri="{FF2B5EF4-FFF2-40B4-BE49-F238E27FC236}">
                <a16:creationId xmlns:a16="http://schemas.microsoft.com/office/drawing/2014/main" id="{631AC114-CFE7-BDAD-9AD5-D3BDB21282D9}"/>
              </a:ext>
            </a:extLst>
          </p:cNvPr>
          <p:cNvSpPr/>
          <p:nvPr userDrawn="1"/>
        </p:nvSpPr>
        <p:spPr>
          <a:xfrm>
            <a:off x="0" y="297509"/>
            <a:ext cx="3810000" cy="959997"/>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solidFill>
                <a:srgbClr val="005293"/>
              </a:solidFill>
            </a:endParaRPr>
          </a:p>
        </p:txBody>
      </p:sp>
      <p:sp>
        <p:nvSpPr>
          <p:cNvPr id="9" name="Rechteck 8">
            <a:extLst>
              <a:ext uri="{FF2B5EF4-FFF2-40B4-BE49-F238E27FC236}">
                <a16:creationId xmlns:a16="http://schemas.microsoft.com/office/drawing/2014/main" id="{04B5615E-D15D-6FBD-3572-CBCFA7D8D6AF}"/>
              </a:ext>
            </a:extLst>
          </p:cNvPr>
          <p:cNvSpPr/>
          <p:nvPr userDrawn="1"/>
        </p:nvSpPr>
        <p:spPr>
          <a:xfrm>
            <a:off x="-6007" y="5401504"/>
            <a:ext cx="7626007" cy="313496"/>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dirty="0"/>
          </a:p>
        </p:txBody>
      </p:sp>
      <p:sp>
        <p:nvSpPr>
          <p:cNvPr id="6" name="Fußzeilenplatzhalter 5">
            <a:extLst>
              <a:ext uri="{FF2B5EF4-FFF2-40B4-BE49-F238E27FC236}">
                <a16:creationId xmlns:a16="http://schemas.microsoft.com/office/drawing/2014/main" id="{8B32E56E-3AAF-431C-5AFC-599CC8481FC0}"/>
              </a:ext>
            </a:extLst>
          </p:cNvPr>
          <p:cNvSpPr>
            <a:spLocks noGrp="1"/>
          </p:cNvSpPr>
          <p:nvPr>
            <p:ph type="ftr" sz="quarter" idx="11"/>
          </p:nvPr>
        </p:nvSpPr>
        <p:spPr/>
        <p:txBody>
          <a:bodyPr/>
          <a:lstStyle/>
          <a:p>
            <a:r>
              <a:rPr lang="de-DE" dirty="0"/>
              <a:t>TUM School </a:t>
            </a:r>
            <a:r>
              <a:rPr lang="de-DE" dirty="0" err="1"/>
              <a:t>of</a:t>
            </a:r>
            <a:r>
              <a:rPr lang="de-DE" dirty="0"/>
              <a:t> </a:t>
            </a:r>
            <a:r>
              <a:rPr lang="de-DE" dirty="0" err="1"/>
              <a:t>Computation</a:t>
            </a:r>
            <a:r>
              <a:rPr lang="de-DE" dirty="0"/>
              <a:t>, Information and Technology | Technische Universität München</a:t>
            </a:r>
          </a:p>
        </p:txBody>
      </p:sp>
      <p:sp>
        <p:nvSpPr>
          <p:cNvPr id="7" name="Foliennummernplatzhalter 6">
            <a:extLst>
              <a:ext uri="{FF2B5EF4-FFF2-40B4-BE49-F238E27FC236}">
                <a16:creationId xmlns:a16="http://schemas.microsoft.com/office/drawing/2014/main" id="{977DC928-5991-B20A-13AC-D892E4A93B46}"/>
              </a:ext>
            </a:extLst>
          </p:cNvPr>
          <p:cNvSpPr>
            <a:spLocks noGrp="1"/>
          </p:cNvSpPr>
          <p:nvPr>
            <p:ph type="sldNum" sz="quarter" idx="12"/>
          </p:nvPr>
        </p:nvSpPr>
        <p:spPr/>
        <p:txBody>
          <a:bodyPr/>
          <a:lstStyle/>
          <a:p>
            <a:fld id="{7BC6339C-EBB9-4F99-9F6F-F0910A22596F}" type="slidenum">
              <a:rPr lang="de-DE" smtClean="0"/>
              <a:t>‹#›</a:t>
            </a:fld>
            <a:endParaRPr lang="de-DE"/>
          </a:p>
        </p:txBody>
      </p:sp>
      <p:sp>
        <p:nvSpPr>
          <p:cNvPr id="8" name="Titel 7">
            <a:extLst>
              <a:ext uri="{FF2B5EF4-FFF2-40B4-BE49-F238E27FC236}">
                <a16:creationId xmlns:a16="http://schemas.microsoft.com/office/drawing/2014/main" id="{50E10753-AC8F-BF21-29FD-9E16AB402E08}"/>
              </a:ext>
            </a:extLst>
          </p:cNvPr>
          <p:cNvSpPr>
            <a:spLocks noGrp="1"/>
          </p:cNvSpPr>
          <p:nvPr>
            <p:ph type="title"/>
          </p:nvPr>
        </p:nvSpPr>
        <p:spPr>
          <a:xfrm>
            <a:off x="210012" y="297509"/>
            <a:ext cx="3599987" cy="959997"/>
          </a:xfrm>
        </p:spPr>
        <p:txBody>
          <a:bodyPr anchor="ctr"/>
          <a:lstStyle>
            <a:lvl1pPr>
              <a:defRPr sz="2500">
                <a:solidFill>
                  <a:schemeClr val="bg1"/>
                </a:solidFill>
              </a:defRPr>
            </a:lvl1pPr>
          </a:lstStyle>
          <a:p>
            <a:endParaRPr lang="de-DE" dirty="0"/>
          </a:p>
        </p:txBody>
      </p:sp>
      <p:sp>
        <p:nvSpPr>
          <p:cNvPr id="12" name="Rechteck 11">
            <a:extLst>
              <a:ext uri="{FF2B5EF4-FFF2-40B4-BE49-F238E27FC236}">
                <a16:creationId xmlns:a16="http://schemas.microsoft.com/office/drawing/2014/main" id="{6B3A0C13-0D1C-FBE8-AAF8-CCD53D60B73A}"/>
              </a:ext>
            </a:extLst>
          </p:cNvPr>
          <p:cNvSpPr/>
          <p:nvPr userDrawn="1"/>
        </p:nvSpPr>
        <p:spPr>
          <a:xfrm>
            <a:off x="3810000" y="-15985"/>
            <a:ext cx="477000" cy="31349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sp>
        <p:nvSpPr>
          <p:cNvPr id="2" name="Rechteck 1">
            <a:extLst>
              <a:ext uri="{FF2B5EF4-FFF2-40B4-BE49-F238E27FC236}">
                <a16:creationId xmlns:a16="http://schemas.microsoft.com/office/drawing/2014/main" id="{38C02407-3AA2-444D-7ADD-7DEC7F613EAC}"/>
              </a:ext>
            </a:extLst>
          </p:cNvPr>
          <p:cNvSpPr/>
          <p:nvPr userDrawn="1"/>
        </p:nvSpPr>
        <p:spPr>
          <a:xfrm>
            <a:off x="6684217" y="1577504"/>
            <a:ext cx="941789" cy="1287692"/>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sp>
        <p:nvSpPr>
          <p:cNvPr id="3" name="Rechteck 2">
            <a:extLst>
              <a:ext uri="{FF2B5EF4-FFF2-40B4-BE49-F238E27FC236}">
                <a16:creationId xmlns:a16="http://schemas.microsoft.com/office/drawing/2014/main" id="{536070A4-C693-A31C-4E2A-C5E12379F153}"/>
              </a:ext>
            </a:extLst>
          </p:cNvPr>
          <p:cNvSpPr/>
          <p:nvPr userDrawn="1"/>
        </p:nvSpPr>
        <p:spPr>
          <a:xfrm>
            <a:off x="6209992" y="937507"/>
            <a:ext cx="477000" cy="63599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pic>
        <p:nvPicPr>
          <p:cNvPr id="11" name="Bild 8">
            <a:extLst>
              <a:ext uri="{FF2B5EF4-FFF2-40B4-BE49-F238E27FC236}">
                <a16:creationId xmlns:a16="http://schemas.microsoft.com/office/drawing/2014/main" id="{9388CED8-5E9C-E29C-6BDB-CA4D5467AD79}"/>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6888000" y="320000"/>
            <a:ext cx="480000" cy="337348"/>
          </a:xfrm>
          <a:prstGeom prst="rect">
            <a:avLst/>
          </a:prstGeom>
        </p:spPr>
      </p:pic>
      <p:sp>
        <p:nvSpPr>
          <p:cNvPr id="10" name="Rechteck 9">
            <a:extLst>
              <a:ext uri="{FF2B5EF4-FFF2-40B4-BE49-F238E27FC236}">
                <a16:creationId xmlns:a16="http://schemas.microsoft.com/office/drawing/2014/main" id="{F8439A27-E96B-BEB6-84F9-50A59A3BC0FD}"/>
              </a:ext>
            </a:extLst>
          </p:cNvPr>
          <p:cNvSpPr/>
          <p:nvPr userDrawn="1"/>
        </p:nvSpPr>
        <p:spPr>
          <a:xfrm>
            <a:off x="4287000" y="297509"/>
            <a:ext cx="477000" cy="63599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sp>
        <p:nvSpPr>
          <p:cNvPr id="17" name="Inhaltsplatzhalter 16">
            <a:extLst>
              <a:ext uri="{FF2B5EF4-FFF2-40B4-BE49-F238E27FC236}">
                <a16:creationId xmlns:a16="http://schemas.microsoft.com/office/drawing/2014/main" id="{4898B2FE-0A1F-3FFA-4006-B435D9EED62B}"/>
              </a:ext>
            </a:extLst>
          </p:cNvPr>
          <p:cNvSpPr>
            <a:spLocks noGrp="1"/>
          </p:cNvSpPr>
          <p:nvPr>
            <p:ph sz="quarter" idx="13"/>
          </p:nvPr>
        </p:nvSpPr>
        <p:spPr>
          <a:xfrm>
            <a:off x="210344" y="1577505"/>
            <a:ext cx="6239647" cy="3520134"/>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extLst>
      <p:ext uri="{BB962C8B-B14F-4D97-AF65-F5344CB8AC3E}">
        <p14:creationId xmlns:p14="http://schemas.microsoft.com/office/powerpoint/2010/main" val="49079751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Prozess mit Icons">
    <p:spTree>
      <p:nvGrpSpPr>
        <p:cNvPr id="1" name=""/>
        <p:cNvGrpSpPr/>
        <p:nvPr/>
      </p:nvGrpSpPr>
      <p:grpSpPr>
        <a:xfrm>
          <a:off x="0" y="0"/>
          <a:ext cx="0" cy="0"/>
          <a:chOff x="0" y="0"/>
          <a:chExt cx="0" cy="0"/>
        </a:xfrm>
      </p:grpSpPr>
      <p:sp>
        <p:nvSpPr>
          <p:cNvPr id="14" name="Rechteck 13">
            <a:extLst>
              <a:ext uri="{FF2B5EF4-FFF2-40B4-BE49-F238E27FC236}">
                <a16:creationId xmlns:a16="http://schemas.microsoft.com/office/drawing/2014/main" id="{631AC114-CFE7-BDAD-9AD5-D3BDB21282D9}"/>
              </a:ext>
            </a:extLst>
          </p:cNvPr>
          <p:cNvSpPr/>
          <p:nvPr userDrawn="1"/>
        </p:nvSpPr>
        <p:spPr>
          <a:xfrm>
            <a:off x="0" y="297509"/>
            <a:ext cx="3810000" cy="160399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sp>
        <p:nvSpPr>
          <p:cNvPr id="8" name="Titel 7">
            <a:extLst>
              <a:ext uri="{FF2B5EF4-FFF2-40B4-BE49-F238E27FC236}">
                <a16:creationId xmlns:a16="http://schemas.microsoft.com/office/drawing/2014/main" id="{50E10753-AC8F-BF21-29FD-9E16AB402E08}"/>
              </a:ext>
            </a:extLst>
          </p:cNvPr>
          <p:cNvSpPr>
            <a:spLocks noGrp="1"/>
          </p:cNvSpPr>
          <p:nvPr>
            <p:ph type="title"/>
          </p:nvPr>
        </p:nvSpPr>
        <p:spPr>
          <a:xfrm>
            <a:off x="210013" y="617508"/>
            <a:ext cx="3599988" cy="959997"/>
          </a:xfrm>
        </p:spPr>
        <p:txBody>
          <a:bodyPr anchor="ctr"/>
          <a:lstStyle>
            <a:lvl1pPr>
              <a:defRPr sz="2500">
                <a:solidFill>
                  <a:schemeClr val="bg1"/>
                </a:solidFill>
              </a:defRPr>
            </a:lvl1pPr>
          </a:lstStyle>
          <a:p>
            <a:endParaRPr lang="de-DE" dirty="0"/>
          </a:p>
        </p:txBody>
      </p:sp>
      <p:sp>
        <p:nvSpPr>
          <p:cNvPr id="12" name="Rechteck 11">
            <a:extLst>
              <a:ext uri="{FF2B5EF4-FFF2-40B4-BE49-F238E27FC236}">
                <a16:creationId xmlns:a16="http://schemas.microsoft.com/office/drawing/2014/main" id="{6B3A0C13-0D1C-FBE8-AAF8-CCD53D60B73A}"/>
              </a:ext>
            </a:extLst>
          </p:cNvPr>
          <p:cNvSpPr/>
          <p:nvPr userDrawn="1"/>
        </p:nvSpPr>
        <p:spPr>
          <a:xfrm>
            <a:off x="3810000" y="-22490"/>
            <a:ext cx="477001" cy="31999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sp>
        <p:nvSpPr>
          <p:cNvPr id="6" name="Rechteck 5">
            <a:extLst>
              <a:ext uri="{FF2B5EF4-FFF2-40B4-BE49-F238E27FC236}">
                <a16:creationId xmlns:a16="http://schemas.microsoft.com/office/drawing/2014/main" id="{17C98068-1035-F40A-22E9-290D533E7560}"/>
              </a:ext>
            </a:extLst>
          </p:cNvPr>
          <p:cNvSpPr/>
          <p:nvPr userDrawn="1"/>
        </p:nvSpPr>
        <p:spPr>
          <a:xfrm>
            <a:off x="-6007" y="5401504"/>
            <a:ext cx="7626007" cy="313496"/>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dirty="0"/>
          </a:p>
        </p:txBody>
      </p:sp>
      <p:sp>
        <p:nvSpPr>
          <p:cNvPr id="7" name="Fußzeilenplatzhalter 5">
            <a:extLst>
              <a:ext uri="{FF2B5EF4-FFF2-40B4-BE49-F238E27FC236}">
                <a16:creationId xmlns:a16="http://schemas.microsoft.com/office/drawing/2014/main" id="{C5BB49DC-B778-5829-76D6-0D1726CD09F8}"/>
              </a:ext>
            </a:extLst>
          </p:cNvPr>
          <p:cNvSpPr>
            <a:spLocks noGrp="1"/>
          </p:cNvSpPr>
          <p:nvPr>
            <p:ph type="ftr" sz="quarter" idx="11"/>
          </p:nvPr>
        </p:nvSpPr>
        <p:spPr>
          <a:xfrm>
            <a:off x="210013" y="5426939"/>
            <a:ext cx="6652961" cy="188513"/>
          </a:xfrm>
        </p:spPr>
        <p:txBody>
          <a:bodyPr/>
          <a:lstStyle/>
          <a:p>
            <a:r>
              <a:rPr lang="de-DE" dirty="0"/>
              <a:t>TUM School </a:t>
            </a:r>
            <a:r>
              <a:rPr lang="de-DE" dirty="0" err="1"/>
              <a:t>of</a:t>
            </a:r>
            <a:r>
              <a:rPr lang="de-DE" dirty="0"/>
              <a:t> </a:t>
            </a:r>
            <a:r>
              <a:rPr lang="de-DE" dirty="0" err="1"/>
              <a:t>Computation</a:t>
            </a:r>
            <a:r>
              <a:rPr lang="de-DE" dirty="0"/>
              <a:t>, Information and Technology | Technische Universität München</a:t>
            </a:r>
          </a:p>
        </p:txBody>
      </p:sp>
      <p:sp>
        <p:nvSpPr>
          <p:cNvPr id="9" name="Foliennummernplatzhalter 6">
            <a:extLst>
              <a:ext uri="{FF2B5EF4-FFF2-40B4-BE49-F238E27FC236}">
                <a16:creationId xmlns:a16="http://schemas.microsoft.com/office/drawing/2014/main" id="{BDAFE395-B82C-2A07-062E-8901D1415E59}"/>
              </a:ext>
            </a:extLst>
          </p:cNvPr>
          <p:cNvSpPr>
            <a:spLocks noGrp="1"/>
          </p:cNvSpPr>
          <p:nvPr>
            <p:ph type="sldNum" sz="quarter" idx="12"/>
          </p:nvPr>
        </p:nvSpPr>
        <p:spPr>
          <a:xfrm>
            <a:off x="6912029" y="5426939"/>
            <a:ext cx="497959" cy="188513"/>
          </a:xfrm>
        </p:spPr>
        <p:txBody>
          <a:bodyPr/>
          <a:lstStyle/>
          <a:p>
            <a:fld id="{7BC6339C-EBB9-4F99-9F6F-F0910A22596F}" type="slidenum">
              <a:rPr lang="de-DE" smtClean="0"/>
              <a:t>‹#›</a:t>
            </a:fld>
            <a:endParaRPr lang="de-DE"/>
          </a:p>
        </p:txBody>
      </p:sp>
      <p:sp>
        <p:nvSpPr>
          <p:cNvPr id="39" name="Rechteck 38">
            <a:extLst>
              <a:ext uri="{FF2B5EF4-FFF2-40B4-BE49-F238E27FC236}">
                <a16:creationId xmlns:a16="http://schemas.microsoft.com/office/drawing/2014/main" id="{332ECF17-D01A-BF00-F0E3-68D6A30D5D65}"/>
              </a:ext>
            </a:extLst>
          </p:cNvPr>
          <p:cNvSpPr/>
          <p:nvPr userDrawn="1"/>
        </p:nvSpPr>
        <p:spPr>
          <a:xfrm>
            <a:off x="2130006" y="2857499"/>
            <a:ext cx="1439994" cy="222001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sp>
        <p:nvSpPr>
          <p:cNvPr id="40" name="Textplatzhalter 17">
            <a:extLst>
              <a:ext uri="{FF2B5EF4-FFF2-40B4-BE49-F238E27FC236}">
                <a16:creationId xmlns:a16="http://schemas.microsoft.com/office/drawing/2014/main" id="{83985017-A7A0-DBA4-5309-A780F7ADF78D}"/>
              </a:ext>
            </a:extLst>
          </p:cNvPr>
          <p:cNvSpPr>
            <a:spLocks noGrp="1"/>
          </p:cNvSpPr>
          <p:nvPr>
            <p:ph type="body" sz="quarter" idx="18"/>
          </p:nvPr>
        </p:nvSpPr>
        <p:spPr>
          <a:xfrm>
            <a:off x="2130007" y="3654010"/>
            <a:ext cx="1439994" cy="313496"/>
          </a:xfrm>
        </p:spPr>
        <p:txBody>
          <a:bodyPr/>
          <a:lstStyle>
            <a:lvl1pPr marL="0" indent="0" algn="ctr">
              <a:buNone/>
              <a:defRPr b="1">
                <a:solidFill>
                  <a:schemeClr val="tx2">
                    <a:lumMod val="50000"/>
                  </a:schemeClr>
                </a:solidFill>
              </a:defRPr>
            </a:lvl1pPr>
          </a:lstStyle>
          <a:p>
            <a:pPr lvl="0"/>
            <a:endParaRPr lang="de-DE" dirty="0"/>
          </a:p>
        </p:txBody>
      </p:sp>
      <p:sp>
        <p:nvSpPr>
          <p:cNvPr id="41" name="Textplatzhalter 17">
            <a:extLst>
              <a:ext uri="{FF2B5EF4-FFF2-40B4-BE49-F238E27FC236}">
                <a16:creationId xmlns:a16="http://schemas.microsoft.com/office/drawing/2014/main" id="{E93CEB42-1C4C-0AD7-743F-79ABDD358AB5}"/>
              </a:ext>
            </a:extLst>
          </p:cNvPr>
          <p:cNvSpPr>
            <a:spLocks noGrp="1"/>
          </p:cNvSpPr>
          <p:nvPr>
            <p:ph type="body" sz="quarter" idx="19" hasCustomPrompt="1"/>
          </p:nvPr>
        </p:nvSpPr>
        <p:spPr>
          <a:xfrm>
            <a:off x="2130006" y="3993101"/>
            <a:ext cx="1439994" cy="1084409"/>
          </a:xfrm>
        </p:spPr>
        <p:txBody>
          <a:bodyPr/>
          <a:lstStyle>
            <a:lvl1pPr marL="0" indent="0" algn="ctr">
              <a:buNone/>
              <a:defRPr b="0">
                <a:solidFill>
                  <a:schemeClr val="tx2">
                    <a:lumMod val="50000"/>
                  </a:schemeClr>
                </a:solidFill>
              </a:defRPr>
            </a:lvl1pPr>
          </a:lstStyle>
          <a:p>
            <a:pPr lvl="0"/>
            <a:r>
              <a:rPr lang="de-DE" dirty="0"/>
              <a:t>Text hinzufügen und Icon in Quadrat einfügen</a:t>
            </a:r>
          </a:p>
        </p:txBody>
      </p:sp>
      <p:sp>
        <p:nvSpPr>
          <p:cNvPr id="42" name="Rechteck 41">
            <a:extLst>
              <a:ext uri="{FF2B5EF4-FFF2-40B4-BE49-F238E27FC236}">
                <a16:creationId xmlns:a16="http://schemas.microsoft.com/office/drawing/2014/main" id="{EA920C05-2434-26A6-5F0E-A5A89F9723C1}"/>
              </a:ext>
            </a:extLst>
          </p:cNvPr>
          <p:cNvSpPr/>
          <p:nvPr userDrawn="1"/>
        </p:nvSpPr>
        <p:spPr>
          <a:xfrm>
            <a:off x="2370005" y="2217502"/>
            <a:ext cx="959997" cy="1280000"/>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dirty="0"/>
          </a:p>
        </p:txBody>
      </p:sp>
      <p:sp>
        <p:nvSpPr>
          <p:cNvPr id="63" name="Rechteck 62">
            <a:extLst>
              <a:ext uri="{FF2B5EF4-FFF2-40B4-BE49-F238E27FC236}">
                <a16:creationId xmlns:a16="http://schemas.microsoft.com/office/drawing/2014/main" id="{94D9A5F1-AD57-D5E8-E2E6-42C36A0295C1}"/>
              </a:ext>
            </a:extLst>
          </p:cNvPr>
          <p:cNvSpPr/>
          <p:nvPr userDrawn="1"/>
        </p:nvSpPr>
        <p:spPr>
          <a:xfrm>
            <a:off x="210013" y="2857499"/>
            <a:ext cx="1439994" cy="222001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sp>
        <p:nvSpPr>
          <p:cNvPr id="1024" name="Textplatzhalter 17">
            <a:extLst>
              <a:ext uri="{FF2B5EF4-FFF2-40B4-BE49-F238E27FC236}">
                <a16:creationId xmlns:a16="http://schemas.microsoft.com/office/drawing/2014/main" id="{FBEB32E6-BC14-62AC-E607-D5203CD4ACF3}"/>
              </a:ext>
            </a:extLst>
          </p:cNvPr>
          <p:cNvSpPr>
            <a:spLocks noGrp="1"/>
          </p:cNvSpPr>
          <p:nvPr>
            <p:ph type="body" sz="quarter" idx="20"/>
          </p:nvPr>
        </p:nvSpPr>
        <p:spPr>
          <a:xfrm>
            <a:off x="210014" y="3654010"/>
            <a:ext cx="1439994" cy="313496"/>
          </a:xfrm>
        </p:spPr>
        <p:txBody>
          <a:bodyPr/>
          <a:lstStyle>
            <a:lvl1pPr marL="0" indent="0" algn="ctr">
              <a:buNone/>
              <a:defRPr b="1">
                <a:solidFill>
                  <a:schemeClr val="tx2">
                    <a:lumMod val="50000"/>
                  </a:schemeClr>
                </a:solidFill>
              </a:defRPr>
            </a:lvl1pPr>
          </a:lstStyle>
          <a:p>
            <a:pPr lvl="0"/>
            <a:endParaRPr lang="de-DE" dirty="0"/>
          </a:p>
        </p:txBody>
      </p:sp>
      <p:sp>
        <p:nvSpPr>
          <p:cNvPr id="1025" name="Textplatzhalter 17">
            <a:extLst>
              <a:ext uri="{FF2B5EF4-FFF2-40B4-BE49-F238E27FC236}">
                <a16:creationId xmlns:a16="http://schemas.microsoft.com/office/drawing/2014/main" id="{DD389AC6-8ED5-6B1F-C7B2-246E54AFDA8A}"/>
              </a:ext>
            </a:extLst>
          </p:cNvPr>
          <p:cNvSpPr>
            <a:spLocks noGrp="1"/>
          </p:cNvSpPr>
          <p:nvPr>
            <p:ph type="body" sz="quarter" idx="21" hasCustomPrompt="1"/>
          </p:nvPr>
        </p:nvSpPr>
        <p:spPr>
          <a:xfrm>
            <a:off x="210013" y="3993101"/>
            <a:ext cx="1439994" cy="1084409"/>
          </a:xfrm>
        </p:spPr>
        <p:txBody>
          <a:bodyPr/>
          <a:lstStyle>
            <a:lvl1pPr marL="0" indent="0" algn="ctr">
              <a:buNone/>
              <a:defRPr b="0">
                <a:solidFill>
                  <a:schemeClr val="tx2">
                    <a:lumMod val="50000"/>
                  </a:schemeClr>
                </a:solidFill>
              </a:defRPr>
            </a:lvl1pPr>
          </a:lstStyle>
          <a:p>
            <a:pPr lvl="0"/>
            <a:r>
              <a:rPr lang="de-DE" dirty="0"/>
              <a:t>Text hinzufügen und Icon in Quadrat einfügen</a:t>
            </a:r>
          </a:p>
        </p:txBody>
      </p:sp>
      <p:sp>
        <p:nvSpPr>
          <p:cNvPr id="1027" name="Rechteck 1026">
            <a:extLst>
              <a:ext uri="{FF2B5EF4-FFF2-40B4-BE49-F238E27FC236}">
                <a16:creationId xmlns:a16="http://schemas.microsoft.com/office/drawing/2014/main" id="{0754BF66-839E-14BF-A96B-4DDE569BD8C2}"/>
              </a:ext>
            </a:extLst>
          </p:cNvPr>
          <p:cNvSpPr/>
          <p:nvPr userDrawn="1"/>
        </p:nvSpPr>
        <p:spPr>
          <a:xfrm>
            <a:off x="450012" y="2217502"/>
            <a:ext cx="959997" cy="1280000"/>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dirty="0"/>
          </a:p>
        </p:txBody>
      </p:sp>
      <p:sp>
        <p:nvSpPr>
          <p:cNvPr id="1028" name="Rechteck 1027">
            <a:extLst>
              <a:ext uri="{FF2B5EF4-FFF2-40B4-BE49-F238E27FC236}">
                <a16:creationId xmlns:a16="http://schemas.microsoft.com/office/drawing/2014/main" id="{BBC35493-F93D-FC9A-77C0-762623CB26EE}"/>
              </a:ext>
            </a:extLst>
          </p:cNvPr>
          <p:cNvSpPr/>
          <p:nvPr userDrawn="1"/>
        </p:nvSpPr>
        <p:spPr>
          <a:xfrm>
            <a:off x="4050000" y="2857499"/>
            <a:ext cx="1439994" cy="222001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sp>
        <p:nvSpPr>
          <p:cNvPr id="1029" name="Textplatzhalter 17">
            <a:extLst>
              <a:ext uri="{FF2B5EF4-FFF2-40B4-BE49-F238E27FC236}">
                <a16:creationId xmlns:a16="http://schemas.microsoft.com/office/drawing/2014/main" id="{325871F0-9868-A507-7748-AEE7C635C570}"/>
              </a:ext>
            </a:extLst>
          </p:cNvPr>
          <p:cNvSpPr>
            <a:spLocks noGrp="1"/>
          </p:cNvSpPr>
          <p:nvPr>
            <p:ph type="body" sz="quarter" idx="22"/>
          </p:nvPr>
        </p:nvSpPr>
        <p:spPr>
          <a:xfrm>
            <a:off x="4050001" y="3654010"/>
            <a:ext cx="1439994" cy="313496"/>
          </a:xfrm>
        </p:spPr>
        <p:txBody>
          <a:bodyPr/>
          <a:lstStyle>
            <a:lvl1pPr marL="0" indent="0" algn="ctr">
              <a:buNone/>
              <a:defRPr b="1">
                <a:solidFill>
                  <a:schemeClr val="tx2">
                    <a:lumMod val="50000"/>
                  </a:schemeClr>
                </a:solidFill>
              </a:defRPr>
            </a:lvl1pPr>
          </a:lstStyle>
          <a:p>
            <a:pPr lvl="0"/>
            <a:endParaRPr lang="de-DE" dirty="0"/>
          </a:p>
        </p:txBody>
      </p:sp>
      <p:sp>
        <p:nvSpPr>
          <p:cNvPr id="1030" name="Textplatzhalter 17">
            <a:extLst>
              <a:ext uri="{FF2B5EF4-FFF2-40B4-BE49-F238E27FC236}">
                <a16:creationId xmlns:a16="http://schemas.microsoft.com/office/drawing/2014/main" id="{8F6B7F11-7CD3-D10D-DE3E-43AF1912D43C}"/>
              </a:ext>
            </a:extLst>
          </p:cNvPr>
          <p:cNvSpPr>
            <a:spLocks noGrp="1"/>
          </p:cNvSpPr>
          <p:nvPr>
            <p:ph type="body" sz="quarter" idx="23" hasCustomPrompt="1"/>
          </p:nvPr>
        </p:nvSpPr>
        <p:spPr>
          <a:xfrm>
            <a:off x="4050000" y="3993101"/>
            <a:ext cx="1439994" cy="1084409"/>
          </a:xfrm>
        </p:spPr>
        <p:txBody>
          <a:bodyPr/>
          <a:lstStyle>
            <a:lvl1pPr marL="0" indent="0" algn="ctr">
              <a:buNone/>
              <a:defRPr b="0">
                <a:solidFill>
                  <a:schemeClr val="tx2">
                    <a:lumMod val="50000"/>
                  </a:schemeClr>
                </a:solidFill>
              </a:defRPr>
            </a:lvl1pPr>
          </a:lstStyle>
          <a:p>
            <a:pPr lvl="0"/>
            <a:r>
              <a:rPr lang="de-DE" dirty="0"/>
              <a:t>Text hinzufügen und Icon in Quadrat einfügen</a:t>
            </a:r>
          </a:p>
        </p:txBody>
      </p:sp>
      <p:sp>
        <p:nvSpPr>
          <p:cNvPr id="1031" name="Rechteck 1030">
            <a:extLst>
              <a:ext uri="{FF2B5EF4-FFF2-40B4-BE49-F238E27FC236}">
                <a16:creationId xmlns:a16="http://schemas.microsoft.com/office/drawing/2014/main" id="{6EEC0A2E-D9E1-573C-087B-6400A84EC2CE}"/>
              </a:ext>
            </a:extLst>
          </p:cNvPr>
          <p:cNvSpPr/>
          <p:nvPr userDrawn="1"/>
        </p:nvSpPr>
        <p:spPr>
          <a:xfrm>
            <a:off x="4289998" y="2217502"/>
            <a:ext cx="959997" cy="1280000"/>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dirty="0"/>
          </a:p>
        </p:txBody>
      </p:sp>
      <p:sp>
        <p:nvSpPr>
          <p:cNvPr id="1032" name="Rechteck 1031">
            <a:extLst>
              <a:ext uri="{FF2B5EF4-FFF2-40B4-BE49-F238E27FC236}">
                <a16:creationId xmlns:a16="http://schemas.microsoft.com/office/drawing/2014/main" id="{EDA75638-5911-89AF-E72D-23C10CD71CE0}"/>
              </a:ext>
            </a:extLst>
          </p:cNvPr>
          <p:cNvSpPr/>
          <p:nvPr userDrawn="1"/>
        </p:nvSpPr>
        <p:spPr>
          <a:xfrm>
            <a:off x="5969993" y="2857499"/>
            <a:ext cx="1439994" cy="222001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sp>
        <p:nvSpPr>
          <p:cNvPr id="1033" name="Textplatzhalter 17">
            <a:extLst>
              <a:ext uri="{FF2B5EF4-FFF2-40B4-BE49-F238E27FC236}">
                <a16:creationId xmlns:a16="http://schemas.microsoft.com/office/drawing/2014/main" id="{E39A0462-6907-20B4-28A5-EB89310A0531}"/>
              </a:ext>
            </a:extLst>
          </p:cNvPr>
          <p:cNvSpPr>
            <a:spLocks noGrp="1"/>
          </p:cNvSpPr>
          <p:nvPr>
            <p:ph type="body" sz="quarter" idx="24"/>
          </p:nvPr>
        </p:nvSpPr>
        <p:spPr>
          <a:xfrm>
            <a:off x="5969994" y="3654010"/>
            <a:ext cx="1439994" cy="313496"/>
          </a:xfrm>
        </p:spPr>
        <p:txBody>
          <a:bodyPr/>
          <a:lstStyle>
            <a:lvl1pPr marL="0" indent="0" algn="ctr">
              <a:buNone/>
              <a:defRPr b="1">
                <a:solidFill>
                  <a:schemeClr val="tx2">
                    <a:lumMod val="50000"/>
                  </a:schemeClr>
                </a:solidFill>
              </a:defRPr>
            </a:lvl1pPr>
          </a:lstStyle>
          <a:p>
            <a:pPr lvl="0"/>
            <a:endParaRPr lang="de-DE" dirty="0"/>
          </a:p>
        </p:txBody>
      </p:sp>
      <p:sp>
        <p:nvSpPr>
          <p:cNvPr id="1034" name="Textplatzhalter 17">
            <a:extLst>
              <a:ext uri="{FF2B5EF4-FFF2-40B4-BE49-F238E27FC236}">
                <a16:creationId xmlns:a16="http://schemas.microsoft.com/office/drawing/2014/main" id="{E08FF6AF-58D3-419C-108C-5AEE9267292F}"/>
              </a:ext>
            </a:extLst>
          </p:cNvPr>
          <p:cNvSpPr>
            <a:spLocks noGrp="1"/>
          </p:cNvSpPr>
          <p:nvPr>
            <p:ph type="body" sz="quarter" idx="25" hasCustomPrompt="1"/>
          </p:nvPr>
        </p:nvSpPr>
        <p:spPr>
          <a:xfrm>
            <a:off x="5969993" y="3993101"/>
            <a:ext cx="1439994" cy="1084409"/>
          </a:xfrm>
        </p:spPr>
        <p:txBody>
          <a:bodyPr/>
          <a:lstStyle>
            <a:lvl1pPr marL="0" indent="0" algn="ctr">
              <a:buNone/>
              <a:defRPr b="0">
                <a:solidFill>
                  <a:schemeClr val="tx2">
                    <a:lumMod val="50000"/>
                  </a:schemeClr>
                </a:solidFill>
              </a:defRPr>
            </a:lvl1pPr>
          </a:lstStyle>
          <a:p>
            <a:pPr lvl="0"/>
            <a:r>
              <a:rPr lang="de-DE" dirty="0"/>
              <a:t>Text hinzufügen und Icon in Quadrat einfügen</a:t>
            </a:r>
          </a:p>
        </p:txBody>
      </p:sp>
      <p:sp>
        <p:nvSpPr>
          <p:cNvPr id="1035" name="Rechteck 1034">
            <a:extLst>
              <a:ext uri="{FF2B5EF4-FFF2-40B4-BE49-F238E27FC236}">
                <a16:creationId xmlns:a16="http://schemas.microsoft.com/office/drawing/2014/main" id="{F1DB77CF-0ACE-7442-B255-D4F146D041F4}"/>
              </a:ext>
            </a:extLst>
          </p:cNvPr>
          <p:cNvSpPr/>
          <p:nvPr userDrawn="1"/>
        </p:nvSpPr>
        <p:spPr>
          <a:xfrm>
            <a:off x="6209992" y="2217502"/>
            <a:ext cx="959997" cy="1280000"/>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dirty="0"/>
          </a:p>
        </p:txBody>
      </p:sp>
      <p:pic>
        <p:nvPicPr>
          <p:cNvPr id="5" name="Grafik 4">
            <a:extLst>
              <a:ext uri="{FF2B5EF4-FFF2-40B4-BE49-F238E27FC236}">
                <a16:creationId xmlns:a16="http://schemas.microsoft.com/office/drawing/2014/main" id="{2FEE0871-5F3B-2920-22E3-B0CA3A56A56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43632" y="3767504"/>
            <a:ext cx="300000" cy="400000"/>
          </a:xfrm>
          <a:prstGeom prst="rect">
            <a:avLst/>
          </a:prstGeom>
        </p:spPr>
      </p:pic>
      <p:pic>
        <p:nvPicPr>
          <p:cNvPr id="10" name="Grafik 9">
            <a:extLst>
              <a:ext uri="{FF2B5EF4-FFF2-40B4-BE49-F238E27FC236}">
                <a16:creationId xmlns:a16="http://schemas.microsoft.com/office/drawing/2014/main" id="{3E473404-1192-780C-34AF-083E6582F9C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660000" y="3767504"/>
            <a:ext cx="300000" cy="400000"/>
          </a:xfrm>
          <a:prstGeom prst="rect">
            <a:avLst/>
          </a:prstGeom>
        </p:spPr>
      </p:pic>
      <p:pic>
        <p:nvPicPr>
          <p:cNvPr id="11" name="Grafik 10">
            <a:extLst>
              <a:ext uri="{FF2B5EF4-FFF2-40B4-BE49-F238E27FC236}">
                <a16:creationId xmlns:a16="http://schemas.microsoft.com/office/drawing/2014/main" id="{BAB600C7-EB52-07CB-5EFB-C85D329CC51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579993" y="3767504"/>
            <a:ext cx="300000" cy="400000"/>
          </a:xfrm>
          <a:prstGeom prst="rect">
            <a:avLst/>
          </a:prstGeom>
        </p:spPr>
      </p:pic>
      <p:sp>
        <p:nvSpPr>
          <p:cNvPr id="2" name="Textplatzhalter 3">
            <a:extLst>
              <a:ext uri="{FF2B5EF4-FFF2-40B4-BE49-F238E27FC236}">
                <a16:creationId xmlns:a16="http://schemas.microsoft.com/office/drawing/2014/main" id="{4AA9047A-8C76-72AD-761C-02520B3D4E40}"/>
              </a:ext>
            </a:extLst>
          </p:cNvPr>
          <p:cNvSpPr>
            <a:spLocks noGrp="1"/>
          </p:cNvSpPr>
          <p:nvPr>
            <p:ph type="body" sz="half" idx="2"/>
          </p:nvPr>
        </p:nvSpPr>
        <p:spPr>
          <a:xfrm>
            <a:off x="4050000" y="617508"/>
            <a:ext cx="2642989" cy="959997"/>
          </a:xfrm>
        </p:spPr>
        <p:txBody>
          <a:bodyPr>
            <a:normAutofit/>
          </a:bodyPr>
          <a:lstStyle>
            <a:lvl1pPr marL="238115" indent="-238115">
              <a:buFont typeface="Wingdings" panose="05000000000000000000" pitchFamily="2" charset="2"/>
              <a:buChar char="§"/>
              <a:defRPr sz="1167"/>
            </a:lvl1pPr>
            <a:lvl2pPr marL="380985" indent="0">
              <a:buNone/>
              <a:defRPr sz="1167"/>
            </a:lvl2pPr>
            <a:lvl3pPr marL="761970" indent="0">
              <a:buNone/>
              <a:defRPr sz="1000"/>
            </a:lvl3pPr>
            <a:lvl4pPr marL="1142954" indent="0">
              <a:buNone/>
              <a:defRPr sz="833"/>
            </a:lvl4pPr>
            <a:lvl5pPr marL="1523939" indent="0">
              <a:buNone/>
              <a:defRPr sz="833"/>
            </a:lvl5pPr>
            <a:lvl6pPr marL="1904924" indent="0">
              <a:buNone/>
              <a:defRPr sz="833"/>
            </a:lvl6pPr>
            <a:lvl7pPr marL="2285909" indent="0">
              <a:buNone/>
              <a:defRPr sz="833"/>
            </a:lvl7pPr>
            <a:lvl8pPr marL="2666893" indent="0">
              <a:buNone/>
              <a:defRPr sz="833"/>
            </a:lvl8pPr>
            <a:lvl9pPr marL="3047878" indent="0">
              <a:buNone/>
              <a:defRPr sz="833"/>
            </a:lvl9pPr>
          </a:lstStyle>
          <a:p>
            <a:pPr lvl="0"/>
            <a:r>
              <a:rPr lang="de-DE" dirty="0"/>
              <a:t>Mastertextformat bearbeiten</a:t>
            </a:r>
          </a:p>
        </p:txBody>
      </p:sp>
      <p:pic>
        <p:nvPicPr>
          <p:cNvPr id="13" name="Bild 8">
            <a:extLst>
              <a:ext uri="{FF2B5EF4-FFF2-40B4-BE49-F238E27FC236}">
                <a16:creationId xmlns:a16="http://schemas.microsoft.com/office/drawing/2014/main" id="{E88DD9A2-1A83-B73B-3BFF-75943191FA72}"/>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6888000" y="320000"/>
            <a:ext cx="480000" cy="337348"/>
          </a:xfrm>
          <a:prstGeom prst="rect">
            <a:avLst/>
          </a:prstGeom>
        </p:spPr>
      </p:pic>
    </p:spTree>
    <p:extLst>
      <p:ext uri="{BB962C8B-B14F-4D97-AF65-F5344CB8AC3E}">
        <p14:creationId xmlns:p14="http://schemas.microsoft.com/office/powerpoint/2010/main" val="3520881870"/>
      </p:ext>
    </p:extLst>
  </p:cSld>
  <p:clrMapOvr>
    <a:masterClrMapping/>
  </p:clrMapOvr>
  <p:extLst>
    <p:ext uri="{DCECCB84-F9BA-43D5-87BE-67443E8EF086}">
      <p15:sldGuideLst xmlns:p15="http://schemas.microsoft.com/office/powerpoint/2012/main">
        <p15:guide id="1" orient="horz" pos="1620">
          <p15:clr>
            <a:srgbClr val="FBAE40"/>
          </p15:clr>
        </p15:guide>
        <p15:guide id="2" orient="horz" pos="35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Prozess">
    <p:spTree>
      <p:nvGrpSpPr>
        <p:cNvPr id="1" name=""/>
        <p:cNvGrpSpPr/>
        <p:nvPr/>
      </p:nvGrpSpPr>
      <p:grpSpPr>
        <a:xfrm>
          <a:off x="0" y="0"/>
          <a:ext cx="0" cy="0"/>
          <a:chOff x="0" y="0"/>
          <a:chExt cx="0" cy="0"/>
        </a:xfrm>
      </p:grpSpPr>
      <p:sp>
        <p:nvSpPr>
          <p:cNvPr id="14" name="Rechteck 13">
            <a:extLst>
              <a:ext uri="{FF2B5EF4-FFF2-40B4-BE49-F238E27FC236}">
                <a16:creationId xmlns:a16="http://schemas.microsoft.com/office/drawing/2014/main" id="{631AC114-CFE7-BDAD-9AD5-D3BDB21282D9}"/>
              </a:ext>
            </a:extLst>
          </p:cNvPr>
          <p:cNvSpPr/>
          <p:nvPr userDrawn="1"/>
        </p:nvSpPr>
        <p:spPr>
          <a:xfrm>
            <a:off x="0" y="297509"/>
            <a:ext cx="3810000" cy="160399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sp>
        <p:nvSpPr>
          <p:cNvPr id="8" name="Titel 7">
            <a:extLst>
              <a:ext uri="{FF2B5EF4-FFF2-40B4-BE49-F238E27FC236}">
                <a16:creationId xmlns:a16="http://schemas.microsoft.com/office/drawing/2014/main" id="{50E10753-AC8F-BF21-29FD-9E16AB402E08}"/>
              </a:ext>
            </a:extLst>
          </p:cNvPr>
          <p:cNvSpPr>
            <a:spLocks noGrp="1"/>
          </p:cNvSpPr>
          <p:nvPr>
            <p:ph type="title"/>
          </p:nvPr>
        </p:nvSpPr>
        <p:spPr>
          <a:xfrm>
            <a:off x="210013" y="617508"/>
            <a:ext cx="3599988" cy="959997"/>
          </a:xfrm>
        </p:spPr>
        <p:txBody>
          <a:bodyPr anchor="ctr"/>
          <a:lstStyle>
            <a:lvl1pPr>
              <a:defRPr sz="2500">
                <a:solidFill>
                  <a:schemeClr val="bg1"/>
                </a:solidFill>
              </a:defRPr>
            </a:lvl1pPr>
          </a:lstStyle>
          <a:p>
            <a:endParaRPr lang="de-DE" dirty="0"/>
          </a:p>
        </p:txBody>
      </p:sp>
      <p:sp>
        <p:nvSpPr>
          <p:cNvPr id="12" name="Rechteck 11">
            <a:extLst>
              <a:ext uri="{FF2B5EF4-FFF2-40B4-BE49-F238E27FC236}">
                <a16:creationId xmlns:a16="http://schemas.microsoft.com/office/drawing/2014/main" id="{6B3A0C13-0D1C-FBE8-AAF8-CCD53D60B73A}"/>
              </a:ext>
            </a:extLst>
          </p:cNvPr>
          <p:cNvSpPr/>
          <p:nvPr userDrawn="1"/>
        </p:nvSpPr>
        <p:spPr>
          <a:xfrm>
            <a:off x="3810000" y="-22490"/>
            <a:ext cx="477001" cy="31999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sp>
        <p:nvSpPr>
          <p:cNvPr id="6" name="Rechteck 5">
            <a:extLst>
              <a:ext uri="{FF2B5EF4-FFF2-40B4-BE49-F238E27FC236}">
                <a16:creationId xmlns:a16="http://schemas.microsoft.com/office/drawing/2014/main" id="{17C98068-1035-F40A-22E9-290D533E7560}"/>
              </a:ext>
            </a:extLst>
          </p:cNvPr>
          <p:cNvSpPr/>
          <p:nvPr userDrawn="1"/>
        </p:nvSpPr>
        <p:spPr>
          <a:xfrm>
            <a:off x="-6007" y="5401504"/>
            <a:ext cx="7626007" cy="313496"/>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dirty="0"/>
          </a:p>
        </p:txBody>
      </p:sp>
      <p:sp>
        <p:nvSpPr>
          <p:cNvPr id="7" name="Fußzeilenplatzhalter 5">
            <a:extLst>
              <a:ext uri="{FF2B5EF4-FFF2-40B4-BE49-F238E27FC236}">
                <a16:creationId xmlns:a16="http://schemas.microsoft.com/office/drawing/2014/main" id="{C5BB49DC-B778-5829-76D6-0D1726CD09F8}"/>
              </a:ext>
            </a:extLst>
          </p:cNvPr>
          <p:cNvSpPr>
            <a:spLocks noGrp="1"/>
          </p:cNvSpPr>
          <p:nvPr>
            <p:ph type="ftr" sz="quarter" idx="11"/>
          </p:nvPr>
        </p:nvSpPr>
        <p:spPr>
          <a:xfrm>
            <a:off x="210013" y="5426939"/>
            <a:ext cx="6652961" cy="188513"/>
          </a:xfrm>
        </p:spPr>
        <p:txBody>
          <a:bodyPr/>
          <a:lstStyle/>
          <a:p>
            <a:r>
              <a:rPr lang="de-DE" dirty="0"/>
              <a:t>TUM School </a:t>
            </a:r>
            <a:r>
              <a:rPr lang="de-DE" dirty="0" err="1"/>
              <a:t>of</a:t>
            </a:r>
            <a:r>
              <a:rPr lang="de-DE" dirty="0"/>
              <a:t> </a:t>
            </a:r>
            <a:r>
              <a:rPr lang="de-DE" dirty="0" err="1"/>
              <a:t>Computation</a:t>
            </a:r>
            <a:r>
              <a:rPr lang="de-DE" dirty="0"/>
              <a:t>, Information and Technology | Technische Universität München</a:t>
            </a:r>
          </a:p>
        </p:txBody>
      </p:sp>
      <p:sp>
        <p:nvSpPr>
          <p:cNvPr id="9" name="Foliennummernplatzhalter 6">
            <a:extLst>
              <a:ext uri="{FF2B5EF4-FFF2-40B4-BE49-F238E27FC236}">
                <a16:creationId xmlns:a16="http://schemas.microsoft.com/office/drawing/2014/main" id="{BDAFE395-B82C-2A07-062E-8901D1415E59}"/>
              </a:ext>
            </a:extLst>
          </p:cNvPr>
          <p:cNvSpPr>
            <a:spLocks noGrp="1"/>
          </p:cNvSpPr>
          <p:nvPr>
            <p:ph type="sldNum" sz="quarter" idx="12"/>
          </p:nvPr>
        </p:nvSpPr>
        <p:spPr>
          <a:xfrm>
            <a:off x="6912029" y="5426939"/>
            <a:ext cx="497959" cy="188513"/>
          </a:xfrm>
        </p:spPr>
        <p:txBody>
          <a:bodyPr/>
          <a:lstStyle/>
          <a:p>
            <a:fld id="{7BC6339C-EBB9-4F99-9F6F-F0910A22596F}" type="slidenum">
              <a:rPr lang="de-DE" smtClean="0"/>
              <a:t>‹#›</a:t>
            </a:fld>
            <a:endParaRPr lang="de-DE"/>
          </a:p>
        </p:txBody>
      </p:sp>
      <p:sp>
        <p:nvSpPr>
          <p:cNvPr id="3" name="Rechteck 2">
            <a:extLst>
              <a:ext uri="{FF2B5EF4-FFF2-40B4-BE49-F238E27FC236}">
                <a16:creationId xmlns:a16="http://schemas.microsoft.com/office/drawing/2014/main" id="{6201624F-ECA7-E5F7-836A-3DD4C5F4E812}"/>
              </a:ext>
            </a:extLst>
          </p:cNvPr>
          <p:cNvSpPr/>
          <p:nvPr userDrawn="1"/>
        </p:nvSpPr>
        <p:spPr>
          <a:xfrm>
            <a:off x="210013" y="2217502"/>
            <a:ext cx="1439994" cy="63999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sp>
        <p:nvSpPr>
          <p:cNvPr id="18" name="Textplatzhalter 17">
            <a:extLst>
              <a:ext uri="{FF2B5EF4-FFF2-40B4-BE49-F238E27FC236}">
                <a16:creationId xmlns:a16="http://schemas.microsoft.com/office/drawing/2014/main" id="{803EEC1A-8C32-BF5B-33A2-063B92F5308A}"/>
              </a:ext>
            </a:extLst>
          </p:cNvPr>
          <p:cNvSpPr>
            <a:spLocks noGrp="1"/>
          </p:cNvSpPr>
          <p:nvPr>
            <p:ph type="body" sz="quarter" idx="13"/>
          </p:nvPr>
        </p:nvSpPr>
        <p:spPr>
          <a:xfrm>
            <a:off x="210014" y="2217502"/>
            <a:ext cx="1439994" cy="639999"/>
          </a:xfrm>
        </p:spPr>
        <p:txBody>
          <a:bodyPr anchor="ctr"/>
          <a:lstStyle>
            <a:lvl1pPr marL="0" indent="0" algn="ctr">
              <a:buNone/>
              <a:defRPr b="1">
                <a:solidFill>
                  <a:schemeClr val="bg1"/>
                </a:solidFill>
              </a:defRPr>
            </a:lvl1pPr>
          </a:lstStyle>
          <a:p>
            <a:pPr lvl="0"/>
            <a:endParaRPr lang="de-DE" dirty="0"/>
          </a:p>
        </p:txBody>
      </p:sp>
      <p:sp>
        <p:nvSpPr>
          <p:cNvPr id="22" name="Textplatzhalter 17">
            <a:extLst>
              <a:ext uri="{FF2B5EF4-FFF2-40B4-BE49-F238E27FC236}">
                <a16:creationId xmlns:a16="http://schemas.microsoft.com/office/drawing/2014/main" id="{68675E59-4CC4-7BF6-451F-CFA1F7710CF0}"/>
              </a:ext>
            </a:extLst>
          </p:cNvPr>
          <p:cNvSpPr>
            <a:spLocks noGrp="1"/>
          </p:cNvSpPr>
          <p:nvPr>
            <p:ph type="body" sz="quarter" idx="17" hasCustomPrompt="1"/>
          </p:nvPr>
        </p:nvSpPr>
        <p:spPr>
          <a:xfrm>
            <a:off x="210013" y="2857501"/>
            <a:ext cx="1439994" cy="2220010"/>
          </a:xfrm>
          <a:solidFill>
            <a:schemeClr val="accent1"/>
          </a:solidFill>
          <a:ln>
            <a:solidFill>
              <a:schemeClr val="bg1"/>
            </a:solidFill>
          </a:ln>
        </p:spPr>
        <p:txBody>
          <a:bodyPr/>
          <a:lstStyle>
            <a:lvl1pPr marL="0" indent="0" algn="ctr">
              <a:buNone/>
              <a:defRPr b="0">
                <a:ln>
                  <a:noFill/>
                </a:ln>
                <a:solidFill>
                  <a:schemeClr val="bg1"/>
                </a:solidFill>
              </a:defRPr>
            </a:lvl1pPr>
          </a:lstStyle>
          <a:p>
            <a:pPr lvl="0"/>
            <a:r>
              <a:rPr lang="de-DE" dirty="0"/>
              <a:t>Text hinzufügen</a:t>
            </a:r>
          </a:p>
        </p:txBody>
      </p:sp>
      <p:sp>
        <p:nvSpPr>
          <p:cNvPr id="2" name="Rechteck 1">
            <a:extLst>
              <a:ext uri="{FF2B5EF4-FFF2-40B4-BE49-F238E27FC236}">
                <a16:creationId xmlns:a16="http://schemas.microsoft.com/office/drawing/2014/main" id="{C3C0D0D6-F2AA-41D6-CCAE-7FE517AC55DC}"/>
              </a:ext>
            </a:extLst>
          </p:cNvPr>
          <p:cNvSpPr/>
          <p:nvPr userDrawn="1"/>
        </p:nvSpPr>
        <p:spPr>
          <a:xfrm>
            <a:off x="2130006" y="2217502"/>
            <a:ext cx="1439994" cy="63999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sp>
        <p:nvSpPr>
          <p:cNvPr id="4" name="Textplatzhalter 17">
            <a:extLst>
              <a:ext uri="{FF2B5EF4-FFF2-40B4-BE49-F238E27FC236}">
                <a16:creationId xmlns:a16="http://schemas.microsoft.com/office/drawing/2014/main" id="{7E10F711-D728-8E7F-C8F3-0E859C383FF3}"/>
              </a:ext>
            </a:extLst>
          </p:cNvPr>
          <p:cNvSpPr>
            <a:spLocks noGrp="1"/>
          </p:cNvSpPr>
          <p:nvPr>
            <p:ph type="body" sz="quarter" idx="18"/>
          </p:nvPr>
        </p:nvSpPr>
        <p:spPr>
          <a:xfrm>
            <a:off x="2130007" y="2217503"/>
            <a:ext cx="1439994" cy="639999"/>
          </a:xfrm>
        </p:spPr>
        <p:txBody>
          <a:bodyPr anchor="ctr"/>
          <a:lstStyle>
            <a:lvl1pPr marL="0" indent="0" algn="ctr">
              <a:buNone/>
              <a:defRPr b="1">
                <a:solidFill>
                  <a:schemeClr val="bg1"/>
                </a:solidFill>
              </a:defRPr>
            </a:lvl1pPr>
          </a:lstStyle>
          <a:p>
            <a:pPr lvl="0"/>
            <a:endParaRPr lang="de-DE" dirty="0"/>
          </a:p>
        </p:txBody>
      </p:sp>
      <p:sp>
        <p:nvSpPr>
          <p:cNvPr id="5" name="Textplatzhalter 17">
            <a:extLst>
              <a:ext uri="{FF2B5EF4-FFF2-40B4-BE49-F238E27FC236}">
                <a16:creationId xmlns:a16="http://schemas.microsoft.com/office/drawing/2014/main" id="{B16AFD45-D07A-9DF6-9C7E-AEFF95217A42}"/>
              </a:ext>
            </a:extLst>
          </p:cNvPr>
          <p:cNvSpPr>
            <a:spLocks noGrp="1"/>
          </p:cNvSpPr>
          <p:nvPr>
            <p:ph type="body" sz="quarter" idx="19" hasCustomPrompt="1"/>
          </p:nvPr>
        </p:nvSpPr>
        <p:spPr>
          <a:xfrm>
            <a:off x="2130006" y="2857502"/>
            <a:ext cx="1439994" cy="2220010"/>
          </a:xfrm>
          <a:solidFill>
            <a:schemeClr val="accent1"/>
          </a:solidFill>
          <a:ln>
            <a:solidFill>
              <a:schemeClr val="bg1"/>
            </a:solidFill>
          </a:ln>
        </p:spPr>
        <p:txBody>
          <a:bodyPr/>
          <a:lstStyle>
            <a:lvl1pPr marL="0" indent="0" algn="ctr">
              <a:buNone/>
              <a:defRPr b="0">
                <a:solidFill>
                  <a:schemeClr val="bg1"/>
                </a:solidFill>
              </a:defRPr>
            </a:lvl1pPr>
          </a:lstStyle>
          <a:p>
            <a:pPr lvl="0"/>
            <a:r>
              <a:rPr lang="de-DE" dirty="0"/>
              <a:t>Text hinzufügen</a:t>
            </a:r>
          </a:p>
        </p:txBody>
      </p:sp>
      <p:sp>
        <p:nvSpPr>
          <p:cNvPr id="10" name="Rechteck 9">
            <a:extLst>
              <a:ext uri="{FF2B5EF4-FFF2-40B4-BE49-F238E27FC236}">
                <a16:creationId xmlns:a16="http://schemas.microsoft.com/office/drawing/2014/main" id="{C4701D8D-625B-687D-32E4-576A4F4FC8E7}"/>
              </a:ext>
            </a:extLst>
          </p:cNvPr>
          <p:cNvSpPr/>
          <p:nvPr userDrawn="1"/>
        </p:nvSpPr>
        <p:spPr>
          <a:xfrm>
            <a:off x="4050000" y="2217502"/>
            <a:ext cx="1439994" cy="63999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sp>
        <p:nvSpPr>
          <p:cNvPr id="11" name="Textplatzhalter 17">
            <a:extLst>
              <a:ext uri="{FF2B5EF4-FFF2-40B4-BE49-F238E27FC236}">
                <a16:creationId xmlns:a16="http://schemas.microsoft.com/office/drawing/2014/main" id="{4FD3D363-134D-8C3D-2492-1D82246DF39A}"/>
              </a:ext>
            </a:extLst>
          </p:cNvPr>
          <p:cNvSpPr>
            <a:spLocks noGrp="1"/>
          </p:cNvSpPr>
          <p:nvPr>
            <p:ph type="body" sz="quarter" idx="20"/>
          </p:nvPr>
        </p:nvSpPr>
        <p:spPr>
          <a:xfrm>
            <a:off x="4050001" y="2217503"/>
            <a:ext cx="1439994" cy="639999"/>
          </a:xfrm>
        </p:spPr>
        <p:txBody>
          <a:bodyPr anchor="ctr"/>
          <a:lstStyle>
            <a:lvl1pPr marL="0" indent="0" algn="ctr">
              <a:buNone/>
              <a:defRPr b="1">
                <a:solidFill>
                  <a:schemeClr val="bg1"/>
                </a:solidFill>
              </a:defRPr>
            </a:lvl1pPr>
          </a:lstStyle>
          <a:p>
            <a:pPr lvl="0"/>
            <a:endParaRPr lang="de-DE" dirty="0"/>
          </a:p>
        </p:txBody>
      </p:sp>
      <p:sp>
        <p:nvSpPr>
          <p:cNvPr id="13" name="Textplatzhalter 17">
            <a:extLst>
              <a:ext uri="{FF2B5EF4-FFF2-40B4-BE49-F238E27FC236}">
                <a16:creationId xmlns:a16="http://schemas.microsoft.com/office/drawing/2014/main" id="{98C951B9-712E-30D2-486E-BA5C1F9E29C0}"/>
              </a:ext>
            </a:extLst>
          </p:cNvPr>
          <p:cNvSpPr>
            <a:spLocks noGrp="1"/>
          </p:cNvSpPr>
          <p:nvPr>
            <p:ph type="body" sz="quarter" idx="21" hasCustomPrompt="1"/>
          </p:nvPr>
        </p:nvSpPr>
        <p:spPr>
          <a:xfrm>
            <a:off x="4050000" y="2857502"/>
            <a:ext cx="1439994" cy="2220010"/>
          </a:xfrm>
          <a:solidFill>
            <a:schemeClr val="accent1"/>
          </a:solidFill>
          <a:ln>
            <a:solidFill>
              <a:schemeClr val="bg1"/>
            </a:solidFill>
          </a:ln>
        </p:spPr>
        <p:txBody>
          <a:bodyPr/>
          <a:lstStyle>
            <a:lvl1pPr marL="0" indent="0" algn="ctr">
              <a:buNone/>
              <a:defRPr b="0">
                <a:solidFill>
                  <a:schemeClr val="bg1"/>
                </a:solidFill>
              </a:defRPr>
            </a:lvl1pPr>
          </a:lstStyle>
          <a:p>
            <a:pPr lvl="0"/>
            <a:r>
              <a:rPr lang="de-DE" dirty="0"/>
              <a:t>Text hinzufügen</a:t>
            </a:r>
          </a:p>
        </p:txBody>
      </p:sp>
      <p:sp>
        <p:nvSpPr>
          <p:cNvPr id="15" name="Rechteck 14">
            <a:extLst>
              <a:ext uri="{FF2B5EF4-FFF2-40B4-BE49-F238E27FC236}">
                <a16:creationId xmlns:a16="http://schemas.microsoft.com/office/drawing/2014/main" id="{DE02307E-9092-4D6A-779C-15CD46F04917}"/>
              </a:ext>
            </a:extLst>
          </p:cNvPr>
          <p:cNvSpPr/>
          <p:nvPr userDrawn="1"/>
        </p:nvSpPr>
        <p:spPr>
          <a:xfrm>
            <a:off x="5969993" y="2217502"/>
            <a:ext cx="1439994" cy="63999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sp>
        <p:nvSpPr>
          <p:cNvPr id="16" name="Textplatzhalter 17">
            <a:extLst>
              <a:ext uri="{FF2B5EF4-FFF2-40B4-BE49-F238E27FC236}">
                <a16:creationId xmlns:a16="http://schemas.microsoft.com/office/drawing/2014/main" id="{4152D87E-26D1-1B36-7A77-47BB101B160E}"/>
              </a:ext>
            </a:extLst>
          </p:cNvPr>
          <p:cNvSpPr>
            <a:spLocks noGrp="1"/>
          </p:cNvSpPr>
          <p:nvPr>
            <p:ph type="body" sz="quarter" idx="22"/>
          </p:nvPr>
        </p:nvSpPr>
        <p:spPr>
          <a:xfrm>
            <a:off x="5969994" y="2217503"/>
            <a:ext cx="1439994" cy="639999"/>
          </a:xfrm>
        </p:spPr>
        <p:txBody>
          <a:bodyPr anchor="ctr"/>
          <a:lstStyle>
            <a:lvl1pPr marL="0" indent="0" algn="ctr">
              <a:buNone/>
              <a:defRPr b="1">
                <a:solidFill>
                  <a:schemeClr val="bg1"/>
                </a:solidFill>
              </a:defRPr>
            </a:lvl1pPr>
          </a:lstStyle>
          <a:p>
            <a:pPr lvl="0"/>
            <a:endParaRPr lang="de-DE" dirty="0"/>
          </a:p>
        </p:txBody>
      </p:sp>
      <p:sp>
        <p:nvSpPr>
          <p:cNvPr id="17" name="Textplatzhalter 17">
            <a:extLst>
              <a:ext uri="{FF2B5EF4-FFF2-40B4-BE49-F238E27FC236}">
                <a16:creationId xmlns:a16="http://schemas.microsoft.com/office/drawing/2014/main" id="{218F2E8E-9FBA-79F8-EDE8-FA027E0E87C7}"/>
              </a:ext>
            </a:extLst>
          </p:cNvPr>
          <p:cNvSpPr>
            <a:spLocks noGrp="1"/>
          </p:cNvSpPr>
          <p:nvPr>
            <p:ph type="body" sz="quarter" idx="23" hasCustomPrompt="1"/>
          </p:nvPr>
        </p:nvSpPr>
        <p:spPr>
          <a:xfrm>
            <a:off x="5969993" y="2857502"/>
            <a:ext cx="1439994" cy="2220010"/>
          </a:xfrm>
          <a:solidFill>
            <a:schemeClr val="accent1"/>
          </a:solidFill>
          <a:ln>
            <a:solidFill>
              <a:schemeClr val="bg1"/>
            </a:solidFill>
          </a:ln>
        </p:spPr>
        <p:txBody>
          <a:bodyPr/>
          <a:lstStyle>
            <a:lvl1pPr marL="0" indent="0" algn="ctr">
              <a:buNone/>
              <a:defRPr b="0">
                <a:solidFill>
                  <a:schemeClr val="bg1"/>
                </a:solidFill>
              </a:defRPr>
            </a:lvl1pPr>
          </a:lstStyle>
          <a:p>
            <a:pPr lvl="0"/>
            <a:r>
              <a:rPr lang="de-DE" dirty="0"/>
              <a:t>Text hinzufügen</a:t>
            </a:r>
          </a:p>
        </p:txBody>
      </p:sp>
      <p:pic>
        <p:nvPicPr>
          <p:cNvPr id="19" name="Grafik 18">
            <a:extLst>
              <a:ext uri="{FF2B5EF4-FFF2-40B4-BE49-F238E27FC236}">
                <a16:creationId xmlns:a16="http://schemas.microsoft.com/office/drawing/2014/main" id="{59E68B9C-7C85-D1F0-887F-7E6418253CF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43632" y="2346516"/>
            <a:ext cx="300000" cy="400000"/>
          </a:xfrm>
          <a:prstGeom prst="rect">
            <a:avLst/>
          </a:prstGeom>
        </p:spPr>
      </p:pic>
      <p:pic>
        <p:nvPicPr>
          <p:cNvPr id="20" name="Grafik 19">
            <a:extLst>
              <a:ext uri="{FF2B5EF4-FFF2-40B4-BE49-F238E27FC236}">
                <a16:creationId xmlns:a16="http://schemas.microsoft.com/office/drawing/2014/main" id="{B46D8434-BCEB-5704-F7AC-1254BDCB7BE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660000" y="2346516"/>
            <a:ext cx="300000" cy="400000"/>
          </a:xfrm>
          <a:prstGeom prst="rect">
            <a:avLst/>
          </a:prstGeom>
        </p:spPr>
      </p:pic>
      <p:pic>
        <p:nvPicPr>
          <p:cNvPr id="25" name="Grafik 24">
            <a:extLst>
              <a:ext uri="{FF2B5EF4-FFF2-40B4-BE49-F238E27FC236}">
                <a16:creationId xmlns:a16="http://schemas.microsoft.com/office/drawing/2014/main" id="{96CA19F2-19BD-4D79-5091-1E6836AF094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579993" y="2346516"/>
            <a:ext cx="300000" cy="400000"/>
          </a:xfrm>
          <a:prstGeom prst="rect">
            <a:avLst/>
          </a:prstGeom>
        </p:spPr>
      </p:pic>
      <p:sp>
        <p:nvSpPr>
          <p:cNvPr id="21" name="Textplatzhalter 3">
            <a:extLst>
              <a:ext uri="{FF2B5EF4-FFF2-40B4-BE49-F238E27FC236}">
                <a16:creationId xmlns:a16="http://schemas.microsoft.com/office/drawing/2014/main" id="{E4DA95FF-A5BE-3D64-3DAD-A89AD8BEA6F7}"/>
              </a:ext>
            </a:extLst>
          </p:cNvPr>
          <p:cNvSpPr>
            <a:spLocks noGrp="1"/>
          </p:cNvSpPr>
          <p:nvPr>
            <p:ph type="body" sz="half" idx="2"/>
          </p:nvPr>
        </p:nvSpPr>
        <p:spPr>
          <a:xfrm>
            <a:off x="4050000" y="617508"/>
            <a:ext cx="2642989" cy="959997"/>
          </a:xfrm>
        </p:spPr>
        <p:txBody>
          <a:bodyPr>
            <a:normAutofit/>
          </a:bodyPr>
          <a:lstStyle>
            <a:lvl1pPr marL="238115" indent="-238115">
              <a:buFont typeface="Wingdings" panose="05000000000000000000" pitchFamily="2" charset="2"/>
              <a:buChar char="§"/>
              <a:defRPr sz="1167"/>
            </a:lvl1pPr>
            <a:lvl2pPr marL="380985" indent="0">
              <a:buNone/>
              <a:defRPr sz="1167"/>
            </a:lvl2pPr>
            <a:lvl3pPr marL="761970" indent="0">
              <a:buNone/>
              <a:defRPr sz="1000"/>
            </a:lvl3pPr>
            <a:lvl4pPr marL="1142954" indent="0">
              <a:buNone/>
              <a:defRPr sz="833"/>
            </a:lvl4pPr>
            <a:lvl5pPr marL="1523939" indent="0">
              <a:buNone/>
              <a:defRPr sz="833"/>
            </a:lvl5pPr>
            <a:lvl6pPr marL="1904924" indent="0">
              <a:buNone/>
              <a:defRPr sz="833"/>
            </a:lvl6pPr>
            <a:lvl7pPr marL="2285909" indent="0">
              <a:buNone/>
              <a:defRPr sz="833"/>
            </a:lvl7pPr>
            <a:lvl8pPr marL="2666893" indent="0">
              <a:buNone/>
              <a:defRPr sz="833"/>
            </a:lvl8pPr>
            <a:lvl9pPr marL="3047878" indent="0">
              <a:buNone/>
              <a:defRPr sz="833"/>
            </a:lvl9pPr>
          </a:lstStyle>
          <a:p>
            <a:pPr lvl="0"/>
            <a:r>
              <a:rPr lang="de-DE" dirty="0"/>
              <a:t>Mastertextformat bearbeiten</a:t>
            </a:r>
          </a:p>
        </p:txBody>
      </p:sp>
      <p:pic>
        <p:nvPicPr>
          <p:cNvPr id="24" name="Bild 8">
            <a:extLst>
              <a:ext uri="{FF2B5EF4-FFF2-40B4-BE49-F238E27FC236}">
                <a16:creationId xmlns:a16="http://schemas.microsoft.com/office/drawing/2014/main" id="{A057ECAF-A738-13D0-2711-3924A3163768}"/>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6888000" y="320000"/>
            <a:ext cx="480000" cy="337348"/>
          </a:xfrm>
          <a:prstGeom prst="rect">
            <a:avLst/>
          </a:prstGeom>
        </p:spPr>
      </p:pic>
    </p:spTree>
    <p:extLst>
      <p:ext uri="{BB962C8B-B14F-4D97-AF65-F5344CB8AC3E}">
        <p14:creationId xmlns:p14="http://schemas.microsoft.com/office/powerpoint/2010/main" val="2139109424"/>
      </p:ext>
    </p:extLst>
  </p:cSld>
  <p:clrMapOvr>
    <a:masterClrMapping/>
  </p:clrMapOvr>
  <p:extLst>
    <p:ext uri="{DCECCB84-F9BA-43D5-87BE-67443E8EF086}">
      <p15:sldGuideLst xmlns:p15="http://schemas.microsoft.com/office/powerpoint/2012/main">
        <p15:guide id="1" orient="horz" pos="1620">
          <p15:clr>
            <a:srgbClr val="FBAE40"/>
          </p15:clr>
        </p15:guide>
        <p15:guide id="2" orient="horz" pos="35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Diagramm">
    <p:spTree>
      <p:nvGrpSpPr>
        <p:cNvPr id="1" name=""/>
        <p:cNvGrpSpPr/>
        <p:nvPr/>
      </p:nvGrpSpPr>
      <p:grpSpPr>
        <a:xfrm>
          <a:off x="0" y="0"/>
          <a:ext cx="0" cy="0"/>
          <a:chOff x="0" y="0"/>
          <a:chExt cx="0" cy="0"/>
        </a:xfrm>
      </p:grpSpPr>
      <p:sp>
        <p:nvSpPr>
          <p:cNvPr id="14" name="Rechteck 13">
            <a:extLst>
              <a:ext uri="{FF2B5EF4-FFF2-40B4-BE49-F238E27FC236}">
                <a16:creationId xmlns:a16="http://schemas.microsoft.com/office/drawing/2014/main" id="{631AC114-CFE7-BDAD-9AD5-D3BDB21282D9}"/>
              </a:ext>
            </a:extLst>
          </p:cNvPr>
          <p:cNvSpPr/>
          <p:nvPr userDrawn="1"/>
        </p:nvSpPr>
        <p:spPr>
          <a:xfrm>
            <a:off x="0" y="297509"/>
            <a:ext cx="3810000" cy="160399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sp>
        <p:nvSpPr>
          <p:cNvPr id="8" name="Titel 7">
            <a:extLst>
              <a:ext uri="{FF2B5EF4-FFF2-40B4-BE49-F238E27FC236}">
                <a16:creationId xmlns:a16="http://schemas.microsoft.com/office/drawing/2014/main" id="{50E10753-AC8F-BF21-29FD-9E16AB402E08}"/>
              </a:ext>
            </a:extLst>
          </p:cNvPr>
          <p:cNvSpPr>
            <a:spLocks noGrp="1"/>
          </p:cNvSpPr>
          <p:nvPr>
            <p:ph type="title"/>
          </p:nvPr>
        </p:nvSpPr>
        <p:spPr>
          <a:xfrm>
            <a:off x="210013" y="617508"/>
            <a:ext cx="3599988" cy="959997"/>
          </a:xfrm>
        </p:spPr>
        <p:txBody>
          <a:bodyPr anchor="ctr"/>
          <a:lstStyle>
            <a:lvl1pPr>
              <a:defRPr sz="2500">
                <a:solidFill>
                  <a:schemeClr val="bg1"/>
                </a:solidFill>
              </a:defRPr>
            </a:lvl1pPr>
          </a:lstStyle>
          <a:p>
            <a:endParaRPr lang="de-DE" dirty="0"/>
          </a:p>
        </p:txBody>
      </p:sp>
      <p:sp>
        <p:nvSpPr>
          <p:cNvPr id="12" name="Rechteck 11">
            <a:extLst>
              <a:ext uri="{FF2B5EF4-FFF2-40B4-BE49-F238E27FC236}">
                <a16:creationId xmlns:a16="http://schemas.microsoft.com/office/drawing/2014/main" id="{6B3A0C13-0D1C-FBE8-AAF8-CCD53D60B73A}"/>
              </a:ext>
            </a:extLst>
          </p:cNvPr>
          <p:cNvSpPr/>
          <p:nvPr userDrawn="1"/>
        </p:nvSpPr>
        <p:spPr>
          <a:xfrm>
            <a:off x="3810000" y="-22490"/>
            <a:ext cx="477001" cy="31999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sp>
        <p:nvSpPr>
          <p:cNvPr id="6" name="Rechteck 5">
            <a:extLst>
              <a:ext uri="{FF2B5EF4-FFF2-40B4-BE49-F238E27FC236}">
                <a16:creationId xmlns:a16="http://schemas.microsoft.com/office/drawing/2014/main" id="{17C98068-1035-F40A-22E9-290D533E7560}"/>
              </a:ext>
            </a:extLst>
          </p:cNvPr>
          <p:cNvSpPr/>
          <p:nvPr userDrawn="1"/>
        </p:nvSpPr>
        <p:spPr>
          <a:xfrm>
            <a:off x="-6007" y="5401504"/>
            <a:ext cx="7626007" cy="313496"/>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dirty="0"/>
          </a:p>
        </p:txBody>
      </p:sp>
      <p:sp>
        <p:nvSpPr>
          <p:cNvPr id="7" name="Fußzeilenplatzhalter 5">
            <a:extLst>
              <a:ext uri="{FF2B5EF4-FFF2-40B4-BE49-F238E27FC236}">
                <a16:creationId xmlns:a16="http://schemas.microsoft.com/office/drawing/2014/main" id="{C5BB49DC-B778-5829-76D6-0D1726CD09F8}"/>
              </a:ext>
            </a:extLst>
          </p:cNvPr>
          <p:cNvSpPr>
            <a:spLocks noGrp="1"/>
          </p:cNvSpPr>
          <p:nvPr>
            <p:ph type="ftr" sz="quarter" idx="11"/>
          </p:nvPr>
        </p:nvSpPr>
        <p:spPr>
          <a:xfrm>
            <a:off x="210013" y="5426939"/>
            <a:ext cx="6652961" cy="188513"/>
          </a:xfrm>
        </p:spPr>
        <p:txBody>
          <a:bodyPr/>
          <a:lstStyle/>
          <a:p>
            <a:r>
              <a:rPr lang="de-DE" dirty="0"/>
              <a:t>TUM School </a:t>
            </a:r>
            <a:r>
              <a:rPr lang="de-DE" dirty="0" err="1"/>
              <a:t>of</a:t>
            </a:r>
            <a:r>
              <a:rPr lang="de-DE" dirty="0"/>
              <a:t> </a:t>
            </a:r>
            <a:r>
              <a:rPr lang="de-DE" dirty="0" err="1"/>
              <a:t>Computation</a:t>
            </a:r>
            <a:r>
              <a:rPr lang="de-DE" dirty="0"/>
              <a:t>, Information and Technology | Technische Universität München</a:t>
            </a:r>
          </a:p>
        </p:txBody>
      </p:sp>
      <p:sp>
        <p:nvSpPr>
          <p:cNvPr id="9" name="Foliennummernplatzhalter 6">
            <a:extLst>
              <a:ext uri="{FF2B5EF4-FFF2-40B4-BE49-F238E27FC236}">
                <a16:creationId xmlns:a16="http://schemas.microsoft.com/office/drawing/2014/main" id="{BDAFE395-B82C-2A07-062E-8901D1415E59}"/>
              </a:ext>
            </a:extLst>
          </p:cNvPr>
          <p:cNvSpPr>
            <a:spLocks noGrp="1"/>
          </p:cNvSpPr>
          <p:nvPr>
            <p:ph type="sldNum" sz="quarter" idx="12"/>
          </p:nvPr>
        </p:nvSpPr>
        <p:spPr>
          <a:xfrm>
            <a:off x="6912029" y="5426939"/>
            <a:ext cx="497959" cy="188513"/>
          </a:xfrm>
        </p:spPr>
        <p:txBody>
          <a:bodyPr/>
          <a:lstStyle/>
          <a:p>
            <a:fld id="{7BC6339C-EBB9-4F99-9F6F-F0910A22596F}" type="slidenum">
              <a:rPr lang="de-DE" smtClean="0"/>
              <a:t>‹#›</a:t>
            </a:fld>
            <a:endParaRPr lang="de-DE"/>
          </a:p>
        </p:txBody>
      </p:sp>
      <p:sp>
        <p:nvSpPr>
          <p:cNvPr id="47" name="Rechteck 46">
            <a:extLst>
              <a:ext uri="{FF2B5EF4-FFF2-40B4-BE49-F238E27FC236}">
                <a16:creationId xmlns:a16="http://schemas.microsoft.com/office/drawing/2014/main" id="{1FB7848E-B66A-509C-6C11-5A5A635CFB6B}"/>
              </a:ext>
            </a:extLst>
          </p:cNvPr>
          <p:cNvSpPr/>
          <p:nvPr userDrawn="1"/>
        </p:nvSpPr>
        <p:spPr>
          <a:xfrm>
            <a:off x="5489994" y="2217501"/>
            <a:ext cx="1919993" cy="2860007"/>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sp>
        <p:nvSpPr>
          <p:cNvPr id="48" name="Textplatzhalter 17">
            <a:extLst>
              <a:ext uri="{FF2B5EF4-FFF2-40B4-BE49-F238E27FC236}">
                <a16:creationId xmlns:a16="http://schemas.microsoft.com/office/drawing/2014/main" id="{B551E6FC-1FD1-169B-E211-36761CEE0115}"/>
              </a:ext>
            </a:extLst>
          </p:cNvPr>
          <p:cNvSpPr>
            <a:spLocks noGrp="1"/>
          </p:cNvSpPr>
          <p:nvPr>
            <p:ph type="body" sz="quarter" idx="22"/>
          </p:nvPr>
        </p:nvSpPr>
        <p:spPr>
          <a:xfrm>
            <a:off x="5489995" y="2217502"/>
            <a:ext cx="1919993" cy="639998"/>
          </a:xfrm>
        </p:spPr>
        <p:txBody>
          <a:bodyPr anchor="ctr"/>
          <a:lstStyle>
            <a:lvl1pPr marL="0" indent="0" algn="ctr">
              <a:buNone/>
              <a:defRPr b="1">
                <a:solidFill>
                  <a:schemeClr val="bg1"/>
                </a:solidFill>
              </a:defRPr>
            </a:lvl1pPr>
          </a:lstStyle>
          <a:p>
            <a:pPr lvl="0"/>
            <a:endParaRPr lang="de-DE" dirty="0"/>
          </a:p>
        </p:txBody>
      </p:sp>
      <p:sp>
        <p:nvSpPr>
          <p:cNvPr id="49" name="Textplatzhalter 17">
            <a:extLst>
              <a:ext uri="{FF2B5EF4-FFF2-40B4-BE49-F238E27FC236}">
                <a16:creationId xmlns:a16="http://schemas.microsoft.com/office/drawing/2014/main" id="{1D278E20-ACDA-6A02-9855-F4D1A694B674}"/>
              </a:ext>
            </a:extLst>
          </p:cNvPr>
          <p:cNvSpPr>
            <a:spLocks noGrp="1"/>
          </p:cNvSpPr>
          <p:nvPr>
            <p:ph type="body" sz="quarter" idx="23" hasCustomPrompt="1"/>
          </p:nvPr>
        </p:nvSpPr>
        <p:spPr>
          <a:xfrm>
            <a:off x="5489994" y="2857500"/>
            <a:ext cx="1919993" cy="2220008"/>
          </a:xfrm>
        </p:spPr>
        <p:txBody>
          <a:bodyPr/>
          <a:lstStyle>
            <a:lvl1pPr marL="0" indent="0" algn="ctr">
              <a:buNone/>
              <a:defRPr b="0">
                <a:solidFill>
                  <a:schemeClr val="bg1"/>
                </a:solidFill>
              </a:defRPr>
            </a:lvl1pPr>
          </a:lstStyle>
          <a:p>
            <a:pPr lvl="0"/>
            <a:r>
              <a:rPr lang="de-DE" dirty="0"/>
              <a:t>Text hinzufügen</a:t>
            </a:r>
          </a:p>
        </p:txBody>
      </p:sp>
      <p:sp>
        <p:nvSpPr>
          <p:cNvPr id="4" name="Diagrammplatzhalter 3">
            <a:extLst>
              <a:ext uri="{FF2B5EF4-FFF2-40B4-BE49-F238E27FC236}">
                <a16:creationId xmlns:a16="http://schemas.microsoft.com/office/drawing/2014/main" id="{E4E13345-4391-EDD2-E3F0-E9A8824473B6}"/>
              </a:ext>
            </a:extLst>
          </p:cNvPr>
          <p:cNvSpPr>
            <a:spLocks noGrp="1"/>
          </p:cNvSpPr>
          <p:nvPr>
            <p:ph type="chart" sz="quarter" idx="24"/>
          </p:nvPr>
        </p:nvSpPr>
        <p:spPr>
          <a:xfrm>
            <a:off x="210013" y="2217502"/>
            <a:ext cx="5039983" cy="2860008"/>
          </a:xfrm>
        </p:spPr>
        <p:txBody>
          <a:bodyPr/>
          <a:lstStyle/>
          <a:p>
            <a:endParaRPr lang="de-DE" dirty="0"/>
          </a:p>
        </p:txBody>
      </p:sp>
      <p:sp>
        <p:nvSpPr>
          <p:cNvPr id="5" name="Rechteck 4">
            <a:extLst>
              <a:ext uri="{FF2B5EF4-FFF2-40B4-BE49-F238E27FC236}">
                <a16:creationId xmlns:a16="http://schemas.microsoft.com/office/drawing/2014/main" id="{D1A14DBE-8C4C-944D-FD7E-D9AE4D68DCA0}"/>
              </a:ext>
            </a:extLst>
          </p:cNvPr>
          <p:cNvSpPr/>
          <p:nvPr userDrawn="1"/>
        </p:nvSpPr>
        <p:spPr>
          <a:xfrm>
            <a:off x="7412986" y="1581504"/>
            <a:ext cx="207014" cy="63599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sp>
        <p:nvSpPr>
          <p:cNvPr id="2" name="Textplatzhalter 3">
            <a:extLst>
              <a:ext uri="{FF2B5EF4-FFF2-40B4-BE49-F238E27FC236}">
                <a16:creationId xmlns:a16="http://schemas.microsoft.com/office/drawing/2014/main" id="{0E54309F-196E-818E-7AE1-C7324AB02EAA}"/>
              </a:ext>
            </a:extLst>
          </p:cNvPr>
          <p:cNvSpPr>
            <a:spLocks noGrp="1"/>
          </p:cNvSpPr>
          <p:nvPr>
            <p:ph type="body" sz="half" idx="2"/>
          </p:nvPr>
        </p:nvSpPr>
        <p:spPr>
          <a:xfrm>
            <a:off x="4050000" y="617508"/>
            <a:ext cx="2642989" cy="959997"/>
          </a:xfrm>
        </p:spPr>
        <p:txBody>
          <a:bodyPr>
            <a:normAutofit/>
          </a:bodyPr>
          <a:lstStyle>
            <a:lvl1pPr marL="238115" indent="-238115">
              <a:buFont typeface="Wingdings" panose="05000000000000000000" pitchFamily="2" charset="2"/>
              <a:buChar char="§"/>
              <a:defRPr sz="1167"/>
            </a:lvl1pPr>
            <a:lvl2pPr marL="380985" indent="0">
              <a:buNone/>
              <a:defRPr sz="1167"/>
            </a:lvl2pPr>
            <a:lvl3pPr marL="761970" indent="0">
              <a:buNone/>
              <a:defRPr sz="1000"/>
            </a:lvl3pPr>
            <a:lvl4pPr marL="1142954" indent="0">
              <a:buNone/>
              <a:defRPr sz="833"/>
            </a:lvl4pPr>
            <a:lvl5pPr marL="1523939" indent="0">
              <a:buNone/>
              <a:defRPr sz="833"/>
            </a:lvl5pPr>
            <a:lvl6pPr marL="1904924" indent="0">
              <a:buNone/>
              <a:defRPr sz="833"/>
            </a:lvl6pPr>
            <a:lvl7pPr marL="2285909" indent="0">
              <a:buNone/>
              <a:defRPr sz="833"/>
            </a:lvl7pPr>
            <a:lvl8pPr marL="2666893" indent="0">
              <a:buNone/>
              <a:defRPr sz="833"/>
            </a:lvl8pPr>
            <a:lvl9pPr marL="3047878" indent="0">
              <a:buNone/>
              <a:defRPr sz="833"/>
            </a:lvl9pPr>
          </a:lstStyle>
          <a:p>
            <a:pPr lvl="0"/>
            <a:r>
              <a:rPr lang="de-DE" dirty="0"/>
              <a:t>Mastertextformat bearbeiten</a:t>
            </a:r>
          </a:p>
        </p:txBody>
      </p:sp>
      <p:pic>
        <p:nvPicPr>
          <p:cNvPr id="10" name="Bild 8">
            <a:extLst>
              <a:ext uri="{FF2B5EF4-FFF2-40B4-BE49-F238E27FC236}">
                <a16:creationId xmlns:a16="http://schemas.microsoft.com/office/drawing/2014/main" id="{F7FD363E-728A-36AA-C960-51773888891A}"/>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6888000" y="320000"/>
            <a:ext cx="480000" cy="337348"/>
          </a:xfrm>
          <a:prstGeom prst="rect">
            <a:avLst/>
          </a:prstGeom>
        </p:spPr>
      </p:pic>
    </p:spTree>
    <p:extLst>
      <p:ext uri="{BB962C8B-B14F-4D97-AF65-F5344CB8AC3E}">
        <p14:creationId xmlns:p14="http://schemas.microsoft.com/office/powerpoint/2010/main" val="2827258430"/>
      </p:ext>
    </p:extLst>
  </p:cSld>
  <p:clrMapOvr>
    <a:masterClrMapping/>
  </p:clrMapOvr>
  <p:extLst>
    <p:ext uri="{DCECCB84-F9BA-43D5-87BE-67443E8EF086}">
      <p15:sldGuideLst xmlns:p15="http://schemas.microsoft.com/office/powerpoint/2012/main">
        <p15:guide id="1" orient="horz" pos="1620">
          <p15:clr>
            <a:srgbClr val="FBAE40"/>
          </p15:clr>
        </p15:guide>
        <p15:guide id="2" orient="horz" pos="35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Diagramme">
    <p:spTree>
      <p:nvGrpSpPr>
        <p:cNvPr id="1" name=""/>
        <p:cNvGrpSpPr/>
        <p:nvPr/>
      </p:nvGrpSpPr>
      <p:grpSpPr>
        <a:xfrm>
          <a:off x="0" y="0"/>
          <a:ext cx="0" cy="0"/>
          <a:chOff x="0" y="0"/>
          <a:chExt cx="0" cy="0"/>
        </a:xfrm>
      </p:grpSpPr>
      <p:sp>
        <p:nvSpPr>
          <p:cNvPr id="14" name="Rechteck 13">
            <a:extLst>
              <a:ext uri="{FF2B5EF4-FFF2-40B4-BE49-F238E27FC236}">
                <a16:creationId xmlns:a16="http://schemas.microsoft.com/office/drawing/2014/main" id="{631AC114-CFE7-BDAD-9AD5-D3BDB21282D9}"/>
              </a:ext>
            </a:extLst>
          </p:cNvPr>
          <p:cNvSpPr/>
          <p:nvPr userDrawn="1"/>
        </p:nvSpPr>
        <p:spPr>
          <a:xfrm>
            <a:off x="0" y="297509"/>
            <a:ext cx="3810000" cy="160399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sp>
        <p:nvSpPr>
          <p:cNvPr id="8" name="Titel 7">
            <a:extLst>
              <a:ext uri="{FF2B5EF4-FFF2-40B4-BE49-F238E27FC236}">
                <a16:creationId xmlns:a16="http://schemas.microsoft.com/office/drawing/2014/main" id="{50E10753-AC8F-BF21-29FD-9E16AB402E08}"/>
              </a:ext>
            </a:extLst>
          </p:cNvPr>
          <p:cNvSpPr>
            <a:spLocks noGrp="1"/>
          </p:cNvSpPr>
          <p:nvPr>
            <p:ph type="title"/>
          </p:nvPr>
        </p:nvSpPr>
        <p:spPr>
          <a:xfrm>
            <a:off x="210013" y="617508"/>
            <a:ext cx="3599988" cy="959997"/>
          </a:xfrm>
        </p:spPr>
        <p:txBody>
          <a:bodyPr anchor="ctr"/>
          <a:lstStyle>
            <a:lvl1pPr>
              <a:defRPr sz="2500">
                <a:solidFill>
                  <a:schemeClr val="bg1"/>
                </a:solidFill>
              </a:defRPr>
            </a:lvl1pPr>
          </a:lstStyle>
          <a:p>
            <a:endParaRPr lang="de-DE" dirty="0"/>
          </a:p>
        </p:txBody>
      </p:sp>
      <p:sp>
        <p:nvSpPr>
          <p:cNvPr id="12" name="Rechteck 11">
            <a:extLst>
              <a:ext uri="{FF2B5EF4-FFF2-40B4-BE49-F238E27FC236}">
                <a16:creationId xmlns:a16="http://schemas.microsoft.com/office/drawing/2014/main" id="{6B3A0C13-0D1C-FBE8-AAF8-CCD53D60B73A}"/>
              </a:ext>
            </a:extLst>
          </p:cNvPr>
          <p:cNvSpPr/>
          <p:nvPr userDrawn="1"/>
        </p:nvSpPr>
        <p:spPr>
          <a:xfrm>
            <a:off x="3810000" y="-22490"/>
            <a:ext cx="477001" cy="31999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sp>
        <p:nvSpPr>
          <p:cNvPr id="6" name="Rechteck 5">
            <a:extLst>
              <a:ext uri="{FF2B5EF4-FFF2-40B4-BE49-F238E27FC236}">
                <a16:creationId xmlns:a16="http://schemas.microsoft.com/office/drawing/2014/main" id="{17C98068-1035-F40A-22E9-290D533E7560}"/>
              </a:ext>
            </a:extLst>
          </p:cNvPr>
          <p:cNvSpPr/>
          <p:nvPr userDrawn="1"/>
        </p:nvSpPr>
        <p:spPr>
          <a:xfrm>
            <a:off x="-6007" y="5401504"/>
            <a:ext cx="7626007" cy="313496"/>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dirty="0"/>
          </a:p>
        </p:txBody>
      </p:sp>
      <p:sp>
        <p:nvSpPr>
          <p:cNvPr id="7" name="Fußzeilenplatzhalter 5">
            <a:extLst>
              <a:ext uri="{FF2B5EF4-FFF2-40B4-BE49-F238E27FC236}">
                <a16:creationId xmlns:a16="http://schemas.microsoft.com/office/drawing/2014/main" id="{C5BB49DC-B778-5829-76D6-0D1726CD09F8}"/>
              </a:ext>
            </a:extLst>
          </p:cNvPr>
          <p:cNvSpPr>
            <a:spLocks noGrp="1"/>
          </p:cNvSpPr>
          <p:nvPr>
            <p:ph type="ftr" sz="quarter" idx="11"/>
          </p:nvPr>
        </p:nvSpPr>
        <p:spPr>
          <a:xfrm>
            <a:off x="210013" y="5426939"/>
            <a:ext cx="6652961" cy="188513"/>
          </a:xfrm>
        </p:spPr>
        <p:txBody>
          <a:bodyPr/>
          <a:lstStyle/>
          <a:p>
            <a:r>
              <a:rPr lang="de-DE" dirty="0"/>
              <a:t>TUM School </a:t>
            </a:r>
            <a:r>
              <a:rPr lang="de-DE" dirty="0" err="1"/>
              <a:t>of</a:t>
            </a:r>
            <a:r>
              <a:rPr lang="de-DE" dirty="0"/>
              <a:t> </a:t>
            </a:r>
            <a:r>
              <a:rPr lang="de-DE" dirty="0" err="1"/>
              <a:t>Computation</a:t>
            </a:r>
            <a:r>
              <a:rPr lang="de-DE" dirty="0"/>
              <a:t>, Information and Technology | Technische Universität München</a:t>
            </a:r>
          </a:p>
        </p:txBody>
      </p:sp>
      <p:sp>
        <p:nvSpPr>
          <p:cNvPr id="9" name="Foliennummernplatzhalter 6">
            <a:extLst>
              <a:ext uri="{FF2B5EF4-FFF2-40B4-BE49-F238E27FC236}">
                <a16:creationId xmlns:a16="http://schemas.microsoft.com/office/drawing/2014/main" id="{BDAFE395-B82C-2A07-062E-8901D1415E59}"/>
              </a:ext>
            </a:extLst>
          </p:cNvPr>
          <p:cNvSpPr>
            <a:spLocks noGrp="1"/>
          </p:cNvSpPr>
          <p:nvPr>
            <p:ph type="sldNum" sz="quarter" idx="12"/>
          </p:nvPr>
        </p:nvSpPr>
        <p:spPr>
          <a:xfrm>
            <a:off x="6912029" y="5426939"/>
            <a:ext cx="497959" cy="188513"/>
          </a:xfrm>
        </p:spPr>
        <p:txBody>
          <a:bodyPr/>
          <a:lstStyle/>
          <a:p>
            <a:fld id="{7BC6339C-EBB9-4F99-9F6F-F0910A22596F}" type="slidenum">
              <a:rPr lang="de-DE" smtClean="0"/>
              <a:t>‹#›</a:t>
            </a:fld>
            <a:endParaRPr lang="de-DE"/>
          </a:p>
        </p:txBody>
      </p:sp>
      <p:sp>
        <p:nvSpPr>
          <p:cNvPr id="63" name="Rechteck 62">
            <a:extLst>
              <a:ext uri="{FF2B5EF4-FFF2-40B4-BE49-F238E27FC236}">
                <a16:creationId xmlns:a16="http://schemas.microsoft.com/office/drawing/2014/main" id="{94D9A5F1-AD57-D5E8-E2E6-42C36A0295C1}"/>
              </a:ext>
            </a:extLst>
          </p:cNvPr>
          <p:cNvSpPr/>
          <p:nvPr userDrawn="1"/>
        </p:nvSpPr>
        <p:spPr>
          <a:xfrm>
            <a:off x="210013" y="3821492"/>
            <a:ext cx="1439994" cy="1276001"/>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sp>
        <p:nvSpPr>
          <p:cNvPr id="1024" name="Textplatzhalter 17">
            <a:extLst>
              <a:ext uri="{FF2B5EF4-FFF2-40B4-BE49-F238E27FC236}">
                <a16:creationId xmlns:a16="http://schemas.microsoft.com/office/drawing/2014/main" id="{FBEB32E6-BC14-62AC-E607-D5203CD4ACF3}"/>
              </a:ext>
            </a:extLst>
          </p:cNvPr>
          <p:cNvSpPr>
            <a:spLocks noGrp="1"/>
          </p:cNvSpPr>
          <p:nvPr>
            <p:ph type="body" sz="quarter" idx="20"/>
          </p:nvPr>
        </p:nvSpPr>
        <p:spPr>
          <a:xfrm>
            <a:off x="210014" y="3824000"/>
            <a:ext cx="1439994" cy="313496"/>
          </a:xfrm>
        </p:spPr>
        <p:txBody>
          <a:bodyPr/>
          <a:lstStyle>
            <a:lvl1pPr marL="0" indent="0" algn="ctr">
              <a:buNone/>
              <a:defRPr b="1">
                <a:solidFill>
                  <a:schemeClr val="bg1"/>
                </a:solidFill>
              </a:defRPr>
            </a:lvl1pPr>
          </a:lstStyle>
          <a:p>
            <a:pPr lvl="0"/>
            <a:endParaRPr lang="de-DE" dirty="0"/>
          </a:p>
        </p:txBody>
      </p:sp>
      <p:sp>
        <p:nvSpPr>
          <p:cNvPr id="1025" name="Textplatzhalter 17">
            <a:extLst>
              <a:ext uri="{FF2B5EF4-FFF2-40B4-BE49-F238E27FC236}">
                <a16:creationId xmlns:a16="http://schemas.microsoft.com/office/drawing/2014/main" id="{DD389AC6-8ED5-6B1F-C7B2-246E54AFDA8A}"/>
              </a:ext>
            </a:extLst>
          </p:cNvPr>
          <p:cNvSpPr>
            <a:spLocks noGrp="1"/>
          </p:cNvSpPr>
          <p:nvPr>
            <p:ph type="body" sz="quarter" idx="21" hasCustomPrompt="1"/>
          </p:nvPr>
        </p:nvSpPr>
        <p:spPr>
          <a:xfrm>
            <a:off x="210013" y="4137495"/>
            <a:ext cx="1439994" cy="940014"/>
          </a:xfrm>
        </p:spPr>
        <p:txBody>
          <a:bodyPr/>
          <a:lstStyle>
            <a:lvl1pPr marL="0" indent="0" algn="ctr">
              <a:buNone/>
              <a:defRPr b="0">
                <a:solidFill>
                  <a:schemeClr val="bg1"/>
                </a:solidFill>
              </a:defRPr>
            </a:lvl1pPr>
          </a:lstStyle>
          <a:p>
            <a:pPr lvl="0"/>
            <a:r>
              <a:rPr lang="de-DE" dirty="0"/>
              <a:t>Text hinzufügen</a:t>
            </a:r>
          </a:p>
        </p:txBody>
      </p:sp>
      <p:sp>
        <p:nvSpPr>
          <p:cNvPr id="3" name="Diagrammplatzhalter 2">
            <a:extLst>
              <a:ext uri="{FF2B5EF4-FFF2-40B4-BE49-F238E27FC236}">
                <a16:creationId xmlns:a16="http://schemas.microsoft.com/office/drawing/2014/main" id="{95AC9253-0326-F70A-C322-A48066A32ACA}"/>
              </a:ext>
            </a:extLst>
          </p:cNvPr>
          <p:cNvSpPr>
            <a:spLocks noGrp="1"/>
          </p:cNvSpPr>
          <p:nvPr>
            <p:ph type="chart" sz="quarter" idx="26"/>
          </p:nvPr>
        </p:nvSpPr>
        <p:spPr>
          <a:xfrm>
            <a:off x="210013" y="2057504"/>
            <a:ext cx="1439995" cy="1599993"/>
          </a:xfrm>
          <a:ln>
            <a:noFill/>
          </a:ln>
        </p:spPr>
        <p:txBody>
          <a:bodyPr/>
          <a:lstStyle/>
          <a:p>
            <a:endParaRPr lang="de-DE"/>
          </a:p>
        </p:txBody>
      </p:sp>
      <p:sp>
        <p:nvSpPr>
          <p:cNvPr id="16" name="Diagrammplatzhalter 2">
            <a:extLst>
              <a:ext uri="{FF2B5EF4-FFF2-40B4-BE49-F238E27FC236}">
                <a16:creationId xmlns:a16="http://schemas.microsoft.com/office/drawing/2014/main" id="{1E40A9F9-8B4F-D3CB-BA7C-A1F8A84522D3}"/>
              </a:ext>
            </a:extLst>
          </p:cNvPr>
          <p:cNvSpPr>
            <a:spLocks noGrp="1"/>
          </p:cNvSpPr>
          <p:nvPr>
            <p:ph type="chart" sz="quarter" idx="29"/>
          </p:nvPr>
        </p:nvSpPr>
        <p:spPr>
          <a:xfrm>
            <a:off x="2130006" y="2057504"/>
            <a:ext cx="1439995" cy="1599993"/>
          </a:xfrm>
          <a:ln>
            <a:noFill/>
          </a:ln>
        </p:spPr>
        <p:txBody>
          <a:bodyPr/>
          <a:lstStyle/>
          <a:p>
            <a:endParaRPr lang="de-DE" dirty="0"/>
          </a:p>
        </p:txBody>
      </p:sp>
      <p:sp>
        <p:nvSpPr>
          <p:cNvPr id="20" name="Diagrammplatzhalter 2">
            <a:extLst>
              <a:ext uri="{FF2B5EF4-FFF2-40B4-BE49-F238E27FC236}">
                <a16:creationId xmlns:a16="http://schemas.microsoft.com/office/drawing/2014/main" id="{62E028B2-2DF4-BB6A-1C62-B1FDC21329BF}"/>
              </a:ext>
            </a:extLst>
          </p:cNvPr>
          <p:cNvSpPr>
            <a:spLocks noGrp="1"/>
          </p:cNvSpPr>
          <p:nvPr>
            <p:ph type="chart" sz="quarter" idx="32"/>
          </p:nvPr>
        </p:nvSpPr>
        <p:spPr>
          <a:xfrm>
            <a:off x="4049999" y="2057504"/>
            <a:ext cx="1439995" cy="1599993"/>
          </a:xfrm>
          <a:ln>
            <a:noFill/>
          </a:ln>
        </p:spPr>
        <p:txBody>
          <a:bodyPr/>
          <a:lstStyle/>
          <a:p>
            <a:endParaRPr lang="de-DE"/>
          </a:p>
        </p:txBody>
      </p:sp>
      <p:sp>
        <p:nvSpPr>
          <p:cNvPr id="24" name="Diagrammplatzhalter 2">
            <a:extLst>
              <a:ext uri="{FF2B5EF4-FFF2-40B4-BE49-F238E27FC236}">
                <a16:creationId xmlns:a16="http://schemas.microsoft.com/office/drawing/2014/main" id="{BE00FDB1-9942-CAC8-49CC-66FF34838F2E}"/>
              </a:ext>
            </a:extLst>
          </p:cNvPr>
          <p:cNvSpPr>
            <a:spLocks noGrp="1"/>
          </p:cNvSpPr>
          <p:nvPr>
            <p:ph type="chart" sz="quarter" idx="35"/>
          </p:nvPr>
        </p:nvSpPr>
        <p:spPr>
          <a:xfrm>
            <a:off x="5969993" y="2057504"/>
            <a:ext cx="1439995" cy="1599993"/>
          </a:xfrm>
          <a:ln>
            <a:noFill/>
          </a:ln>
        </p:spPr>
        <p:txBody>
          <a:bodyPr/>
          <a:lstStyle/>
          <a:p>
            <a:endParaRPr lang="de-DE"/>
          </a:p>
        </p:txBody>
      </p:sp>
      <p:sp>
        <p:nvSpPr>
          <p:cNvPr id="2" name="Rechteck 1">
            <a:extLst>
              <a:ext uri="{FF2B5EF4-FFF2-40B4-BE49-F238E27FC236}">
                <a16:creationId xmlns:a16="http://schemas.microsoft.com/office/drawing/2014/main" id="{EA0FA592-14B2-3A8C-A92B-BF0B039D8CA1}"/>
              </a:ext>
            </a:extLst>
          </p:cNvPr>
          <p:cNvSpPr/>
          <p:nvPr userDrawn="1"/>
        </p:nvSpPr>
        <p:spPr>
          <a:xfrm>
            <a:off x="2130006" y="3817497"/>
            <a:ext cx="1439994" cy="1276001"/>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sp>
        <p:nvSpPr>
          <p:cNvPr id="4" name="Textplatzhalter 17">
            <a:extLst>
              <a:ext uri="{FF2B5EF4-FFF2-40B4-BE49-F238E27FC236}">
                <a16:creationId xmlns:a16="http://schemas.microsoft.com/office/drawing/2014/main" id="{BE82FE0A-AAC2-6268-4873-8C88B21126A6}"/>
              </a:ext>
            </a:extLst>
          </p:cNvPr>
          <p:cNvSpPr>
            <a:spLocks noGrp="1"/>
          </p:cNvSpPr>
          <p:nvPr>
            <p:ph type="body" sz="quarter" idx="36"/>
          </p:nvPr>
        </p:nvSpPr>
        <p:spPr>
          <a:xfrm>
            <a:off x="2130007" y="3820005"/>
            <a:ext cx="1439994" cy="313496"/>
          </a:xfrm>
        </p:spPr>
        <p:txBody>
          <a:bodyPr/>
          <a:lstStyle>
            <a:lvl1pPr marL="0" indent="0" algn="ctr">
              <a:buNone/>
              <a:defRPr b="1">
                <a:solidFill>
                  <a:schemeClr val="bg1"/>
                </a:solidFill>
              </a:defRPr>
            </a:lvl1pPr>
          </a:lstStyle>
          <a:p>
            <a:pPr lvl="0"/>
            <a:endParaRPr lang="de-DE" dirty="0"/>
          </a:p>
        </p:txBody>
      </p:sp>
      <p:sp>
        <p:nvSpPr>
          <p:cNvPr id="5" name="Textplatzhalter 17">
            <a:extLst>
              <a:ext uri="{FF2B5EF4-FFF2-40B4-BE49-F238E27FC236}">
                <a16:creationId xmlns:a16="http://schemas.microsoft.com/office/drawing/2014/main" id="{9F0322F7-E8E6-6066-F6A1-793996BC429A}"/>
              </a:ext>
            </a:extLst>
          </p:cNvPr>
          <p:cNvSpPr>
            <a:spLocks noGrp="1"/>
          </p:cNvSpPr>
          <p:nvPr>
            <p:ph type="body" sz="quarter" idx="37" hasCustomPrompt="1"/>
          </p:nvPr>
        </p:nvSpPr>
        <p:spPr>
          <a:xfrm>
            <a:off x="2130006" y="4133501"/>
            <a:ext cx="1439994" cy="940014"/>
          </a:xfrm>
        </p:spPr>
        <p:txBody>
          <a:bodyPr/>
          <a:lstStyle>
            <a:lvl1pPr marL="0" indent="0" algn="ctr">
              <a:buNone/>
              <a:defRPr b="0">
                <a:solidFill>
                  <a:schemeClr val="bg1"/>
                </a:solidFill>
              </a:defRPr>
            </a:lvl1pPr>
          </a:lstStyle>
          <a:p>
            <a:pPr lvl="0"/>
            <a:r>
              <a:rPr lang="de-DE" dirty="0"/>
              <a:t>Text hinzufügen</a:t>
            </a:r>
          </a:p>
        </p:txBody>
      </p:sp>
      <p:sp>
        <p:nvSpPr>
          <p:cNvPr id="10" name="Rechteck 9">
            <a:extLst>
              <a:ext uri="{FF2B5EF4-FFF2-40B4-BE49-F238E27FC236}">
                <a16:creationId xmlns:a16="http://schemas.microsoft.com/office/drawing/2014/main" id="{217026AF-66A6-3E39-EF1E-1901E8B1054E}"/>
              </a:ext>
            </a:extLst>
          </p:cNvPr>
          <p:cNvSpPr/>
          <p:nvPr userDrawn="1"/>
        </p:nvSpPr>
        <p:spPr>
          <a:xfrm>
            <a:off x="4050000" y="3817497"/>
            <a:ext cx="1439994" cy="1276001"/>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sp>
        <p:nvSpPr>
          <p:cNvPr id="25" name="Textplatzhalter 17">
            <a:extLst>
              <a:ext uri="{FF2B5EF4-FFF2-40B4-BE49-F238E27FC236}">
                <a16:creationId xmlns:a16="http://schemas.microsoft.com/office/drawing/2014/main" id="{8A185CF4-86DD-9403-ED2F-D4B87DD8BE51}"/>
              </a:ext>
            </a:extLst>
          </p:cNvPr>
          <p:cNvSpPr>
            <a:spLocks noGrp="1"/>
          </p:cNvSpPr>
          <p:nvPr>
            <p:ph type="body" sz="quarter" idx="38"/>
          </p:nvPr>
        </p:nvSpPr>
        <p:spPr>
          <a:xfrm>
            <a:off x="4050001" y="3820005"/>
            <a:ext cx="1439994" cy="313496"/>
          </a:xfrm>
        </p:spPr>
        <p:txBody>
          <a:bodyPr/>
          <a:lstStyle>
            <a:lvl1pPr marL="0" indent="0" algn="ctr">
              <a:buNone/>
              <a:defRPr b="1">
                <a:solidFill>
                  <a:schemeClr val="bg1"/>
                </a:solidFill>
              </a:defRPr>
            </a:lvl1pPr>
          </a:lstStyle>
          <a:p>
            <a:pPr lvl="0"/>
            <a:endParaRPr lang="de-DE" dirty="0"/>
          </a:p>
        </p:txBody>
      </p:sp>
      <p:sp>
        <p:nvSpPr>
          <p:cNvPr id="26" name="Textplatzhalter 17">
            <a:extLst>
              <a:ext uri="{FF2B5EF4-FFF2-40B4-BE49-F238E27FC236}">
                <a16:creationId xmlns:a16="http://schemas.microsoft.com/office/drawing/2014/main" id="{8CE26CA2-E1D9-7D0D-E2B7-B50318FA887E}"/>
              </a:ext>
            </a:extLst>
          </p:cNvPr>
          <p:cNvSpPr>
            <a:spLocks noGrp="1"/>
          </p:cNvSpPr>
          <p:nvPr>
            <p:ph type="body" sz="quarter" idx="39" hasCustomPrompt="1"/>
          </p:nvPr>
        </p:nvSpPr>
        <p:spPr>
          <a:xfrm>
            <a:off x="4050000" y="4133501"/>
            <a:ext cx="1439994" cy="940014"/>
          </a:xfrm>
        </p:spPr>
        <p:txBody>
          <a:bodyPr/>
          <a:lstStyle>
            <a:lvl1pPr marL="0" indent="0" algn="ctr">
              <a:buNone/>
              <a:defRPr b="0">
                <a:solidFill>
                  <a:schemeClr val="bg1"/>
                </a:solidFill>
              </a:defRPr>
            </a:lvl1pPr>
          </a:lstStyle>
          <a:p>
            <a:pPr lvl="0"/>
            <a:r>
              <a:rPr lang="de-DE" dirty="0"/>
              <a:t>Text hinzufügen</a:t>
            </a:r>
          </a:p>
        </p:txBody>
      </p:sp>
      <p:sp>
        <p:nvSpPr>
          <p:cNvPr id="27" name="Rechteck 26">
            <a:extLst>
              <a:ext uri="{FF2B5EF4-FFF2-40B4-BE49-F238E27FC236}">
                <a16:creationId xmlns:a16="http://schemas.microsoft.com/office/drawing/2014/main" id="{5CDE12D7-6630-2FD4-CDAE-8B84DA858C11}"/>
              </a:ext>
            </a:extLst>
          </p:cNvPr>
          <p:cNvSpPr/>
          <p:nvPr userDrawn="1"/>
        </p:nvSpPr>
        <p:spPr>
          <a:xfrm>
            <a:off x="5969993" y="3817497"/>
            <a:ext cx="1439994" cy="1276001"/>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sp>
        <p:nvSpPr>
          <p:cNvPr id="28" name="Textplatzhalter 17">
            <a:extLst>
              <a:ext uri="{FF2B5EF4-FFF2-40B4-BE49-F238E27FC236}">
                <a16:creationId xmlns:a16="http://schemas.microsoft.com/office/drawing/2014/main" id="{9BAFD144-7A4E-6D77-D097-23F37AB7B694}"/>
              </a:ext>
            </a:extLst>
          </p:cNvPr>
          <p:cNvSpPr>
            <a:spLocks noGrp="1"/>
          </p:cNvSpPr>
          <p:nvPr>
            <p:ph type="body" sz="quarter" idx="40"/>
          </p:nvPr>
        </p:nvSpPr>
        <p:spPr>
          <a:xfrm>
            <a:off x="5969994" y="3820005"/>
            <a:ext cx="1439994" cy="313496"/>
          </a:xfrm>
        </p:spPr>
        <p:txBody>
          <a:bodyPr/>
          <a:lstStyle>
            <a:lvl1pPr marL="0" indent="0" algn="ctr">
              <a:buNone/>
              <a:defRPr b="1">
                <a:solidFill>
                  <a:schemeClr val="bg1"/>
                </a:solidFill>
              </a:defRPr>
            </a:lvl1pPr>
          </a:lstStyle>
          <a:p>
            <a:pPr lvl="0"/>
            <a:endParaRPr lang="de-DE" dirty="0"/>
          </a:p>
        </p:txBody>
      </p:sp>
      <p:sp>
        <p:nvSpPr>
          <p:cNvPr id="29" name="Textplatzhalter 17">
            <a:extLst>
              <a:ext uri="{FF2B5EF4-FFF2-40B4-BE49-F238E27FC236}">
                <a16:creationId xmlns:a16="http://schemas.microsoft.com/office/drawing/2014/main" id="{368B66AA-95BD-616A-304B-B20D2FAD0CC4}"/>
              </a:ext>
            </a:extLst>
          </p:cNvPr>
          <p:cNvSpPr>
            <a:spLocks noGrp="1"/>
          </p:cNvSpPr>
          <p:nvPr>
            <p:ph type="body" sz="quarter" idx="41" hasCustomPrompt="1"/>
          </p:nvPr>
        </p:nvSpPr>
        <p:spPr>
          <a:xfrm>
            <a:off x="5969993" y="4133501"/>
            <a:ext cx="1439994" cy="940014"/>
          </a:xfrm>
        </p:spPr>
        <p:txBody>
          <a:bodyPr/>
          <a:lstStyle>
            <a:lvl1pPr marL="0" indent="0" algn="ctr">
              <a:buNone/>
              <a:defRPr b="0">
                <a:solidFill>
                  <a:schemeClr val="bg1"/>
                </a:solidFill>
              </a:defRPr>
            </a:lvl1pPr>
          </a:lstStyle>
          <a:p>
            <a:pPr lvl="0"/>
            <a:r>
              <a:rPr lang="de-DE" dirty="0"/>
              <a:t>Text hinzufügen</a:t>
            </a:r>
          </a:p>
        </p:txBody>
      </p:sp>
      <p:sp>
        <p:nvSpPr>
          <p:cNvPr id="11" name="Textplatzhalter 3">
            <a:extLst>
              <a:ext uri="{FF2B5EF4-FFF2-40B4-BE49-F238E27FC236}">
                <a16:creationId xmlns:a16="http://schemas.microsoft.com/office/drawing/2014/main" id="{DF49F5E2-882A-2453-7CD1-2F714D59A4CE}"/>
              </a:ext>
            </a:extLst>
          </p:cNvPr>
          <p:cNvSpPr>
            <a:spLocks noGrp="1"/>
          </p:cNvSpPr>
          <p:nvPr>
            <p:ph type="body" sz="half" idx="2"/>
          </p:nvPr>
        </p:nvSpPr>
        <p:spPr>
          <a:xfrm>
            <a:off x="4050000" y="617508"/>
            <a:ext cx="2642989" cy="959997"/>
          </a:xfrm>
        </p:spPr>
        <p:txBody>
          <a:bodyPr>
            <a:normAutofit/>
          </a:bodyPr>
          <a:lstStyle>
            <a:lvl1pPr marL="238115" indent="-238115">
              <a:buFont typeface="Wingdings" panose="05000000000000000000" pitchFamily="2" charset="2"/>
              <a:buChar char="§"/>
              <a:defRPr sz="1167"/>
            </a:lvl1pPr>
            <a:lvl2pPr marL="380985" indent="0">
              <a:buNone/>
              <a:defRPr sz="1167"/>
            </a:lvl2pPr>
            <a:lvl3pPr marL="761970" indent="0">
              <a:buNone/>
              <a:defRPr sz="1000"/>
            </a:lvl3pPr>
            <a:lvl4pPr marL="1142954" indent="0">
              <a:buNone/>
              <a:defRPr sz="833"/>
            </a:lvl4pPr>
            <a:lvl5pPr marL="1523939" indent="0">
              <a:buNone/>
              <a:defRPr sz="833"/>
            </a:lvl5pPr>
            <a:lvl6pPr marL="1904924" indent="0">
              <a:buNone/>
              <a:defRPr sz="833"/>
            </a:lvl6pPr>
            <a:lvl7pPr marL="2285909" indent="0">
              <a:buNone/>
              <a:defRPr sz="833"/>
            </a:lvl7pPr>
            <a:lvl8pPr marL="2666893" indent="0">
              <a:buNone/>
              <a:defRPr sz="833"/>
            </a:lvl8pPr>
            <a:lvl9pPr marL="3047878" indent="0">
              <a:buNone/>
              <a:defRPr sz="833"/>
            </a:lvl9pPr>
          </a:lstStyle>
          <a:p>
            <a:pPr lvl="0"/>
            <a:r>
              <a:rPr lang="de-DE" dirty="0"/>
              <a:t>Mastertextformat bearbeiten</a:t>
            </a:r>
          </a:p>
        </p:txBody>
      </p:sp>
      <p:pic>
        <p:nvPicPr>
          <p:cNvPr id="15" name="Bild 8">
            <a:extLst>
              <a:ext uri="{FF2B5EF4-FFF2-40B4-BE49-F238E27FC236}">
                <a16:creationId xmlns:a16="http://schemas.microsoft.com/office/drawing/2014/main" id="{C8488756-1D7F-EDC7-2A03-D782727843E1}"/>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6888000" y="320000"/>
            <a:ext cx="480000" cy="337348"/>
          </a:xfrm>
          <a:prstGeom prst="rect">
            <a:avLst/>
          </a:prstGeom>
        </p:spPr>
      </p:pic>
    </p:spTree>
    <p:extLst>
      <p:ext uri="{BB962C8B-B14F-4D97-AF65-F5344CB8AC3E}">
        <p14:creationId xmlns:p14="http://schemas.microsoft.com/office/powerpoint/2010/main" val="3320203063"/>
      </p:ext>
    </p:extLst>
  </p:cSld>
  <p:clrMapOvr>
    <a:masterClrMapping/>
  </p:clrMapOvr>
  <p:extLst>
    <p:ext uri="{DCECCB84-F9BA-43D5-87BE-67443E8EF086}">
      <p15:sldGuideLst xmlns:p15="http://schemas.microsoft.com/office/powerpoint/2012/main">
        <p15:guide id="1" orient="horz" pos="1620">
          <p15:clr>
            <a:srgbClr val="FBAE40"/>
          </p15:clr>
        </p15:guide>
        <p15:guide id="2" orient="horz" pos="35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Tabelle">
    <p:spTree>
      <p:nvGrpSpPr>
        <p:cNvPr id="1" name=""/>
        <p:cNvGrpSpPr/>
        <p:nvPr/>
      </p:nvGrpSpPr>
      <p:grpSpPr>
        <a:xfrm>
          <a:off x="0" y="0"/>
          <a:ext cx="0" cy="0"/>
          <a:chOff x="0" y="0"/>
          <a:chExt cx="0" cy="0"/>
        </a:xfrm>
      </p:grpSpPr>
      <p:sp>
        <p:nvSpPr>
          <p:cNvPr id="14" name="Rechteck 13">
            <a:extLst>
              <a:ext uri="{FF2B5EF4-FFF2-40B4-BE49-F238E27FC236}">
                <a16:creationId xmlns:a16="http://schemas.microsoft.com/office/drawing/2014/main" id="{631AC114-CFE7-BDAD-9AD5-D3BDB21282D9}"/>
              </a:ext>
            </a:extLst>
          </p:cNvPr>
          <p:cNvSpPr/>
          <p:nvPr userDrawn="1"/>
        </p:nvSpPr>
        <p:spPr>
          <a:xfrm>
            <a:off x="0" y="297509"/>
            <a:ext cx="3810000" cy="160399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sp>
        <p:nvSpPr>
          <p:cNvPr id="8" name="Titel 7">
            <a:extLst>
              <a:ext uri="{FF2B5EF4-FFF2-40B4-BE49-F238E27FC236}">
                <a16:creationId xmlns:a16="http://schemas.microsoft.com/office/drawing/2014/main" id="{50E10753-AC8F-BF21-29FD-9E16AB402E08}"/>
              </a:ext>
            </a:extLst>
          </p:cNvPr>
          <p:cNvSpPr>
            <a:spLocks noGrp="1"/>
          </p:cNvSpPr>
          <p:nvPr>
            <p:ph type="title"/>
          </p:nvPr>
        </p:nvSpPr>
        <p:spPr>
          <a:xfrm>
            <a:off x="210013" y="617508"/>
            <a:ext cx="3599988" cy="959997"/>
          </a:xfrm>
        </p:spPr>
        <p:txBody>
          <a:bodyPr anchor="ctr"/>
          <a:lstStyle>
            <a:lvl1pPr>
              <a:defRPr sz="2500">
                <a:solidFill>
                  <a:schemeClr val="bg1"/>
                </a:solidFill>
              </a:defRPr>
            </a:lvl1pPr>
          </a:lstStyle>
          <a:p>
            <a:endParaRPr lang="de-DE" dirty="0"/>
          </a:p>
        </p:txBody>
      </p:sp>
      <p:sp>
        <p:nvSpPr>
          <p:cNvPr id="12" name="Rechteck 11">
            <a:extLst>
              <a:ext uri="{FF2B5EF4-FFF2-40B4-BE49-F238E27FC236}">
                <a16:creationId xmlns:a16="http://schemas.microsoft.com/office/drawing/2014/main" id="{6B3A0C13-0D1C-FBE8-AAF8-CCD53D60B73A}"/>
              </a:ext>
            </a:extLst>
          </p:cNvPr>
          <p:cNvSpPr/>
          <p:nvPr userDrawn="1"/>
        </p:nvSpPr>
        <p:spPr>
          <a:xfrm>
            <a:off x="3810000" y="-22490"/>
            <a:ext cx="477001" cy="31999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sp>
        <p:nvSpPr>
          <p:cNvPr id="6" name="Rechteck 5">
            <a:extLst>
              <a:ext uri="{FF2B5EF4-FFF2-40B4-BE49-F238E27FC236}">
                <a16:creationId xmlns:a16="http://schemas.microsoft.com/office/drawing/2014/main" id="{17C98068-1035-F40A-22E9-290D533E7560}"/>
              </a:ext>
            </a:extLst>
          </p:cNvPr>
          <p:cNvSpPr/>
          <p:nvPr userDrawn="1"/>
        </p:nvSpPr>
        <p:spPr>
          <a:xfrm>
            <a:off x="-6007" y="5401504"/>
            <a:ext cx="7626007" cy="313496"/>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dirty="0"/>
          </a:p>
        </p:txBody>
      </p:sp>
      <p:sp>
        <p:nvSpPr>
          <p:cNvPr id="7" name="Fußzeilenplatzhalter 5">
            <a:extLst>
              <a:ext uri="{FF2B5EF4-FFF2-40B4-BE49-F238E27FC236}">
                <a16:creationId xmlns:a16="http://schemas.microsoft.com/office/drawing/2014/main" id="{C5BB49DC-B778-5829-76D6-0D1726CD09F8}"/>
              </a:ext>
            </a:extLst>
          </p:cNvPr>
          <p:cNvSpPr>
            <a:spLocks noGrp="1"/>
          </p:cNvSpPr>
          <p:nvPr>
            <p:ph type="ftr" sz="quarter" idx="11"/>
          </p:nvPr>
        </p:nvSpPr>
        <p:spPr>
          <a:xfrm>
            <a:off x="210013" y="5426939"/>
            <a:ext cx="6652961" cy="188513"/>
          </a:xfrm>
        </p:spPr>
        <p:txBody>
          <a:bodyPr/>
          <a:lstStyle/>
          <a:p>
            <a:r>
              <a:rPr lang="de-DE" dirty="0"/>
              <a:t>TUM School </a:t>
            </a:r>
            <a:r>
              <a:rPr lang="de-DE" dirty="0" err="1"/>
              <a:t>of</a:t>
            </a:r>
            <a:r>
              <a:rPr lang="de-DE" dirty="0"/>
              <a:t> </a:t>
            </a:r>
            <a:r>
              <a:rPr lang="de-DE" dirty="0" err="1"/>
              <a:t>Computation</a:t>
            </a:r>
            <a:r>
              <a:rPr lang="de-DE" dirty="0"/>
              <a:t>, Information and Technology | Technische Universität München</a:t>
            </a:r>
          </a:p>
        </p:txBody>
      </p:sp>
      <p:sp>
        <p:nvSpPr>
          <p:cNvPr id="9" name="Foliennummernplatzhalter 6">
            <a:extLst>
              <a:ext uri="{FF2B5EF4-FFF2-40B4-BE49-F238E27FC236}">
                <a16:creationId xmlns:a16="http://schemas.microsoft.com/office/drawing/2014/main" id="{BDAFE395-B82C-2A07-062E-8901D1415E59}"/>
              </a:ext>
            </a:extLst>
          </p:cNvPr>
          <p:cNvSpPr>
            <a:spLocks noGrp="1"/>
          </p:cNvSpPr>
          <p:nvPr>
            <p:ph type="sldNum" sz="quarter" idx="12"/>
          </p:nvPr>
        </p:nvSpPr>
        <p:spPr>
          <a:xfrm>
            <a:off x="6912029" y="5426939"/>
            <a:ext cx="497959" cy="188513"/>
          </a:xfrm>
        </p:spPr>
        <p:txBody>
          <a:bodyPr/>
          <a:lstStyle/>
          <a:p>
            <a:fld id="{7BC6339C-EBB9-4F99-9F6F-F0910A22596F}" type="slidenum">
              <a:rPr lang="de-DE" smtClean="0"/>
              <a:t>‹#›</a:t>
            </a:fld>
            <a:endParaRPr lang="de-DE"/>
          </a:p>
        </p:txBody>
      </p:sp>
      <p:sp>
        <p:nvSpPr>
          <p:cNvPr id="47" name="Rechteck 46">
            <a:extLst>
              <a:ext uri="{FF2B5EF4-FFF2-40B4-BE49-F238E27FC236}">
                <a16:creationId xmlns:a16="http://schemas.microsoft.com/office/drawing/2014/main" id="{1FB7848E-B66A-509C-6C11-5A5A635CFB6B}"/>
              </a:ext>
            </a:extLst>
          </p:cNvPr>
          <p:cNvSpPr/>
          <p:nvPr userDrawn="1"/>
        </p:nvSpPr>
        <p:spPr>
          <a:xfrm>
            <a:off x="5489994" y="2217501"/>
            <a:ext cx="1919993" cy="2860007"/>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sp>
        <p:nvSpPr>
          <p:cNvPr id="48" name="Textplatzhalter 17">
            <a:extLst>
              <a:ext uri="{FF2B5EF4-FFF2-40B4-BE49-F238E27FC236}">
                <a16:creationId xmlns:a16="http://schemas.microsoft.com/office/drawing/2014/main" id="{B551E6FC-1FD1-169B-E211-36761CEE0115}"/>
              </a:ext>
            </a:extLst>
          </p:cNvPr>
          <p:cNvSpPr>
            <a:spLocks noGrp="1"/>
          </p:cNvSpPr>
          <p:nvPr>
            <p:ph type="body" sz="quarter" idx="22"/>
          </p:nvPr>
        </p:nvSpPr>
        <p:spPr>
          <a:xfrm>
            <a:off x="5489995" y="2217502"/>
            <a:ext cx="1919993" cy="639998"/>
          </a:xfrm>
        </p:spPr>
        <p:txBody>
          <a:bodyPr anchor="ctr"/>
          <a:lstStyle>
            <a:lvl1pPr marL="0" indent="0" algn="ctr">
              <a:buNone/>
              <a:defRPr b="1">
                <a:solidFill>
                  <a:schemeClr val="bg1"/>
                </a:solidFill>
              </a:defRPr>
            </a:lvl1pPr>
          </a:lstStyle>
          <a:p>
            <a:pPr lvl="0"/>
            <a:endParaRPr lang="de-DE" dirty="0"/>
          </a:p>
        </p:txBody>
      </p:sp>
      <p:sp>
        <p:nvSpPr>
          <p:cNvPr id="49" name="Textplatzhalter 17">
            <a:extLst>
              <a:ext uri="{FF2B5EF4-FFF2-40B4-BE49-F238E27FC236}">
                <a16:creationId xmlns:a16="http://schemas.microsoft.com/office/drawing/2014/main" id="{1D278E20-ACDA-6A02-9855-F4D1A694B674}"/>
              </a:ext>
            </a:extLst>
          </p:cNvPr>
          <p:cNvSpPr>
            <a:spLocks noGrp="1"/>
          </p:cNvSpPr>
          <p:nvPr>
            <p:ph type="body" sz="quarter" idx="23" hasCustomPrompt="1"/>
          </p:nvPr>
        </p:nvSpPr>
        <p:spPr>
          <a:xfrm>
            <a:off x="5489994" y="2857500"/>
            <a:ext cx="1919993" cy="2220008"/>
          </a:xfrm>
        </p:spPr>
        <p:txBody>
          <a:bodyPr/>
          <a:lstStyle>
            <a:lvl1pPr marL="0" indent="0" algn="ctr">
              <a:buNone/>
              <a:defRPr b="0">
                <a:solidFill>
                  <a:schemeClr val="bg1"/>
                </a:solidFill>
              </a:defRPr>
            </a:lvl1pPr>
          </a:lstStyle>
          <a:p>
            <a:pPr lvl="0"/>
            <a:r>
              <a:rPr lang="de-DE" dirty="0"/>
              <a:t>Text hinzufügen</a:t>
            </a:r>
          </a:p>
        </p:txBody>
      </p:sp>
      <p:sp>
        <p:nvSpPr>
          <p:cNvPr id="5" name="Rechteck 4">
            <a:extLst>
              <a:ext uri="{FF2B5EF4-FFF2-40B4-BE49-F238E27FC236}">
                <a16:creationId xmlns:a16="http://schemas.microsoft.com/office/drawing/2014/main" id="{D1A14DBE-8C4C-944D-FD7E-D9AE4D68DCA0}"/>
              </a:ext>
            </a:extLst>
          </p:cNvPr>
          <p:cNvSpPr/>
          <p:nvPr userDrawn="1"/>
        </p:nvSpPr>
        <p:spPr>
          <a:xfrm>
            <a:off x="7412986" y="1581504"/>
            <a:ext cx="207014" cy="63599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sp>
        <p:nvSpPr>
          <p:cNvPr id="3" name="Tabellenplatzhalter 2">
            <a:extLst>
              <a:ext uri="{FF2B5EF4-FFF2-40B4-BE49-F238E27FC236}">
                <a16:creationId xmlns:a16="http://schemas.microsoft.com/office/drawing/2014/main" id="{382E530A-8BCD-C546-32FD-5E1E78D1038E}"/>
              </a:ext>
            </a:extLst>
          </p:cNvPr>
          <p:cNvSpPr>
            <a:spLocks noGrp="1"/>
          </p:cNvSpPr>
          <p:nvPr>
            <p:ph type="tbl" sz="quarter" idx="25"/>
          </p:nvPr>
        </p:nvSpPr>
        <p:spPr>
          <a:xfrm>
            <a:off x="210012" y="2217502"/>
            <a:ext cx="5039983" cy="2879990"/>
          </a:xfrm>
        </p:spPr>
        <p:txBody>
          <a:bodyPr/>
          <a:lstStyle/>
          <a:p>
            <a:endParaRPr lang="de-DE" dirty="0"/>
          </a:p>
        </p:txBody>
      </p:sp>
      <p:sp>
        <p:nvSpPr>
          <p:cNvPr id="2" name="Textplatzhalter 3">
            <a:extLst>
              <a:ext uri="{FF2B5EF4-FFF2-40B4-BE49-F238E27FC236}">
                <a16:creationId xmlns:a16="http://schemas.microsoft.com/office/drawing/2014/main" id="{8F69991D-81B5-597C-A826-072EFB3FC6C3}"/>
              </a:ext>
            </a:extLst>
          </p:cNvPr>
          <p:cNvSpPr>
            <a:spLocks noGrp="1"/>
          </p:cNvSpPr>
          <p:nvPr>
            <p:ph type="body" sz="half" idx="2"/>
          </p:nvPr>
        </p:nvSpPr>
        <p:spPr>
          <a:xfrm>
            <a:off x="4050000" y="617508"/>
            <a:ext cx="2642989" cy="959997"/>
          </a:xfrm>
        </p:spPr>
        <p:txBody>
          <a:bodyPr>
            <a:normAutofit/>
          </a:bodyPr>
          <a:lstStyle>
            <a:lvl1pPr marL="238115" indent="-238115">
              <a:buFont typeface="Wingdings" panose="05000000000000000000" pitchFamily="2" charset="2"/>
              <a:buChar char="§"/>
              <a:defRPr sz="1167"/>
            </a:lvl1pPr>
            <a:lvl2pPr marL="380985" indent="0">
              <a:buNone/>
              <a:defRPr sz="1167"/>
            </a:lvl2pPr>
            <a:lvl3pPr marL="761970" indent="0">
              <a:buNone/>
              <a:defRPr sz="1000"/>
            </a:lvl3pPr>
            <a:lvl4pPr marL="1142954" indent="0">
              <a:buNone/>
              <a:defRPr sz="833"/>
            </a:lvl4pPr>
            <a:lvl5pPr marL="1523939" indent="0">
              <a:buNone/>
              <a:defRPr sz="833"/>
            </a:lvl5pPr>
            <a:lvl6pPr marL="1904924" indent="0">
              <a:buNone/>
              <a:defRPr sz="833"/>
            </a:lvl6pPr>
            <a:lvl7pPr marL="2285909" indent="0">
              <a:buNone/>
              <a:defRPr sz="833"/>
            </a:lvl7pPr>
            <a:lvl8pPr marL="2666893" indent="0">
              <a:buNone/>
              <a:defRPr sz="833"/>
            </a:lvl8pPr>
            <a:lvl9pPr marL="3047878" indent="0">
              <a:buNone/>
              <a:defRPr sz="833"/>
            </a:lvl9pPr>
          </a:lstStyle>
          <a:p>
            <a:pPr lvl="0"/>
            <a:r>
              <a:rPr lang="de-DE" dirty="0"/>
              <a:t>Mastertextformat bearbeiten</a:t>
            </a:r>
          </a:p>
        </p:txBody>
      </p:sp>
      <p:pic>
        <p:nvPicPr>
          <p:cNvPr id="10" name="Bild 8">
            <a:extLst>
              <a:ext uri="{FF2B5EF4-FFF2-40B4-BE49-F238E27FC236}">
                <a16:creationId xmlns:a16="http://schemas.microsoft.com/office/drawing/2014/main" id="{013AEF74-EF3C-CCA5-B41B-E5952D71A6C2}"/>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6888000" y="320000"/>
            <a:ext cx="480000" cy="337348"/>
          </a:xfrm>
          <a:prstGeom prst="rect">
            <a:avLst/>
          </a:prstGeom>
        </p:spPr>
      </p:pic>
    </p:spTree>
    <p:extLst>
      <p:ext uri="{BB962C8B-B14F-4D97-AF65-F5344CB8AC3E}">
        <p14:creationId xmlns:p14="http://schemas.microsoft.com/office/powerpoint/2010/main" val="2625363782"/>
      </p:ext>
    </p:extLst>
  </p:cSld>
  <p:clrMapOvr>
    <a:masterClrMapping/>
  </p:clrMapOvr>
  <p:extLst>
    <p:ext uri="{DCECCB84-F9BA-43D5-87BE-67443E8EF086}">
      <p15:sldGuideLst xmlns:p15="http://schemas.microsoft.com/office/powerpoint/2012/main">
        <p15:guide id="1" orient="horz" pos="1620">
          <p15:clr>
            <a:srgbClr val="FBAE40"/>
          </p15:clr>
        </p15:guide>
        <p15:guide id="2" orient="horz" pos="35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abelle manuell">
    <p:spTree>
      <p:nvGrpSpPr>
        <p:cNvPr id="1" name=""/>
        <p:cNvGrpSpPr/>
        <p:nvPr/>
      </p:nvGrpSpPr>
      <p:grpSpPr>
        <a:xfrm>
          <a:off x="0" y="0"/>
          <a:ext cx="0" cy="0"/>
          <a:chOff x="0" y="0"/>
          <a:chExt cx="0" cy="0"/>
        </a:xfrm>
      </p:grpSpPr>
      <p:sp>
        <p:nvSpPr>
          <p:cNvPr id="14" name="Rechteck 13">
            <a:extLst>
              <a:ext uri="{FF2B5EF4-FFF2-40B4-BE49-F238E27FC236}">
                <a16:creationId xmlns:a16="http://schemas.microsoft.com/office/drawing/2014/main" id="{631AC114-CFE7-BDAD-9AD5-D3BDB21282D9}"/>
              </a:ext>
            </a:extLst>
          </p:cNvPr>
          <p:cNvSpPr/>
          <p:nvPr userDrawn="1"/>
        </p:nvSpPr>
        <p:spPr>
          <a:xfrm>
            <a:off x="0" y="297509"/>
            <a:ext cx="3810000" cy="160399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sp>
        <p:nvSpPr>
          <p:cNvPr id="8" name="Titel 7">
            <a:extLst>
              <a:ext uri="{FF2B5EF4-FFF2-40B4-BE49-F238E27FC236}">
                <a16:creationId xmlns:a16="http://schemas.microsoft.com/office/drawing/2014/main" id="{50E10753-AC8F-BF21-29FD-9E16AB402E08}"/>
              </a:ext>
            </a:extLst>
          </p:cNvPr>
          <p:cNvSpPr>
            <a:spLocks noGrp="1"/>
          </p:cNvSpPr>
          <p:nvPr>
            <p:ph type="title"/>
          </p:nvPr>
        </p:nvSpPr>
        <p:spPr>
          <a:xfrm>
            <a:off x="210013" y="617508"/>
            <a:ext cx="3599988" cy="959997"/>
          </a:xfrm>
        </p:spPr>
        <p:txBody>
          <a:bodyPr anchor="ctr"/>
          <a:lstStyle>
            <a:lvl1pPr>
              <a:defRPr sz="2500">
                <a:solidFill>
                  <a:schemeClr val="bg1"/>
                </a:solidFill>
              </a:defRPr>
            </a:lvl1pPr>
          </a:lstStyle>
          <a:p>
            <a:endParaRPr lang="de-DE" dirty="0"/>
          </a:p>
        </p:txBody>
      </p:sp>
      <p:sp>
        <p:nvSpPr>
          <p:cNvPr id="12" name="Rechteck 11">
            <a:extLst>
              <a:ext uri="{FF2B5EF4-FFF2-40B4-BE49-F238E27FC236}">
                <a16:creationId xmlns:a16="http://schemas.microsoft.com/office/drawing/2014/main" id="{6B3A0C13-0D1C-FBE8-AAF8-CCD53D60B73A}"/>
              </a:ext>
            </a:extLst>
          </p:cNvPr>
          <p:cNvSpPr/>
          <p:nvPr userDrawn="1"/>
        </p:nvSpPr>
        <p:spPr>
          <a:xfrm>
            <a:off x="3810000" y="-22490"/>
            <a:ext cx="477001" cy="31999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sp>
        <p:nvSpPr>
          <p:cNvPr id="6" name="Rechteck 5">
            <a:extLst>
              <a:ext uri="{FF2B5EF4-FFF2-40B4-BE49-F238E27FC236}">
                <a16:creationId xmlns:a16="http://schemas.microsoft.com/office/drawing/2014/main" id="{17C98068-1035-F40A-22E9-290D533E7560}"/>
              </a:ext>
            </a:extLst>
          </p:cNvPr>
          <p:cNvSpPr/>
          <p:nvPr userDrawn="1"/>
        </p:nvSpPr>
        <p:spPr>
          <a:xfrm>
            <a:off x="-6007" y="5401504"/>
            <a:ext cx="7626007" cy="313496"/>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dirty="0"/>
          </a:p>
        </p:txBody>
      </p:sp>
      <p:sp>
        <p:nvSpPr>
          <p:cNvPr id="7" name="Fußzeilenplatzhalter 5">
            <a:extLst>
              <a:ext uri="{FF2B5EF4-FFF2-40B4-BE49-F238E27FC236}">
                <a16:creationId xmlns:a16="http://schemas.microsoft.com/office/drawing/2014/main" id="{C5BB49DC-B778-5829-76D6-0D1726CD09F8}"/>
              </a:ext>
            </a:extLst>
          </p:cNvPr>
          <p:cNvSpPr>
            <a:spLocks noGrp="1"/>
          </p:cNvSpPr>
          <p:nvPr>
            <p:ph type="ftr" sz="quarter" idx="11"/>
          </p:nvPr>
        </p:nvSpPr>
        <p:spPr>
          <a:xfrm>
            <a:off x="210013" y="5426939"/>
            <a:ext cx="6652961" cy="188513"/>
          </a:xfrm>
        </p:spPr>
        <p:txBody>
          <a:bodyPr/>
          <a:lstStyle/>
          <a:p>
            <a:r>
              <a:rPr lang="de-DE" dirty="0"/>
              <a:t>TUM School </a:t>
            </a:r>
            <a:r>
              <a:rPr lang="de-DE" dirty="0" err="1"/>
              <a:t>of</a:t>
            </a:r>
            <a:r>
              <a:rPr lang="de-DE" dirty="0"/>
              <a:t> </a:t>
            </a:r>
            <a:r>
              <a:rPr lang="de-DE" dirty="0" err="1"/>
              <a:t>Computation</a:t>
            </a:r>
            <a:r>
              <a:rPr lang="de-DE" dirty="0"/>
              <a:t>, Information and Technology | Technische Universität München</a:t>
            </a:r>
          </a:p>
        </p:txBody>
      </p:sp>
      <p:sp>
        <p:nvSpPr>
          <p:cNvPr id="9" name="Foliennummernplatzhalter 6">
            <a:extLst>
              <a:ext uri="{FF2B5EF4-FFF2-40B4-BE49-F238E27FC236}">
                <a16:creationId xmlns:a16="http://schemas.microsoft.com/office/drawing/2014/main" id="{BDAFE395-B82C-2A07-062E-8901D1415E59}"/>
              </a:ext>
            </a:extLst>
          </p:cNvPr>
          <p:cNvSpPr>
            <a:spLocks noGrp="1"/>
          </p:cNvSpPr>
          <p:nvPr>
            <p:ph type="sldNum" sz="quarter" idx="12"/>
          </p:nvPr>
        </p:nvSpPr>
        <p:spPr>
          <a:xfrm>
            <a:off x="6912029" y="5426939"/>
            <a:ext cx="497959" cy="188513"/>
          </a:xfrm>
        </p:spPr>
        <p:txBody>
          <a:bodyPr/>
          <a:lstStyle/>
          <a:p>
            <a:fld id="{7BC6339C-EBB9-4F99-9F6F-F0910A22596F}" type="slidenum">
              <a:rPr lang="de-DE" smtClean="0"/>
              <a:t>‹#›</a:t>
            </a:fld>
            <a:endParaRPr lang="de-DE"/>
          </a:p>
        </p:txBody>
      </p:sp>
      <p:sp>
        <p:nvSpPr>
          <p:cNvPr id="57" name="Textplatzhalter 56">
            <a:extLst>
              <a:ext uri="{FF2B5EF4-FFF2-40B4-BE49-F238E27FC236}">
                <a16:creationId xmlns:a16="http://schemas.microsoft.com/office/drawing/2014/main" id="{8D92C273-1FAB-CB4F-2F8A-950FE8ACB098}"/>
              </a:ext>
            </a:extLst>
          </p:cNvPr>
          <p:cNvSpPr>
            <a:spLocks noGrp="1"/>
          </p:cNvSpPr>
          <p:nvPr>
            <p:ph type="body" sz="quarter" idx="13" hasCustomPrompt="1"/>
          </p:nvPr>
        </p:nvSpPr>
        <p:spPr>
          <a:xfrm>
            <a:off x="1650008" y="2217503"/>
            <a:ext cx="1199996" cy="319999"/>
          </a:xfrm>
          <a:solidFill>
            <a:schemeClr val="bg2"/>
          </a:solidFill>
        </p:spPr>
        <p:txBody>
          <a:bodyPr/>
          <a:lstStyle>
            <a:lvl1pPr marL="0" indent="0" algn="ctr">
              <a:buNone/>
              <a:defRPr>
                <a:solidFill>
                  <a:schemeClr val="bg1"/>
                </a:solidFill>
              </a:defRPr>
            </a:lvl1pPr>
          </a:lstStyle>
          <a:p>
            <a:pPr lvl="0"/>
            <a:r>
              <a:rPr lang="de-DE" dirty="0"/>
              <a:t>Text hinzufügen</a:t>
            </a:r>
          </a:p>
        </p:txBody>
      </p:sp>
      <p:sp>
        <p:nvSpPr>
          <p:cNvPr id="58" name="Textplatzhalter 56">
            <a:extLst>
              <a:ext uri="{FF2B5EF4-FFF2-40B4-BE49-F238E27FC236}">
                <a16:creationId xmlns:a16="http://schemas.microsoft.com/office/drawing/2014/main" id="{52B6FC04-D975-52C9-D15B-AD691CB59D8B}"/>
              </a:ext>
            </a:extLst>
          </p:cNvPr>
          <p:cNvSpPr>
            <a:spLocks noGrp="1"/>
          </p:cNvSpPr>
          <p:nvPr>
            <p:ph type="body" sz="quarter" idx="14" hasCustomPrompt="1"/>
          </p:nvPr>
        </p:nvSpPr>
        <p:spPr>
          <a:xfrm>
            <a:off x="210013" y="2859258"/>
            <a:ext cx="1199996" cy="319999"/>
          </a:xfrm>
          <a:solidFill>
            <a:schemeClr val="bg2"/>
          </a:solidFill>
        </p:spPr>
        <p:txBody>
          <a:bodyPr/>
          <a:lstStyle>
            <a:lvl1pPr marL="0" indent="0" algn="r">
              <a:buNone/>
              <a:defRPr>
                <a:solidFill>
                  <a:schemeClr val="bg1"/>
                </a:solidFill>
              </a:defRPr>
            </a:lvl1pPr>
          </a:lstStyle>
          <a:p>
            <a:pPr lvl="0"/>
            <a:r>
              <a:rPr lang="de-DE" dirty="0"/>
              <a:t>Text hinzufügen</a:t>
            </a:r>
          </a:p>
        </p:txBody>
      </p:sp>
      <p:sp>
        <p:nvSpPr>
          <p:cNvPr id="59" name="Textplatzhalter 56">
            <a:extLst>
              <a:ext uri="{FF2B5EF4-FFF2-40B4-BE49-F238E27FC236}">
                <a16:creationId xmlns:a16="http://schemas.microsoft.com/office/drawing/2014/main" id="{8CECAF3D-FC1F-AE50-F1DE-B2A983DC9E43}"/>
              </a:ext>
            </a:extLst>
          </p:cNvPr>
          <p:cNvSpPr>
            <a:spLocks noGrp="1"/>
          </p:cNvSpPr>
          <p:nvPr>
            <p:ph type="body" sz="quarter" idx="15" hasCustomPrompt="1"/>
          </p:nvPr>
        </p:nvSpPr>
        <p:spPr>
          <a:xfrm>
            <a:off x="210013" y="3501014"/>
            <a:ext cx="1199996" cy="319999"/>
          </a:xfrm>
          <a:solidFill>
            <a:schemeClr val="bg2"/>
          </a:solidFill>
        </p:spPr>
        <p:txBody>
          <a:bodyPr/>
          <a:lstStyle>
            <a:lvl1pPr marL="0" indent="0" algn="r">
              <a:buNone/>
              <a:defRPr>
                <a:solidFill>
                  <a:schemeClr val="bg1"/>
                </a:solidFill>
              </a:defRPr>
            </a:lvl1pPr>
          </a:lstStyle>
          <a:p>
            <a:pPr lvl="0"/>
            <a:r>
              <a:rPr lang="de-DE" dirty="0"/>
              <a:t>Text hinzufügen</a:t>
            </a:r>
          </a:p>
        </p:txBody>
      </p:sp>
      <p:sp>
        <p:nvSpPr>
          <p:cNvPr id="60" name="Textplatzhalter 56">
            <a:extLst>
              <a:ext uri="{FF2B5EF4-FFF2-40B4-BE49-F238E27FC236}">
                <a16:creationId xmlns:a16="http://schemas.microsoft.com/office/drawing/2014/main" id="{BCE6E190-BA0F-0F65-5CF2-8567CB660520}"/>
              </a:ext>
            </a:extLst>
          </p:cNvPr>
          <p:cNvSpPr>
            <a:spLocks noGrp="1"/>
          </p:cNvSpPr>
          <p:nvPr>
            <p:ph type="body" sz="quarter" idx="16" hasCustomPrompt="1"/>
          </p:nvPr>
        </p:nvSpPr>
        <p:spPr>
          <a:xfrm>
            <a:off x="210013" y="4137496"/>
            <a:ext cx="1199996" cy="319999"/>
          </a:xfrm>
          <a:solidFill>
            <a:schemeClr val="bg2"/>
          </a:solidFill>
        </p:spPr>
        <p:txBody>
          <a:bodyPr/>
          <a:lstStyle>
            <a:lvl1pPr marL="0" indent="0" algn="r">
              <a:buNone/>
              <a:defRPr>
                <a:solidFill>
                  <a:schemeClr val="bg1"/>
                </a:solidFill>
              </a:defRPr>
            </a:lvl1pPr>
          </a:lstStyle>
          <a:p>
            <a:pPr lvl="0"/>
            <a:r>
              <a:rPr lang="de-DE" dirty="0"/>
              <a:t>Text hinzufügen</a:t>
            </a:r>
          </a:p>
        </p:txBody>
      </p:sp>
      <p:sp>
        <p:nvSpPr>
          <p:cNvPr id="61" name="Textplatzhalter 56">
            <a:extLst>
              <a:ext uri="{FF2B5EF4-FFF2-40B4-BE49-F238E27FC236}">
                <a16:creationId xmlns:a16="http://schemas.microsoft.com/office/drawing/2014/main" id="{987BB422-3187-8F9D-C8EB-F8B995FD2373}"/>
              </a:ext>
            </a:extLst>
          </p:cNvPr>
          <p:cNvSpPr>
            <a:spLocks noGrp="1"/>
          </p:cNvSpPr>
          <p:nvPr>
            <p:ph type="body" sz="quarter" idx="17" hasCustomPrompt="1"/>
          </p:nvPr>
        </p:nvSpPr>
        <p:spPr>
          <a:xfrm>
            <a:off x="210013" y="4777494"/>
            <a:ext cx="1199996" cy="319999"/>
          </a:xfrm>
          <a:solidFill>
            <a:schemeClr val="bg2"/>
          </a:solidFill>
        </p:spPr>
        <p:txBody>
          <a:bodyPr/>
          <a:lstStyle>
            <a:lvl1pPr marL="0" indent="0" algn="r">
              <a:buNone/>
              <a:defRPr>
                <a:solidFill>
                  <a:schemeClr val="bg1"/>
                </a:solidFill>
              </a:defRPr>
            </a:lvl1pPr>
          </a:lstStyle>
          <a:p>
            <a:pPr lvl="0"/>
            <a:r>
              <a:rPr lang="de-DE" dirty="0"/>
              <a:t>Text hinzufügen</a:t>
            </a:r>
          </a:p>
        </p:txBody>
      </p:sp>
      <p:sp>
        <p:nvSpPr>
          <p:cNvPr id="62" name="Textplatzhalter 56">
            <a:extLst>
              <a:ext uri="{FF2B5EF4-FFF2-40B4-BE49-F238E27FC236}">
                <a16:creationId xmlns:a16="http://schemas.microsoft.com/office/drawing/2014/main" id="{C25299A4-2C65-3BCF-4FB1-6DC85B6F1043}"/>
              </a:ext>
            </a:extLst>
          </p:cNvPr>
          <p:cNvSpPr>
            <a:spLocks noGrp="1"/>
          </p:cNvSpPr>
          <p:nvPr>
            <p:ph type="body" sz="quarter" idx="18" hasCustomPrompt="1"/>
          </p:nvPr>
        </p:nvSpPr>
        <p:spPr>
          <a:xfrm>
            <a:off x="3090003" y="2217503"/>
            <a:ext cx="1199996" cy="319999"/>
          </a:xfrm>
          <a:solidFill>
            <a:schemeClr val="bg2"/>
          </a:solidFill>
        </p:spPr>
        <p:txBody>
          <a:bodyPr/>
          <a:lstStyle>
            <a:lvl1pPr marL="0" indent="0" algn="ctr">
              <a:buNone/>
              <a:defRPr>
                <a:solidFill>
                  <a:schemeClr val="bg1"/>
                </a:solidFill>
              </a:defRPr>
            </a:lvl1pPr>
          </a:lstStyle>
          <a:p>
            <a:pPr lvl="0"/>
            <a:r>
              <a:rPr lang="de-DE" dirty="0"/>
              <a:t>Text hinzufügen</a:t>
            </a:r>
          </a:p>
        </p:txBody>
      </p:sp>
      <p:sp>
        <p:nvSpPr>
          <p:cNvPr id="63" name="Textplatzhalter 56">
            <a:extLst>
              <a:ext uri="{FF2B5EF4-FFF2-40B4-BE49-F238E27FC236}">
                <a16:creationId xmlns:a16="http://schemas.microsoft.com/office/drawing/2014/main" id="{61D3E0DC-417E-0FC1-6E40-C64686095C02}"/>
              </a:ext>
            </a:extLst>
          </p:cNvPr>
          <p:cNvSpPr>
            <a:spLocks noGrp="1"/>
          </p:cNvSpPr>
          <p:nvPr>
            <p:ph type="body" sz="quarter" idx="19" hasCustomPrompt="1"/>
          </p:nvPr>
        </p:nvSpPr>
        <p:spPr>
          <a:xfrm>
            <a:off x="4529998" y="2217503"/>
            <a:ext cx="1199996" cy="319999"/>
          </a:xfrm>
          <a:solidFill>
            <a:schemeClr val="bg2"/>
          </a:solidFill>
        </p:spPr>
        <p:txBody>
          <a:bodyPr/>
          <a:lstStyle>
            <a:lvl1pPr marL="0" indent="0" algn="ctr">
              <a:buNone/>
              <a:defRPr>
                <a:solidFill>
                  <a:schemeClr val="bg1"/>
                </a:solidFill>
              </a:defRPr>
            </a:lvl1pPr>
          </a:lstStyle>
          <a:p>
            <a:pPr lvl="0"/>
            <a:r>
              <a:rPr lang="de-DE" dirty="0"/>
              <a:t>Text hinzufügen</a:t>
            </a:r>
          </a:p>
        </p:txBody>
      </p:sp>
      <p:sp>
        <p:nvSpPr>
          <p:cNvPr id="64" name="Textplatzhalter 56">
            <a:extLst>
              <a:ext uri="{FF2B5EF4-FFF2-40B4-BE49-F238E27FC236}">
                <a16:creationId xmlns:a16="http://schemas.microsoft.com/office/drawing/2014/main" id="{7EE710AC-BDB0-729D-6E23-8FC6D3E8D8B7}"/>
              </a:ext>
            </a:extLst>
          </p:cNvPr>
          <p:cNvSpPr>
            <a:spLocks noGrp="1"/>
          </p:cNvSpPr>
          <p:nvPr>
            <p:ph type="body" sz="quarter" idx="20" hasCustomPrompt="1"/>
          </p:nvPr>
        </p:nvSpPr>
        <p:spPr>
          <a:xfrm>
            <a:off x="1650008" y="2857501"/>
            <a:ext cx="1199996" cy="319999"/>
          </a:xfrm>
          <a:solidFill>
            <a:schemeClr val="accent1"/>
          </a:solidFill>
        </p:spPr>
        <p:txBody>
          <a:bodyPr/>
          <a:lstStyle>
            <a:lvl1pPr marL="0" indent="0" algn="ctr">
              <a:buNone/>
              <a:defRPr>
                <a:solidFill>
                  <a:schemeClr val="bg1"/>
                </a:solidFill>
              </a:defRPr>
            </a:lvl1pPr>
          </a:lstStyle>
          <a:p>
            <a:pPr lvl="0"/>
            <a:r>
              <a:rPr lang="de-DE" dirty="0"/>
              <a:t>Text hinzufügen</a:t>
            </a:r>
          </a:p>
        </p:txBody>
      </p:sp>
      <p:sp>
        <p:nvSpPr>
          <p:cNvPr id="65" name="Textplatzhalter 56">
            <a:extLst>
              <a:ext uri="{FF2B5EF4-FFF2-40B4-BE49-F238E27FC236}">
                <a16:creationId xmlns:a16="http://schemas.microsoft.com/office/drawing/2014/main" id="{1AA351BE-748F-0916-E9A6-3BC70FDE9712}"/>
              </a:ext>
            </a:extLst>
          </p:cNvPr>
          <p:cNvSpPr>
            <a:spLocks noGrp="1"/>
          </p:cNvSpPr>
          <p:nvPr>
            <p:ph type="body" sz="quarter" idx="21" hasCustomPrompt="1"/>
          </p:nvPr>
        </p:nvSpPr>
        <p:spPr>
          <a:xfrm>
            <a:off x="1650008" y="3497498"/>
            <a:ext cx="1199996" cy="319999"/>
          </a:xfrm>
          <a:solidFill>
            <a:schemeClr val="accent1"/>
          </a:solidFill>
        </p:spPr>
        <p:txBody>
          <a:bodyPr/>
          <a:lstStyle>
            <a:lvl1pPr marL="0" indent="0" algn="ctr">
              <a:buNone/>
              <a:defRPr>
                <a:solidFill>
                  <a:schemeClr val="bg1"/>
                </a:solidFill>
              </a:defRPr>
            </a:lvl1pPr>
          </a:lstStyle>
          <a:p>
            <a:pPr lvl="0"/>
            <a:r>
              <a:rPr lang="de-DE" dirty="0"/>
              <a:t>Text hinzufügen</a:t>
            </a:r>
          </a:p>
        </p:txBody>
      </p:sp>
      <p:sp>
        <p:nvSpPr>
          <p:cNvPr id="66" name="Textplatzhalter 56">
            <a:extLst>
              <a:ext uri="{FF2B5EF4-FFF2-40B4-BE49-F238E27FC236}">
                <a16:creationId xmlns:a16="http://schemas.microsoft.com/office/drawing/2014/main" id="{43865834-93D8-378B-E210-E652175CB620}"/>
              </a:ext>
            </a:extLst>
          </p:cNvPr>
          <p:cNvSpPr>
            <a:spLocks noGrp="1"/>
          </p:cNvSpPr>
          <p:nvPr>
            <p:ph type="body" sz="quarter" idx="22" hasCustomPrompt="1"/>
          </p:nvPr>
        </p:nvSpPr>
        <p:spPr>
          <a:xfrm>
            <a:off x="1650008" y="4137496"/>
            <a:ext cx="1199996" cy="319999"/>
          </a:xfrm>
          <a:solidFill>
            <a:schemeClr val="accent1"/>
          </a:solidFill>
        </p:spPr>
        <p:txBody>
          <a:bodyPr/>
          <a:lstStyle>
            <a:lvl1pPr marL="0" indent="0" algn="ctr">
              <a:buNone/>
              <a:defRPr>
                <a:solidFill>
                  <a:schemeClr val="bg1"/>
                </a:solidFill>
              </a:defRPr>
            </a:lvl1pPr>
          </a:lstStyle>
          <a:p>
            <a:pPr lvl="0"/>
            <a:r>
              <a:rPr lang="de-DE" dirty="0"/>
              <a:t>Text hinzufügen</a:t>
            </a:r>
          </a:p>
        </p:txBody>
      </p:sp>
      <p:sp>
        <p:nvSpPr>
          <p:cNvPr id="67" name="Textplatzhalter 56">
            <a:extLst>
              <a:ext uri="{FF2B5EF4-FFF2-40B4-BE49-F238E27FC236}">
                <a16:creationId xmlns:a16="http://schemas.microsoft.com/office/drawing/2014/main" id="{37442B59-DEE6-E355-3F69-27C8674A4A58}"/>
              </a:ext>
            </a:extLst>
          </p:cNvPr>
          <p:cNvSpPr>
            <a:spLocks noGrp="1"/>
          </p:cNvSpPr>
          <p:nvPr>
            <p:ph type="body" sz="quarter" idx="23" hasCustomPrompt="1"/>
          </p:nvPr>
        </p:nvSpPr>
        <p:spPr>
          <a:xfrm>
            <a:off x="1650008" y="4777494"/>
            <a:ext cx="1199996" cy="319999"/>
          </a:xfrm>
          <a:solidFill>
            <a:schemeClr val="accent1"/>
          </a:solidFill>
        </p:spPr>
        <p:txBody>
          <a:bodyPr/>
          <a:lstStyle>
            <a:lvl1pPr marL="0" indent="0" algn="ctr">
              <a:buNone/>
              <a:defRPr>
                <a:solidFill>
                  <a:schemeClr val="bg1"/>
                </a:solidFill>
              </a:defRPr>
            </a:lvl1pPr>
          </a:lstStyle>
          <a:p>
            <a:pPr lvl="0"/>
            <a:r>
              <a:rPr lang="de-DE" dirty="0"/>
              <a:t>Text hinzufügen</a:t>
            </a:r>
          </a:p>
        </p:txBody>
      </p:sp>
      <p:sp>
        <p:nvSpPr>
          <p:cNvPr id="68" name="Textplatzhalter 56">
            <a:extLst>
              <a:ext uri="{FF2B5EF4-FFF2-40B4-BE49-F238E27FC236}">
                <a16:creationId xmlns:a16="http://schemas.microsoft.com/office/drawing/2014/main" id="{35420F5A-9F58-4D0F-7674-82A90B29CF48}"/>
              </a:ext>
            </a:extLst>
          </p:cNvPr>
          <p:cNvSpPr>
            <a:spLocks noGrp="1"/>
          </p:cNvSpPr>
          <p:nvPr>
            <p:ph type="body" sz="quarter" idx="24" hasCustomPrompt="1"/>
          </p:nvPr>
        </p:nvSpPr>
        <p:spPr>
          <a:xfrm>
            <a:off x="3090003" y="2857501"/>
            <a:ext cx="1199996" cy="319999"/>
          </a:xfrm>
          <a:solidFill>
            <a:schemeClr val="accent1"/>
          </a:solidFill>
        </p:spPr>
        <p:txBody>
          <a:bodyPr/>
          <a:lstStyle>
            <a:lvl1pPr marL="0" indent="0" algn="ctr">
              <a:buNone/>
              <a:defRPr>
                <a:solidFill>
                  <a:schemeClr val="bg1"/>
                </a:solidFill>
              </a:defRPr>
            </a:lvl1pPr>
          </a:lstStyle>
          <a:p>
            <a:pPr lvl="0"/>
            <a:r>
              <a:rPr lang="de-DE" dirty="0"/>
              <a:t>Text hinzufügen</a:t>
            </a:r>
          </a:p>
        </p:txBody>
      </p:sp>
      <p:sp>
        <p:nvSpPr>
          <p:cNvPr id="69" name="Textplatzhalter 56">
            <a:extLst>
              <a:ext uri="{FF2B5EF4-FFF2-40B4-BE49-F238E27FC236}">
                <a16:creationId xmlns:a16="http://schemas.microsoft.com/office/drawing/2014/main" id="{0EA44C2A-E51C-3E0B-5025-4337706DAD29}"/>
              </a:ext>
            </a:extLst>
          </p:cNvPr>
          <p:cNvSpPr>
            <a:spLocks noGrp="1"/>
          </p:cNvSpPr>
          <p:nvPr>
            <p:ph type="body" sz="quarter" idx="25" hasCustomPrompt="1"/>
          </p:nvPr>
        </p:nvSpPr>
        <p:spPr>
          <a:xfrm>
            <a:off x="3090003" y="3497498"/>
            <a:ext cx="1199996" cy="319999"/>
          </a:xfrm>
          <a:solidFill>
            <a:schemeClr val="accent1"/>
          </a:solidFill>
        </p:spPr>
        <p:txBody>
          <a:bodyPr/>
          <a:lstStyle>
            <a:lvl1pPr marL="0" indent="0" algn="ctr">
              <a:buNone/>
              <a:defRPr>
                <a:solidFill>
                  <a:schemeClr val="bg1"/>
                </a:solidFill>
              </a:defRPr>
            </a:lvl1pPr>
          </a:lstStyle>
          <a:p>
            <a:pPr lvl="0"/>
            <a:r>
              <a:rPr lang="de-DE" dirty="0"/>
              <a:t>Text hinzufügen</a:t>
            </a:r>
          </a:p>
        </p:txBody>
      </p:sp>
      <p:sp>
        <p:nvSpPr>
          <p:cNvPr id="70" name="Textplatzhalter 56">
            <a:extLst>
              <a:ext uri="{FF2B5EF4-FFF2-40B4-BE49-F238E27FC236}">
                <a16:creationId xmlns:a16="http://schemas.microsoft.com/office/drawing/2014/main" id="{BACCF884-15F2-F61D-1E32-B3A03942FA71}"/>
              </a:ext>
            </a:extLst>
          </p:cNvPr>
          <p:cNvSpPr>
            <a:spLocks noGrp="1"/>
          </p:cNvSpPr>
          <p:nvPr>
            <p:ph type="body" sz="quarter" idx="26" hasCustomPrompt="1"/>
          </p:nvPr>
        </p:nvSpPr>
        <p:spPr>
          <a:xfrm>
            <a:off x="3090003" y="4137496"/>
            <a:ext cx="1199996" cy="319999"/>
          </a:xfrm>
          <a:solidFill>
            <a:schemeClr val="accent1"/>
          </a:solidFill>
        </p:spPr>
        <p:txBody>
          <a:bodyPr/>
          <a:lstStyle>
            <a:lvl1pPr marL="0" indent="0" algn="ctr">
              <a:buNone/>
              <a:defRPr>
                <a:solidFill>
                  <a:schemeClr val="bg1"/>
                </a:solidFill>
              </a:defRPr>
            </a:lvl1pPr>
          </a:lstStyle>
          <a:p>
            <a:pPr lvl="0"/>
            <a:r>
              <a:rPr lang="de-DE" dirty="0"/>
              <a:t>Text hinzufügen</a:t>
            </a:r>
          </a:p>
        </p:txBody>
      </p:sp>
      <p:sp>
        <p:nvSpPr>
          <p:cNvPr id="71" name="Textplatzhalter 56">
            <a:extLst>
              <a:ext uri="{FF2B5EF4-FFF2-40B4-BE49-F238E27FC236}">
                <a16:creationId xmlns:a16="http://schemas.microsoft.com/office/drawing/2014/main" id="{2F6B73E3-D07C-AABB-9C04-A06878450402}"/>
              </a:ext>
            </a:extLst>
          </p:cNvPr>
          <p:cNvSpPr>
            <a:spLocks noGrp="1"/>
          </p:cNvSpPr>
          <p:nvPr>
            <p:ph type="body" sz="quarter" idx="27" hasCustomPrompt="1"/>
          </p:nvPr>
        </p:nvSpPr>
        <p:spPr>
          <a:xfrm>
            <a:off x="3090003" y="4777494"/>
            <a:ext cx="1199996" cy="319999"/>
          </a:xfrm>
          <a:solidFill>
            <a:schemeClr val="accent1"/>
          </a:solidFill>
        </p:spPr>
        <p:txBody>
          <a:bodyPr/>
          <a:lstStyle>
            <a:lvl1pPr marL="0" indent="0" algn="ctr">
              <a:buNone/>
              <a:defRPr>
                <a:solidFill>
                  <a:schemeClr val="bg1"/>
                </a:solidFill>
              </a:defRPr>
            </a:lvl1pPr>
          </a:lstStyle>
          <a:p>
            <a:pPr lvl="0"/>
            <a:r>
              <a:rPr lang="de-DE" dirty="0"/>
              <a:t>Text hinzufügen</a:t>
            </a:r>
          </a:p>
        </p:txBody>
      </p:sp>
      <p:sp>
        <p:nvSpPr>
          <p:cNvPr id="72" name="Textplatzhalter 56">
            <a:extLst>
              <a:ext uri="{FF2B5EF4-FFF2-40B4-BE49-F238E27FC236}">
                <a16:creationId xmlns:a16="http://schemas.microsoft.com/office/drawing/2014/main" id="{6BB0F199-7DA8-26F1-54D1-E5ED196E8145}"/>
              </a:ext>
            </a:extLst>
          </p:cNvPr>
          <p:cNvSpPr>
            <a:spLocks noGrp="1"/>
          </p:cNvSpPr>
          <p:nvPr>
            <p:ph type="body" sz="quarter" idx="28" hasCustomPrompt="1"/>
          </p:nvPr>
        </p:nvSpPr>
        <p:spPr>
          <a:xfrm>
            <a:off x="4529998" y="2857501"/>
            <a:ext cx="1199996" cy="319999"/>
          </a:xfrm>
          <a:solidFill>
            <a:schemeClr val="accent1"/>
          </a:solidFill>
        </p:spPr>
        <p:txBody>
          <a:bodyPr/>
          <a:lstStyle>
            <a:lvl1pPr marL="0" indent="0" algn="ctr">
              <a:buNone/>
              <a:defRPr>
                <a:solidFill>
                  <a:schemeClr val="bg1"/>
                </a:solidFill>
              </a:defRPr>
            </a:lvl1pPr>
          </a:lstStyle>
          <a:p>
            <a:pPr lvl="0"/>
            <a:r>
              <a:rPr lang="de-DE" dirty="0"/>
              <a:t>Text hinzufügen</a:t>
            </a:r>
          </a:p>
        </p:txBody>
      </p:sp>
      <p:sp>
        <p:nvSpPr>
          <p:cNvPr id="73" name="Textplatzhalter 56">
            <a:extLst>
              <a:ext uri="{FF2B5EF4-FFF2-40B4-BE49-F238E27FC236}">
                <a16:creationId xmlns:a16="http://schemas.microsoft.com/office/drawing/2014/main" id="{456619BE-A23F-19FB-148B-D2374754E6E9}"/>
              </a:ext>
            </a:extLst>
          </p:cNvPr>
          <p:cNvSpPr>
            <a:spLocks noGrp="1"/>
          </p:cNvSpPr>
          <p:nvPr>
            <p:ph type="body" sz="quarter" idx="29" hasCustomPrompt="1"/>
          </p:nvPr>
        </p:nvSpPr>
        <p:spPr>
          <a:xfrm>
            <a:off x="4529998" y="3497498"/>
            <a:ext cx="1199996" cy="319999"/>
          </a:xfrm>
          <a:solidFill>
            <a:schemeClr val="accent1"/>
          </a:solidFill>
        </p:spPr>
        <p:txBody>
          <a:bodyPr/>
          <a:lstStyle>
            <a:lvl1pPr marL="0" indent="0" algn="ctr">
              <a:buNone/>
              <a:defRPr>
                <a:solidFill>
                  <a:schemeClr val="bg1"/>
                </a:solidFill>
              </a:defRPr>
            </a:lvl1pPr>
          </a:lstStyle>
          <a:p>
            <a:pPr lvl="0"/>
            <a:r>
              <a:rPr lang="de-DE" dirty="0"/>
              <a:t>Text hinzufügen</a:t>
            </a:r>
          </a:p>
        </p:txBody>
      </p:sp>
      <p:sp>
        <p:nvSpPr>
          <p:cNvPr id="74" name="Textplatzhalter 56">
            <a:extLst>
              <a:ext uri="{FF2B5EF4-FFF2-40B4-BE49-F238E27FC236}">
                <a16:creationId xmlns:a16="http://schemas.microsoft.com/office/drawing/2014/main" id="{46CA2691-43B3-1DE9-FE82-FDB5D8192B67}"/>
              </a:ext>
            </a:extLst>
          </p:cNvPr>
          <p:cNvSpPr>
            <a:spLocks noGrp="1"/>
          </p:cNvSpPr>
          <p:nvPr>
            <p:ph type="body" sz="quarter" idx="30" hasCustomPrompt="1"/>
          </p:nvPr>
        </p:nvSpPr>
        <p:spPr>
          <a:xfrm>
            <a:off x="4529998" y="4137496"/>
            <a:ext cx="1199996" cy="319999"/>
          </a:xfrm>
          <a:solidFill>
            <a:schemeClr val="accent1"/>
          </a:solidFill>
        </p:spPr>
        <p:txBody>
          <a:bodyPr/>
          <a:lstStyle>
            <a:lvl1pPr marL="0" indent="0" algn="ctr">
              <a:buNone/>
              <a:defRPr>
                <a:solidFill>
                  <a:schemeClr val="bg1"/>
                </a:solidFill>
              </a:defRPr>
            </a:lvl1pPr>
          </a:lstStyle>
          <a:p>
            <a:pPr lvl="0"/>
            <a:r>
              <a:rPr lang="de-DE" dirty="0"/>
              <a:t>Text hinzufügen</a:t>
            </a:r>
          </a:p>
        </p:txBody>
      </p:sp>
      <p:sp>
        <p:nvSpPr>
          <p:cNvPr id="75" name="Textplatzhalter 56">
            <a:extLst>
              <a:ext uri="{FF2B5EF4-FFF2-40B4-BE49-F238E27FC236}">
                <a16:creationId xmlns:a16="http://schemas.microsoft.com/office/drawing/2014/main" id="{9FD401A1-03CD-DF7F-0278-0001BCDCECAB}"/>
              </a:ext>
            </a:extLst>
          </p:cNvPr>
          <p:cNvSpPr>
            <a:spLocks noGrp="1"/>
          </p:cNvSpPr>
          <p:nvPr>
            <p:ph type="body" sz="quarter" idx="31" hasCustomPrompt="1"/>
          </p:nvPr>
        </p:nvSpPr>
        <p:spPr>
          <a:xfrm>
            <a:off x="4529998" y="4777494"/>
            <a:ext cx="1199996" cy="319999"/>
          </a:xfrm>
          <a:solidFill>
            <a:schemeClr val="accent1"/>
          </a:solidFill>
        </p:spPr>
        <p:txBody>
          <a:bodyPr/>
          <a:lstStyle>
            <a:lvl1pPr marL="0" indent="0" algn="ctr">
              <a:buNone/>
              <a:defRPr>
                <a:solidFill>
                  <a:schemeClr val="bg1"/>
                </a:solidFill>
              </a:defRPr>
            </a:lvl1pPr>
          </a:lstStyle>
          <a:p>
            <a:pPr lvl="0"/>
            <a:r>
              <a:rPr lang="de-DE" dirty="0"/>
              <a:t>Text hinzufügen</a:t>
            </a:r>
          </a:p>
        </p:txBody>
      </p:sp>
      <p:sp>
        <p:nvSpPr>
          <p:cNvPr id="76" name="Textplatzhalter 56">
            <a:extLst>
              <a:ext uri="{FF2B5EF4-FFF2-40B4-BE49-F238E27FC236}">
                <a16:creationId xmlns:a16="http://schemas.microsoft.com/office/drawing/2014/main" id="{544BF8F2-ECC9-655F-E958-045E9E4CD14B}"/>
              </a:ext>
            </a:extLst>
          </p:cNvPr>
          <p:cNvSpPr>
            <a:spLocks noGrp="1"/>
          </p:cNvSpPr>
          <p:nvPr>
            <p:ph type="body" sz="quarter" idx="32" hasCustomPrompt="1"/>
          </p:nvPr>
        </p:nvSpPr>
        <p:spPr>
          <a:xfrm>
            <a:off x="5969993" y="2217503"/>
            <a:ext cx="1199996" cy="319999"/>
          </a:xfrm>
          <a:solidFill>
            <a:schemeClr val="bg2"/>
          </a:solidFill>
        </p:spPr>
        <p:txBody>
          <a:bodyPr/>
          <a:lstStyle>
            <a:lvl1pPr marL="0" indent="0" algn="ctr">
              <a:buNone/>
              <a:defRPr>
                <a:solidFill>
                  <a:schemeClr val="bg1"/>
                </a:solidFill>
              </a:defRPr>
            </a:lvl1pPr>
          </a:lstStyle>
          <a:p>
            <a:pPr lvl="0"/>
            <a:r>
              <a:rPr lang="de-DE" dirty="0"/>
              <a:t>Text hinzufügen</a:t>
            </a:r>
          </a:p>
        </p:txBody>
      </p:sp>
      <p:sp>
        <p:nvSpPr>
          <p:cNvPr id="77" name="Textplatzhalter 56">
            <a:extLst>
              <a:ext uri="{FF2B5EF4-FFF2-40B4-BE49-F238E27FC236}">
                <a16:creationId xmlns:a16="http://schemas.microsoft.com/office/drawing/2014/main" id="{D3455909-1B12-9E74-7A59-54AD45C08E53}"/>
              </a:ext>
            </a:extLst>
          </p:cNvPr>
          <p:cNvSpPr>
            <a:spLocks noGrp="1"/>
          </p:cNvSpPr>
          <p:nvPr>
            <p:ph type="body" sz="quarter" idx="33" hasCustomPrompt="1"/>
          </p:nvPr>
        </p:nvSpPr>
        <p:spPr>
          <a:xfrm>
            <a:off x="5969993" y="2857501"/>
            <a:ext cx="1199996" cy="319999"/>
          </a:xfrm>
          <a:solidFill>
            <a:schemeClr val="accent1"/>
          </a:solidFill>
        </p:spPr>
        <p:txBody>
          <a:bodyPr/>
          <a:lstStyle>
            <a:lvl1pPr marL="0" indent="0" algn="ctr">
              <a:buNone/>
              <a:defRPr>
                <a:solidFill>
                  <a:schemeClr val="bg1"/>
                </a:solidFill>
              </a:defRPr>
            </a:lvl1pPr>
          </a:lstStyle>
          <a:p>
            <a:pPr lvl="0"/>
            <a:r>
              <a:rPr lang="de-DE" dirty="0"/>
              <a:t>Text hinzufügen</a:t>
            </a:r>
          </a:p>
        </p:txBody>
      </p:sp>
      <p:sp>
        <p:nvSpPr>
          <p:cNvPr id="78" name="Textplatzhalter 56">
            <a:extLst>
              <a:ext uri="{FF2B5EF4-FFF2-40B4-BE49-F238E27FC236}">
                <a16:creationId xmlns:a16="http://schemas.microsoft.com/office/drawing/2014/main" id="{EE368762-1DE7-953A-301C-44A04AE4BF45}"/>
              </a:ext>
            </a:extLst>
          </p:cNvPr>
          <p:cNvSpPr>
            <a:spLocks noGrp="1"/>
          </p:cNvSpPr>
          <p:nvPr>
            <p:ph type="body" sz="quarter" idx="34" hasCustomPrompt="1"/>
          </p:nvPr>
        </p:nvSpPr>
        <p:spPr>
          <a:xfrm>
            <a:off x="5969993" y="3497498"/>
            <a:ext cx="1199996" cy="319999"/>
          </a:xfrm>
          <a:solidFill>
            <a:schemeClr val="accent1"/>
          </a:solidFill>
        </p:spPr>
        <p:txBody>
          <a:bodyPr/>
          <a:lstStyle>
            <a:lvl1pPr marL="0" indent="0" algn="ctr">
              <a:buNone/>
              <a:defRPr>
                <a:solidFill>
                  <a:schemeClr val="bg1"/>
                </a:solidFill>
              </a:defRPr>
            </a:lvl1pPr>
          </a:lstStyle>
          <a:p>
            <a:pPr lvl="0"/>
            <a:r>
              <a:rPr lang="de-DE" dirty="0"/>
              <a:t>Text hinzufügen</a:t>
            </a:r>
          </a:p>
        </p:txBody>
      </p:sp>
      <p:sp>
        <p:nvSpPr>
          <p:cNvPr id="79" name="Textplatzhalter 56">
            <a:extLst>
              <a:ext uri="{FF2B5EF4-FFF2-40B4-BE49-F238E27FC236}">
                <a16:creationId xmlns:a16="http://schemas.microsoft.com/office/drawing/2014/main" id="{4D755671-B710-A6A5-673E-04A5A7601580}"/>
              </a:ext>
            </a:extLst>
          </p:cNvPr>
          <p:cNvSpPr>
            <a:spLocks noGrp="1"/>
          </p:cNvSpPr>
          <p:nvPr>
            <p:ph type="body" sz="quarter" idx="35" hasCustomPrompt="1"/>
          </p:nvPr>
        </p:nvSpPr>
        <p:spPr>
          <a:xfrm>
            <a:off x="5969993" y="4137496"/>
            <a:ext cx="1199996" cy="319999"/>
          </a:xfrm>
          <a:solidFill>
            <a:schemeClr val="accent1"/>
          </a:solidFill>
        </p:spPr>
        <p:txBody>
          <a:bodyPr/>
          <a:lstStyle>
            <a:lvl1pPr marL="0" indent="0" algn="ctr">
              <a:buNone/>
              <a:defRPr>
                <a:solidFill>
                  <a:schemeClr val="bg1"/>
                </a:solidFill>
              </a:defRPr>
            </a:lvl1pPr>
          </a:lstStyle>
          <a:p>
            <a:pPr lvl="0"/>
            <a:r>
              <a:rPr lang="de-DE" dirty="0"/>
              <a:t>Text hinzufügen</a:t>
            </a:r>
          </a:p>
        </p:txBody>
      </p:sp>
      <p:sp>
        <p:nvSpPr>
          <p:cNvPr id="80" name="Textplatzhalter 56">
            <a:extLst>
              <a:ext uri="{FF2B5EF4-FFF2-40B4-BE49-F238E27FC236}">
                <a16:creationId xmlns:a16="http://schemas.microsoft.com/office/drawing/2014/main" id="{CB3E617A-2ECF-5FF9-AFAD-CD03FA0A92C2}"/>
              </a:ext>
            </a:extLst>
          </p:cNvPr>
          <p:cNvSpPr>
            <a:spLocks noGrp="1"/>
          </p:cNvSpPr>
          <p:nvPr>
            <p:ph type="body" sz="quarter" idx="36" hasCustomPrompt="1"/>
          </p:nvPr>
        </p:nvSpPr>
        <p:spPr>
          <a:xfrm>
            <a:off x="5969993" y="4777494"/>
            <a:ext cx="1199996" cy="319999"/>
          </a:xfrm>
          <a:solidFill>
            <a:schemeClr val="accent1"/>
          </a:solidFill>
        </p:spPr>
        <p:txBody>
          <a:bodyPr/>
          <a:lstStyle>
            <a:lvl1pPr marL="0" indent="0" algn="ctr">
              <a:buNone/>
              <a:defRPr>
                <a:solidFill>
                  <a:schemeClr val="bg1"/>
                </a:solidFill>
              </a:defRPr>
            </a:lvl1pPr>
          </a:lstStyle>
          <a:p>
            <a:pPr lvl="0"/>
            <a:r>
              <a:rPr lang="de-DE" dirty="0"/>
              <a:t>Text hinzufügen</a:t>
            </a:r>
          </a:p>
        </p:txBody>
      </p:sp>
      <p:sp>
        <p:nvSpPr>
          <p:cNvPr id="2" name="Textplatzhalter 3">
            <a:extLst>
              <a:ext uri="{FF2B5EF4-FFF2-40B4-BE49-F238E27FC236}">
                <a16:creationId xmlns:a16="http://schemas.microsoft.com/office/drawing/2014/main" id="{588D04F2-A077-E310-D388-79CDD18EE2BB}"/>
              </a:ext>
            </a:extLst>
          </p:cNvPr>
          <p:cNvSpPr>
            <a:spLocks noGrp="1"/>
          </p:cNvSpPr>
          <p:nvPr>
            <p:ph type="body" sz="half" idx="2"/>
          </p:nvPr>
        </p:nvSpPr>
        <p:spPr>
          <a:xfrm>
            <a:off x="4050000" y="617508"/>
            <a:ext cx="2642989" cy="959997"/>
          </a:xfrm>
        </p:spPr>
        <p:txBody>
          <a:bodyPr>
            <a:normAutofit/>
          </a:bodyPr>
          <a:lstStyle>
            <a:lvl1pPr marL="238115" indent="-238115">
              <a:buFont typeface="Wingdings" panose="05000000000000000000" pitchFamily="2" charset="2"/>
              <a:buChar char="§"/>
              <a:defRPr sz="1167"/>
            </a:lvl1pPr>
            <a:lvl2pPr marL="380985" indent="0">
              <a:buNone/>
              <a:defRPr sz="1167"/>
            </a:lvl2pPr>
            <a:lvl3pPr marL="761970" indent="0">
              <a:buNone/>
              <a:defRPr sz="1000"/>
            </a:lvl3pPr>
            <a:lvl4pPr marL="1142954" indent="0">
              <a:buNone/>
              <a:defRPr sz="833"/>
            </a:lvl4pPr>
            <a:lvl5pPr marL="1523939" indent="0">
              <a:buNone/>
              <a:defRPr sz="833"/>
            </a:lvl5pPr>
            <a:lvl6pPr marL="1904924" indent="0">
              <a:buNone/>
              <a:defRPr sz="833"/>
            </a:lvl6pPr>
            <a:lvl7pPr marL="2285909" indent="0">
              <a:buNone/>
              <a:defRPr sz="833"/>
            </a:lvl7pPr>
            <a:lvl8pPr marL="2666893" indent="0">
              <a:buNone/>
              <a:defRPr sz="833"/>
            </a:lvl8pPr>
            <a:lvl9pPr marL="3047878" indent="0">
              <a:buNone/>
              <a:defRPr sz="833"/>
            </a:lvl9pPr>
          </a:lstStyle>
          <a:p>
            <a:pPr lvl="0"/>
            <a:r>
              <a:rPr lang="de-DE" dirty="0"/>
              <a:t>Mastertextformat bearbeiten</a:t>
            </a:r>
          </a:p>
        </p:txBody>
      </p:sp>
      <p:pic>
        <p:nvPicPr>
          <p:cNvPr id="4" name="Bild 8">
            <a:extLst>
              <a:ext uri="{FF2B5EF4-FFF2-40B4-BE49-F238E27FC236}">
                <a16:creationId xmlns:a16="http://schemas.microsoft.com/office/drawing/2014/main" id="{7E3D7C98-BAF1-C1BA-E81E-802124795E3D}"/>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6888000" y="320000"/>
            <a:ext cx="480000" cy="337348"/>
          </a:xfrm>
          <a:prstGeom prst="rect">
            <a:avLst/>
          </a:prstGeom>
        </p:spPr>
      </p:pic>
    </p:spTree>
    <p:extLst>
      <p:ext uri="{BB962C8B-B14F-4D97-AF65-F5344CB8AC3E}">
        <p14:creationId xmlns:p14="http://schemas.microsoft.com/office/powerpoint/2010/main" val="3778591367"/>
      </p:ext>
    </p:extLst>
  </p:cSld>
  <p:clrMapOvr>
    <a:masterClrMapping/>
  </p:clrMapOvr>
  <p:extLst>
    <p:ext uri="{DCECCB84-F9BA-43D5-87BE-67443E8EF086}">
      <p15:sldGuideLst xmlns:p15="http://schemas.microsoft.com/office/powerpoint/2012/main">
        <p15:guide id="1" orient="horz" pos="1620">
          <p15:clr>
            <a:srgbClr val="FBAE40"/>
          </p15:clr>
        </p15:guide>
        <p15:guide id="2" orient="horz" pos="35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Ansprechpartner-blau">
    <p:bg>
      <p:bgPr>
        <a:solidFill>
          <a:schemeClr val="bg2"/>
        </a:solidFill>
        <a:effectLst/>
      </p:bgPr>
    </p:bg>
    <p:spTree>
      <p:nvGrpSpPr>
        <p:cNvPr id="1" name=""/>
        <p:cNvGrpSpPr/>
        <p:nvPr/>
      </p:nvGrpSpPr>
      <p:grpSpPr>
        <a:xfrm>
          <a:off x="0" y="0"/>
          <a:ext cx="0" cy="0"/>
          <a:chOff x="0" y="0"/>
          <a:chExt cx="0" cy="0"/>
        </a:xfrm>
      </p:grpSpPr>
      <p:sp>
        <p:nvSpPr>
          <p:cNvPr id="29" name="Rechteck 28">
            <a:extLst>
              <a:ext uri="{FF2B5EF4-FFF2-40B4-BE49-F238E27FC236}">
                <a16:creationId xmlns:a16="http://schemas.microsoft.com/office/drawing/2014/main" id="{38E7A7DC-B1D3-0CAD-FC98-29AC51672D0B}"/>
              </a:ext>
            </a:extLst>
          </p:cNvPr>
          <p:cNvSpPr/>
          <p:nvPr userDrawn="1"/>
        </p:nvSpPr>
        <p:spPr>
          <a:xfrm>
            <a:off x="-6007" y="297509"/>
            <a:ext cx="3576008" cy="126400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sp>
        <p:nvSpPr>
          <p:cNvPr id="28" name="Rechteck 27">
            <a:extLst>
              <a:ext uri="{FF2B5EF4-FFF2-40B4-BE49-F238E27FC236}">
                <a16:creationId xmlns:a16="http://schemas.microsoft.com/office/drawing/2014/main" id="{D2068184-5886-A090-B270-FF7E230BBE4F}"/>
              </a:ext>
            </a:extLst>
          </p:cNvPr>
          <p:cNvSpPr/>
          <p:nvPr userDrawn="1"/>
        </p:nvSpPr>
        <p:spPr>
          <a:xfrm>
            <a:off x="-6007" y="5401504"/>
            <a:ext cx="7626007" cy="3134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dirty="0"/>
          </a:p>
        </p:txBody>
      </p:sp>
      <p:sp>
        <p:nvSpPr>
          <p:cNvPr id="3" name="Fußzeilenplatzhalter 2">
            <a:extLst>
              <a:ext uri="{FF2B5EF4-FFF2-40B4-BE49-F238E27FC236}">
                <a16:creationId xmlns:a16="http://schemas.microsoft.com/office/drawing/2014/main" id="{C614F232-6FAD-4474-8BDB-2097FB17BD03}"/>
              </a:ext>
            </a:extLst>
          </p:cNvPr>
          <p:cNvSpPr>
            <a:spLocks noGrp="1"/>
          </p:cNvSpPr>
          <p:nvPr>
            <p:ph type="ftr" sz="quarter" idx="10"/>
          </p:nvPr>
        </p:nvSpPr>
        <p:spPr/>
        <p:txBody>
          <a:bodyPr/>
          <a:lstStyle>
            <a:lvl1pPr>
              <a:defRPr>
                <a:solidFill>
                  <a:schemeClr val="bg2"/>
                </a:solidFill>
              </a:defRPr>
            </a:lvl1pPr>
          </a:lstStyle>
          <a:p>
            <a:r>
              <a:rPr lang="de-DE"/>
              <a:t>TUM School of Computation, Information and Technology | Technische Universität München</a:t>
            </a:r>
            <a:endParaRPr lang="de-DE" dirty="0"/>
          </a:p>
        </p:txBody>
      </p:sp>
      <p:sp>
        <p:nvSpPr>
          <p:cNvPr id="4" name="Foliennummernplatzhalter 3">
            <a:extLst>
              <a:ext uri="{FF2B5EF4-FFF2-40B4-BE49-F238E27FC236}">
                <a16:creationId xmlns:a16="http://schemas.microsoft.com/office/drawing/2014/main" id="{E5DC8796-6A29-4E8E-8718-B59E8719064B}"/>
              </a:ext>
            </a:extLst>
          </p:cNvPr>
          <p:cNvSpPr>
            <a:spLocks noGrp="1"/>
          </p:cNvSpPr>
          <p:nvPr>
            <p:ph type="sldNum" sz="quarter" idx="11"/>
          </p:nvPr>
        </p:nvSpPr>
        <p:spPr/>
        <p:txBody>
          <a:bodyPr/>
          <a:lstStyle>
            <a:lvl1pPr>
              <a:defRPr>
                <a:solidFill>
                  <a:schemeClr val="bg2"/>
                </a:solidFill>
              </a:defRPr>
            </a:lvl1pPr>
          </a:lstStyle>
          <a:p>
            <a:fld id="{7BC6339C-EBB9-4F99-9F6F-F0910A22596F}" type="slidenum">
              <a:rPr lang="de-DE" smtClean="0"/>
              <a:pPr/>
              <a:t>‹#›</a:t>
            </a:fld>
            <a:endParaRPr lang="de-DE" dirty="0"/>
          </a:p>
        </p:txBody>
      </p:sp>
      <p:sp>
        <p:nvSpPr>
          <p:cNvPr id="13" name="Bildplatzhalter 5">
            <a:extLst>
              <a:ext uri="{FF2B5EF4-FFF2-40B4-BE49-F238E27FC236}">
                <a16:creationId xmlns:a16="http://schemas.microsoft.com/office/drawing/2014/main" id="{05ED697F-890B-3D59-6A03-D33C2A85FA1D}"/>
              </a:ext>
            </a:extLst>
          </p:cNvPr>
          <p:cNvSpPr>
            <a:spLocks noGrp="1"/>
          </p:cNvSpPr>
          <p:nvPr>
            <p:ph type="pic" sz="quarter" idx="16" hasCustomPrompt="1"/>
          </p:nvPr>
        </p:nvSpPr>
        <p:spPr>
          <a:xfrm>
            <a:off x="450011" y="2537502"/>
            <a:ext cx="479998" cy="959997"/>
          </a:xfrm>
        </p:spPr>
        <p:txBody>
          <a:bodyPr/>
          <a:lstStyle>
            <a:lvl1pPr marL="0" indent="0">
              <a:buNone/>
              <a:defRPr>
                <a:solidFill>
                  <a:schemeClr val="bg1"/>
                </a:solidFill>
              </a:defRPr>
            </a:lvl1pPr>
          </a:lstStyle>
          <a:p>
            <a:r>
              <a:rPr lang="de-DE" dirty="0"/>
              <a:t>Bild hinzufügen</a:t>
            </a:r>
          </a:p>
        </p:txBody>
      </p:sp>
      <p:sp>
        <p:nvSpPr>
          <p:cNvPr id="14" name="Textplatzhalter 10">
            <a:extLst>
              <a:ext uri="{FF2B5EF4-FFF2-40B4-BE49-F238E27FC236}">
                <a16:creationId xmlns:a16="http://schemas.microsoft.com/office/drawing/2014/main" id="{1967B504-9D9F-FBC0-30A7-E8BB0165F560}"/>
              </a:ext>
            </a:extLst>
          </p:cNvPr>
          <p:cNvSpPr>
            <a:spLocks noGrp="1"/>
          </p:cNvSpPr>
          <p:nvPr>
            <p:ph type="body" sz="quarter" idx="17" hasCustomPrompt="1"/>
          </p:nvPr>
        </p:nvSpPr>
        <p:spPr>
          <a:xfrm>
            <a:off x="1170009" y="2537502"/>
            <a:ext cx="2399993" cy="321028"/>
          </a:xfrm>
        </p:spPr>
        <p:txBody>
          <a:bodyPr/>
          <a:lstStyle>
            <a:lvl1pPr marL="0" indent="0">
              <a:buNone/>
              <a:defRPr b="1">
                <a:solidFill>
                  <a:schemeClr val="bg1"/>
                </a:solidFill>
              </a:defRPr>
            </a:lvl1pPr>
          </a:lstStyle>
          <a:p>
            <a:pPr lvl="0"/>
            <a:r>
              <a:rPr lang="de-DE" dirty="0"/>
              <a:t>Name</a:t>
            </a:r>
          </a:p>
        </p:txBody>
      </p:sp>
      <p:sp>
        <p:nvSpPr>
          <p:cNvPr id="15" name="Textplatzhalter 10">
            <a:extLst>
              <a:ext uri="{FF2B5EF4-FFF2-40B4-BE49-F238E27FC236}">
                <a16:creationId xmlns:a16="http://schemas.microsoft.com/office/drawing/2014/main" id="{CF3F4DC7-6EAE-E632-3480-910ADA0FC8C8}"/>
              </a:ext>
            </a:extLst>
          </p:cNvPr>
          <p:cNvSpPr>
            <a:spLocks noGrp="1"/>
          </p:cNvSpPr>
          <p:nvPr>
            <p:ph type="body" sz="quarter" idx="18" hasCustomPrompt="1"/>
          </p:nvPr>
        </p:nvSpPr>
        <p:spPr>
          <a:xfrm>
            <a:off x="1170009" y="2857500"/>
            <a:ext cx="2399992" cy="639998"/>
          </a:xfrm>
        </p:spPr>
        <p:txBody>
          <a:bodyPr/>
          <a:lstStyle>
            <a:lvl1pPr marL="0" indent="0">
              <a:buNone/>
              <a:defRPr b="0">
                <a:solidFill>
                  <a:schemeClr val="bg1"/>
                </a:solidFill>
              </a:defRPr>
            </a:lvl1pPr>
          </a:lstStyle>
          <a:p>
            <a:pPr lvl="0"/>
            <a:r>
              <a:rPr lang="de-DE" dirty="0"/>
              <a:t>Position</a:t>
            </a:r>
          </a:p>
        </p:txBody>
      </p:sp>
      <p:sp>
        <p:nvSpPr>
          <p:cNvPr id="16" name="Bildplatzhalter 5">
            <a:extLst>
              <a:ext uri="{FF2B5EF4-FFF2-40B4-BE49-F238E27FC236}">
                <a16:creationId xmlns:a16="http://schemas.microsoft.com/office/drawing/2014/main" id="{D63D0F23-6B23-37B8-3E60-E1D97EB0515C}"/>
              </a:ext>
            </a:extLst>
          </p:cNvPr>
          <p:cNvSpPr>
            <a:spLocks noGrp="1"/>
          </p:cNvSpPr>
          <p:nvPr>
            <p:ph type="pic" sz="quarter" idx="19" hasCustomPrompt="1"/>
          </p:nvPr>
        </p:nvSpPr>
        <p:spPr>
          <a:xfrm>
            <a:off x="4049999" y="1257506"/>
            <a:ext cx="479998" cy="959997"/>
          </a:xfrm>
        </p:spPr>
        <p:txBody>
          <a:bodyPr/>
          <a:lstStyle>
            <a:lvl1pPr marL="0" indent="0">
              <a:buNone/>
              <a:defRPr>
                <a:solidFill>
                  <a:schemeClr val="bg1"/>
                </a:solidFill>
              </a:defRPr>
            </a:lvl1pPr>
          </a:lstStyle>
          <a:p>
            <a:pPr marL="0" marR="0" lvl="0" indent="0" algn="l" defTabSz="761970" rtl="0" eaLnBrk="1" fontAlgn="auto" latinLnBrk="0" hangingPunct="1">
              <a:lnSpc>
                <a:spcPct val="90000"/>
              </a:lnSpc>
              <a:spcBef>
                <a:spcPts val="833"/>
              </a:spcBef>
              <a:spcAft>
                <a:spcPts val="0"/>
              </a:spcAft>
              <a:buClr>
                <a:schemeClr val="bg2"/>
              </a:buClr>
              <a:buSzTx/>
              <a:buFont typeface="Wingdings" panose="05000000000000000000" pitchFamily="2" charset="2"/>
              <a:buNone/>
              <a:tabLst/>
              <a:defRPr/>
            </a:pPr>
            <a:r>
              <a:rPr lang="de-DE" dirty="0"/>
              <a:t>Bild hinzufügen</a:t>
            </a:r>
          </a:p>
        </p:txBody>
      </p:sp>
      <p:sp>
        <p:nvSpPr>
          <p:cNvPr id="17" name="Textplatzhalter 10">
            <a:extLst>
              <a:ext uri="{FF2B5EF4-FFF2-40B4-BE49-F238E27FC236}">
                <a16:creationId xmlns:a16="http://schemas.microsoft.com/office/drawing/2014/main" id="{09B5CEB0-16F7-B4F0-C633-D85377F599E2}"/>
              </a:ext>
            </a:extLst>
          </p:cNvPr>
          <p:cNvSpPr>
            <a:spLocks noGrp="1"/>
          </p:cNvSpPr>
          <p:nvPr>
            <p:ph type="body" sz="quarter" idx="20" hasCustomPrompt="1"/>
          </p:nvPr>
        </p:nvSpPr>
        <p:spPr>
          <a:xfrm>
            <a:off x="4769996" y="1257506"/>
            <a:ext cx="2399993" cy="321028"/>
          </a:xfrm>
        </p:spPr>
        <p:txBody>
          <a:bodyPr/>
          <a:lstStyle>
            <a:lvl1pPr marL="0" indent="0">
              <a:buNone/>
              <a:defRPr b="1">
                <a:solidFill>
                  <a:schemeClr val="bg1"/>
                </a:solidFill>
              </a:defRPr>
            </a:lvl1pPr>
          </a:lstStyle>
          <a:p>
            <a:pPr lvl="0"/>
            <a:r>
              <a:rPr lang="de-DE" dirty="0"/>
              <a:t>Name</a:t>
            </a:r>
          </a:p>
        </p:txBody>
      </p:sp>
      <p:sp>
        <p:nvSpPr>
          <p:cNvPr id="18" name="Textplatzhalter 10">
            <a:extLst>
              <a:ext uri="{FF2B5EF4-FFF2-40B4-BE49-F238E27FC236}">
                <a16:creationId xmlns:a16="http://schemas.microsoft.com/office/drawing/2014/main" id="{63A26D06-2083-05BE-B1CE-41B8D7714AD5}"/>
              </a:ext>
            </a:extLst>
          </p:cNvPr>
          <p:cNvSpPr>
            <a:spLocks noGrp="1"/>
          </p:cNvSpPr>
          <p:nvPr>
            <p:ph type="body" sz="quarter" idx="21" hasCustomPrompt="1"/>
          </p:nvPr>
        </p:nvSpPr>
        <p:spPr>
          <a:xfrm>
            <a:off x="4769997" y="1577504"/>
            <a:ext cx="2399992" cy="639998"/>
          </a:xfrm>
        </p:spPr>
        <p:txBody>
          <a:bodyPr/>
          <a:lstStyle>
            <a:lvl1pPr marL="0" indent="0">
              <a:buNone/>
              <a:defRPr b="0">
                <a:solidFill>
                  <a:schemeClr val="bg1"/>
                </a:solidFill>
              </a:defRPr>
            </a:lvl1pPr>
          </a:lstStyle>
          <a:p>
            <a:pPr lvl="0"/>
            <a:r>
              <a:rPr lang="de-DE" dirty="0"/>
              <a:t>Position</a:t>
            </a:r>
          </a:p>
        </p:txBody>
      </p:sp>
      <p:sp>
        <p:nvSpPr>
          <p:cNvPr id="19" name="Bildplatzhalter 5">
            <a:extLst>
              <a:ext uri="{FF2B5EF4-FFF2-40B4-BE49-F238E27FC236}">
                <a16:creationId xmlns:a16="http://schemas.microsoft.com/office/drawing/2014/main" id="{4E6573E0-9B97-DCF4-9C3A-F32BC1CBF0F3}"/>
              </a:ext>
            </a:extLst>
          </p:cNvPr>
          <p:cNvSpPr>
            <a:spLocks noGrp="1"/>
          </p:cNvSpPr>
          <p:nvPr>
            <p:ph type="pic" sz="quarter" idx="22" hasCustomPrompt="1"/>
          </p:nvPr>
        </p:nvSpPr>
        <p:spPr>
          <a:xfrm>
            <a:off x="4049999" y="2537502"/>
            <a:ext cx="479998" cy="959997"/>
          </a:xfrm>
        </p:spPr>
        <p:txBody>
          <a:bodyPr/>
          <a:lstStyle>
            <a:lvl1pPr marL="0" indent="0">
              <a:buNone/>
              <a:defRPr>
                <a:solidFill>
                  <a:schemeClr val="bg1"/>
                </a:solidFill>
              </a:defRPr>
            </a:lvl1pPr>
          </a:lstStyle>
          <a:p>
            <a:pPr marL="0" marR="0" lvl="0" indent="0" algn="l" defTabSz="761970" rtl="0" eaLnBrk="1" fontAlgn="auto" latinLnBrk="0" hangingPunct="1">
              <a:lnSpc>
                <a:spcPct val="90000"/>
              </a:lnSpc>
              <a:spcBef>
                <a:spcPts val="833"/>
              </a:spcBef>
              <a:spcAft>
                <a:spcPts val="0"/>
              </a:spcAft>
              <a:buClr>
                <a:schemeClr val="bg2"/>
              </a:buClr>
              <a:buSzTx/>
              <a:buFont typeface="Wingdings" panose="05000000000000000000" pitchFamily="2" charset="2"/>
              <a:buNone/>
              <a:tabLst/>
              <a:defRPr/>
            </a:pPr>
            <a:r>
              <a:rPr lang="de-DE" dirty="0"/>
              <a:t>Bild hinzufügen</a:t>
            </a:r>
          </a:p>
        </p:txBody>
      </p:sp>
      <p:sp>
        <p:nvSpPr>
          <p:cNvPr id="20" name="Textplatzhalter 10">
            <a:extLst>
              <a:ext uri="{FF2B5EF4-FFF2-40B4-BE49-F238E27FC236}">
                <a16:creationId xmlns:a16="http://schemas.microsoft.com/office/drawing/2014/main" id="{54083BB9-B79C-79E6-43EC-C96CC206E68F}"/>
              </a:ext>
            </a:extLst>
          </p:cNvPr>
          <p:cNvSpPr>
            <a:spLocks noGrp="1"/>
          </p:cNvSpPr>
          <p:nvPr>
            <p:ph type="body" sz="quarter" idx="23" hasCustomPrompt="1"/>
          </p:nvPr>
        </p:nvSpPr>
        <p:spPr>
          <a:xfrm>
            <a:off x="4769996" y="2537502"/>
            <a:ext cx="2399993" cy="321028"/>
          </a:xfrm>
        </p:spPr>
        <p:txBody>
          <a:bodyPr/>
          <a:lstStyle>
            <a:lvl1pPr marL="0" indent="0">
              <a:buNone/>
              <a:defRPr b="1">
                <a:solidFill>
                  <a:schemeClr val="bg1"/>
                </a:solidFill>
              </a:defRPr>
            </a:lvl1pPr>
          </a:lstStyle>
          <a:p>
            <a:pPr lvl="0"/>
            <a:r>
              <a:rPr lang="de-DE" dirty="0"/>
              <a:t>Name</a:t>
            </a:r>
          </a:p>
        </p:txBody>
      </p:sp>
      <p:sp>
        <p:nvSpPr>
          <p:cNvPr id="21" name="Textplatzhalter 10">
            <a:extLst>
              <a:ext uri="{FF2B5EF4-FFF2-40B4-BE49-F238E27FC236}">
                <a16:creationId xmlns:a16="http://schemas.microsoft.com/office/drawing/2014/main" id="{558D174B-DC9C-4810-6315-277696CE4D0A}"/>
              </a:ext>
            </a:extLst>
          </p:cNvPr>
          <p:cNvSpPr>
            <a:spLocks noGrp="1"/>
          </p:cNvSpPr>
          <p:nvPr>
            <p:ph type="body" sz="quarter" idx="24" hasCustomPrompt="1"/>
          </p:nvPr>
        </p:nvSpPr>
        <p:spPr>
          <a:xfrm>
            <a:off x="4769997" y="2857500"/>
            <a:ext cx="2399992" cy="639998"/>
          </a:xfrm>
        </p:spPr>
        <p:txBody>
          <a:bodyPr/>
          <a:lstStyle>
            <a:lvl1pPr marL="0" indent="0">
              <a:buNone/>
              <a:defRPr b="0">
                <a:solidFill>
                  <a:schemeClr val="bg1"/>
                </a:solidFill>
              </a:defRPr>
            </a:lvl1pPr>
          </a:lstStyle>
          <a:p>
            <a:pPr lvl="0"/>
            <a:r>
              <a:rPr lang="de-DE" dirty="0"/>
              <a:t>Position</a:t>
            </a:r>
          </a:p>
        </p:txBody>
      </p:sp>
      <p:sp>
        <p:nvSpPr>
          <p:cNvPr id="22" name="Bildplatzhalter 5">
            <a:extLst>
              <a:ext uri="{FF2B5EF4-FFF2-40B4-BE49-F238E27FC236}">
                <a16:creationId xmlns:a16="http://schemas.microsoft.com/office/drawing/2014/main" id="{82E18B26-EDA3-4F64-FDEC-1C96D477C980}"/>
              </a:ext>
            </a:extLst>
          </p:cNvPr>
          <p:cNvSpPr>
            <a:spLocks noGrp="1"/>
          </p:cNvSpPr>
          <p:nvPr>
            <p:ph type="pic" sz="quarter" idx="25" hasCustomPrompt="1"/>
          </p:nvPr>
        </p:nvSpPr>
        <p:spPr>
          <a:xfrm>
            <a:off x="450011" y="3817497"/>
            <a:ext cx="479998" cy="959997"/>
          </a:xfrm>
        </p:spPr>
        <p:txBody>
          <a:bodyPr/>
          <a:lstStyle>
            <a:lvl1pPr marL="0" indent="0">
              <a:buNone/>
              <a:defRPr>
                <a:solidFill>
                  <a:schemeClr val="bg1"/>
                </a:solidFill>
              </a:defRPr>
            </a:lvl1pPr>
          </a:lstStyle>
          <a:p>
            <a:pPr marL="0" marR="0" lvl="0" indent="0" algn="l" defTabSz="761970" rtl="0" eaLnBrk="1" fontAlgn="auto" latinLnBrk="0" hangingPunct="1">
              <a:lnSpc>
                <a:spcPct val="90000"/>
              </a:lnSpc>
              <a:spcBef>
                <a:spcPts val="833"/>
              </a:spcBef>
              <a:spcAft>
                <a:spcPts val="0"/>
              </a:spcAft>
              <a:buClr>
                <a:schemeClr val="bg2"/>
              </a:buClr>
              <a:buSzTx/>
              <a:buFont typeface="Wingdings" panose="05000000000000000000" pitchFamily="2" charset="2"/>
              <a:buNone/>
              <a:tabLst/>
              <a:defRPr/>
            </a:pPr>
            <a:r>
              <a:rPr lang="de-DE" dirty="0"/>
              <a:t>Bild hinzufügen</a:t>
            </a:r>
          </a:p>
        </p:txBody>
      </p:sp>
      <p:sp>
        <p:nvSpPr>
          <p:cNvPr id="23" name="Textplatzhalter 10">
            <a:extLst>
              <a:ext uri="{FF2B5EF4-FFF2-40B4-BE49-F238E27FC236}">
                <a16:creationId xmlns:a16="http://schemas.microsoft.com/office/drawing/2014/main" id="{331F5406-11DE-4268-1469-535E25C3EFF3}"/>
              </a:ext>
            </a:extLst>
          </p:cNvPr>
          <p:cNvSpPr>
            <a:spLocks noGrp="1"/>
          </p:cNvSpPr>
          <p:nvPr>
            <p:ph type="body" sz="quarter" idx="26" hasCustomPrompt="1"/>
          </p:nvPr>
        </p:nvSpPr>
        <p:spPr>
          <a:xfrm>
            <a:off x="1170009" y="3817497"/>
            <a:ext cx="2399993" cy="321028"/>
          </a:xfrm>
        </p:spPr>
        <p:txBody>
          <a:bodyPr/>
          <a:lstStyle>
            <a:lvl1pPr marL="0" indent="0">
              <a:buNone/>
              <a:defRPr b="1">
                <a:solidFill>
                  <a:schemeClr val="bg1"/>
                </a:solidFill>
              </a:defRPr>
            </a:lvl1pPr>
          </a:lstStyle>
          <a:p>
            <a:pPr lvl="0"/>
            <a:r>
              <a:rPr lang="de-DE" dirty="0"/>
              <a:t>Name</a:t>
            </a:r>
          </a:p>
        </p:txBody>
      </p:sp>
      <p:sp>
        <p:nvSpPr>
          <p:cNvPr id="24" name="Textplatzhalter 10">
            <a:extLst>
              <a:ext uri="{FF2B5EF4-FFF2-40B4-BE49-F238E27FC236}">
                <a16:creationId xmlns:a16="http://schemas.microsoft.com/office/drawing/2014/main" id="{01F5EE52-2269-BE82-51A0-C3E1D5A242CA}"/>
              </a:ext>
            </a:extLst>
          </p:cNvPr>
          <p:cNvSpPr>
            <a:spLocks noGrp="1"/>
          </p:cNvSpPr>
          <p:nvPr>
            <p:ph type="body" sz="quarter" idx="27" hasCustomPrompt="1"/>
          </p:nvPr>
        </p:nvSpPr>
        <p:spPr>
          <a:xfrm>
            <a:off x="1170009" y="4137495"/>
            <a:ext cx="2399992" cy="639998"/>
          </a:xfrm>
        </p:spPr>
        <p:txBody>
          <a:bodyPr/>
          <a:lstStyle>
            <a:lvl1pPr marL="0" indent="0">
              <a:buNone/>
              <a:defRPr b="0">
                <a:solidFill>
                  <a:schemeClr val="bg1"/>
                </a:solidFill>
              </a:defRPr>
            </a:lvl1pPr>
          </a:lstStyle>
          <a:p>
            <a:pPr lvl="0"/>
            <a:r>
              <a:rPr lang="de-DE" dirty="0"/>
              <a:t>Position</a:t>
            </a:r>
          </a:p>
        </p:txBody>
      </p:sp>
      <p:sp>
        <p:nvSpPr>
          <p:cNvPr id="25" name="Bildplatzhalter 5">
            <a:extLst>
              <a:ext uri="{FF2B5EF4-FFF2-40B4-BE49-F238E27FC236}">
                <a16:creationId xmlns:a16="http://schemas.microsoft.com/office/drawing/2014/main" id="{7E0090B4-FF44-FD58-C74F-503625A43818}"/>
              </a:ext>
            </a:extLst>
          </p:cNvPr>
          <p:cNvSpPr>
            <a:spLocks noGrp="1"/>
          </p:cNvSpPr>
          <p:nvPr>
            <p:ph type="pic" sz="quarter" idx="28" hasCustomPrompt="1"/>
          </p:nvPr>
        </p:nvSpPr>
        <p:spPr>
          <a:xfrm>
            <a:off x="4049999" y="3817497"/>
            <a:ext cx="479998" cy="959997"/>
          </a:xfrm>
        </p:spPr>
        <p:txBody>
          <a:bodyPr/>
          <a:lstStyle>
            <a:lvl1pPr marL="0" indent="0">
              <a:buNone/>
              <a:defRPr>
                <a:solidFill>
                  <a:schemeClr val="bg1"/>
                </a:solidFill>
              </a:defRPr>
            </a:lvl1pPr>
          </a:lstStyle>
          <a:p>
            <a:pPr marL="0" marR="0" lvl="0" indent="0" algn="l" defTabSz="761970" rtl="0" eaLnBrk="1" fontAlgn="auto" latinLnBrk="0" hangingPunct="1">
              <a:lnSpc>
                <a:spcPct val="90000"/>
              </a:lnSpc>
              <a:spcBef>
                <a:spcPts val="833"/>
              </a:spcBef>
              <a:spcAft>
                <a:spcPts val="0"/>
              </a:spcAft>
              <a:buClr>
                <a:schemeClr val="bg2"/>
              </a:buClr>
              <a:buSzTx/>
              <a:buFont typeface="Wingdings" panose="05000000000000000000" pitchFamily="2" charset="2"/>
              <a:buNone/>
              <a:tabLst/>
              <a:defRPr/>
            </a:pPr>
            <a:r>
              <a:rPr lang="de-DE" dirty="0"/>
              <a:t>Bild hinzufügen</a:t>
            </a:r>
          </a:p>
        </p:txBody>
      </p:sp>
      <p:sp>
        <p:nvSpPr>
          <p:cNvPr id="26" name="Textplatzhalter 10">
            <a:extLst>
              <a:ext uri="{FF2B5EF4-FFF2-40B4-BE49-F238E27FC236}">
                <a16:creationId xmlns:a16="http://schemas.microsoft.com/office/drawing/2014/main" id="{EEAA2A95-32D0-9568-E6F1-696DCBE0C1C0}"/>
              </a:ext>
            </a:extLst>
          </p:cNvPr>
          <p:cNvSpPr>
            <a:spLocks noGrp="1"/>
          </p:cNvSpPr>
          <p:nvPr>
            <p:ph type="body" sz="quarter" idx="29" hasCustomPrompt="1"/>
          </p:nvPr>
        </p:nvSpPr>
        <p:spPr>
          <a:xfrm>
            <a:off x="4769996" y="3817497"/>
            <a:ext cx="2399993" cy="321028"/>
          </a:xfrm>
        </p:spPr>
        <p:txBody>
          <a:bodyPr/>
          <a:lstStyle>
            <a:lvl1pPr marL="0" indent="0">
              <a:buNone/>
              <a:defRPr b="1">
                <a:solidFill>
                  <a:schemeClr val="bg1"/>
                </a:solidFill>
              </a:defRPr>
            </a:lvl1pPr>
          </a:lstStyle>
          <a:p>
            <a:pPr lvl="0"/>
            <a:r>
              <a:rPr lang="de-DE" dirty="0"/>
              <a:t>Name</a:t>
            </a:r>
          </a:p>
        </p:txBody>
      </p:sp>
      <p:sp>
        <p:nvSpPr>
          <p:cNvPr id="27" name="Textplatzhalter 10">
            <a:extLst>
              <a:ext uri="{FF2B5EF4-FFF2-40B4-BE49-F238E27FC236}">
                <a16:creationId xmlns:a16="http://schemas.microsoft.com/office/drawing/2014/main" id="{26B0ACDC-9877-0388-6175-2840D1370E1A}"/>
              </a:ext>
            </a:extLst>
          </p:cNvPr>
          <p:cNvSpPr>
            <a:spLocks noGrp="1"/>
          </p:cNvSpPr>
          <p:nvPr>
            <p:ph type="body" sz="quarter" idx="30" hasCustomPrompt="1"/>
          </p:nvPr>
        </p:nvSpPr>
        <p:spPr>
          <a:xfrm>
            <a:off x="4769997" y="4137495"/>
            <a:ext cx="2399992" cy="639998"/>
          </a:xfrm>
        </p:spPr>
        <p:txBody>
          <a:bodyPr/>
          <a:lstStyle>
            <a:lvl1pPr marL="0" indent="0">
              <a:buNone/>
              <a:defRPr b="0">
                <a:solidFill>
                  <a:schemeClr val="bg1"/>
                </a:solidFill>
              </a:defRPr>
            </a:lvl1pPr>
          </a:lstStyle>
          <a:p>
            <a:pPr lvl="0"/>
            <a:r>
              <a:rPr lang="de-DE" dirty="0"/>
              <a:t>Position</a:t>
            </a:r>
          </a:p>
        </p:txBody>
      </p:sp>
      <p:sp>
        <p:nvSpPr>
          <p:cNvPr id="30" name="Titel 7">
            <a:extLst>
              <a:ext uri="{FF2B5EF4-FFF2-40B4-BE49-F238E27FC236}">
                <a16:creationId xmlns:a16="http://schemas.microsoft.com/office/drawing/2014/main" id="{94242789-2C7D-99E3-C364-22E8D03D4C6A}"/>
              </a:ext>
            </a:extLst>
          </p:cNvPr>
          <p:cNvSpPr>
            <a:spLocks noGrp="1"/>
          </p:cNvSpPr>
          <p:nvPr>
            <p:ph type="title"/>
          </p:nvPr>
        </p:nvSpPr>
        <p:spPr>
          <a:xfrm>
            <a:off x="210014" y="297510"/>
            <a:ext cx="3359988" cy="1279996"/>
          </a:xfrm>
        </p:spPr>
        <p:txBody>
          <a:bodyPr anchor="ctr"/>
          <a:lstStyle>
            <a:lvl1pPr>
              <a:defRPr sz="2500">
                <a:solidFill>
                  <a:schemeClr val="bg2"/>
                </a:solidFill>
              </a:defRPr>
            </a:lvl1pPr>
          </a:lstStyle>
          <a:p>
            <a:endParaRPr lang="de-DE" dirty="0"/>
          </a:p>
        </p:txBody>
      </p:sp>
      <p:sp>
        <p:nvSpPr>
          <p:cNvPr id="32" name="Rechteck 31">
            <a:extLst>
              <a:ext uri="{FF2B5EF4-FFF2-40B4-BE49-F238E27FC236}">
                <a16:creationId xmlns:a16="http://schemas.microsoft.com/office/drawing/2014/main" id="{9D057561-A98C-7595-EEDF-D49BFAE3DDBE}"/>
              </a:ext>
            </a:extLst>
          </p:cNvPr>
          <p:cNvSpPr/>
          <p:nvPr userDrawn="1"/>
        </p:nvSpPr>
        <p:spPr>
          <a:xfrm>
            <a:off x="3570001" y="0"/>
            <a:ext cx="500981" cy="30150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pic>
        <p:nvPicPr>
          <p:cNvPr id="2" name="Grafik 1" descr="Ein Bild, das Grafiken, weiß, Schwarz, Design enthält.&#10;&#10;Automatisch generierte Beschreibung">
            <a:extLst>
              <a:ext uri="{FF2B5EF4-FFF2-40B4-BE49-F238E27FC236}">
                <a16:creationId xmlns:a16="http://schemas.microsoft.com/office/drawing/2014/main" id="{9BC1D031-3ADB-5A98-6B94-D4FC3B1558D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887971" y="320302"/>
            <a:ext cx="480000" cy="338378"/>
          </a:xfrm>
          <a:prstGeom prst="rect">
            <a:avLst/>
          </a:prstGeom>
        </p:spPr>
      </p:pic>
    </p:spTree>
    <p:extLst>
      <p:ext uri="{BB962C8B-B14F-4D97-AF65-F5344CB8AC3E}">
        <p14:creationId xmlns:p14="http://schemas.microsoft.com/office/powerpoint/2010/main" val="389165527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Ansprechpartner-weiß">
    <p:spTree>
      <p:nvGrpSpPr>
        <p:cNvPr id="1" name=""/>
        <p:cNvGrpSpPr/>
        <p:nvPr/>
      </p:nvGrpSpPr>
      <p:grpSpPr>
        <a:xfrm>
          <a:off x="0" y="0"/>
          <a:ext cx="0" cy="0"/>
          <a:chOff x="0" y="0"/>
          <a:chExt cx="0" cy="0"/>
        </a:xfrm>
      </p:grpSpPr>
      <p:sp>
        <p:nvSpPr>
          <p:cNvPr id="29" name="Rechteck 28">
            <a:extLst>
              <a:ext uri="{FF2B5EF4-FFF2-40B4-BE49-F238E27FC236}">
                <a16:creationId xmlns:a16="http://schemas.microsoft.com/office/drawing/2014/main" id="{38E7A7DC-B1D3-0CAD-FC98-29AC51672D0B}"/>
              </a:ext>
            </a:extLst>
          </p:cNvPr>
          <p:cNvSpPr/>
          <p:nvPr userDrawn="1"/>
        </p:nvSpPr>
        <p:spPr>
          <a:xfrm>
            <a:off x="-6007" y="297509"/>
            <a:ext cx="3576008" cy="126400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sp>
        <p:nvSpPr>
          <p:cNvPr id="28" name="Rechteck 27">
            <a:extLst>
              <a:ext uri="{FF2B5EF4-FFF2-40B4-BE49-F238E27FC236}">
                <a16:creationId xmlns:a16="http://schemas.microsoft.com/office/drawing/2014/main" id="{D2068184-5886-A090-B270-FF7E230BBE4F}"/>
              </a:ext>
            </a:extLst>
          </p:cNvPr>
          <p:cNvSpPr/>
          <p:nvPr userDrawn="1"/>
        </p:nvSpPr>
        <p:spPr>
          <a:xfrm>
            <a:off x="-6007" y="5401504"/>
            <a:ext cx="7626007" cy="313496"/>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dirty="0"/>
          </a:p>
        </p:txBody>
      </p:sp>
      <p:sp>
        <p:nvSpPr>
          <p:cNvPr id="3" name="Fußzeilenplatzhalter 2">
            <a:extLst>
              <a:ext uri="{FF2B5EF4-FFF2-40B4-BE49-F238E27FC236}">
                <a16:creationId xmlns:a16="http://schemas.microsoft.com/office/drawing/2014/main" id="{C614F232-6FAD-4474-8BDB-2097FB17BD03}"/>
              </a:ext>
            </a:extLst>
          </p:cNvPr>
          <p:cNvSpPr>
            <a:spLocks noGrp="1"/>
          </p:cNvSpPr>
          <p:nvPr>
            <p:ph type="ftr" sz="quarter" idx="10"/>
          </p:nvPr>
        </p:nvSpPr>
        <p:spPr/>
        <p:txBody>
          <a:bodyPr/>
          <a:lstStyle>
            <a:lvl1pPr>
              <a:defRPr>
                <a:solidFill>
                  <a:schemeClr val="bg1"/>
                </a:solidFill>
              </a:defRPr>
            </a:lvl1pPr>
          </a:lstStyle>
          <a:p>
            <a:r>
              <a:rPr lang="de-DE"/>
              <a:t>TUM School of Computation, Information and Technology | Technische Universität München</a:t>
            </a:r>
            <a:endParaRPr lang="de-DE" dirty="0"/>
          </a:p>
        </p:txBody>
      </p:sp>
      <p:sp>
        <p:nvSpPr>
          <p:cNvPr id="4" name="Foliennummernplatzhalter 3">
            <a:extLst>
              <a:ext uri="{FF2B5EF4-FFF2-40B4-BE49-F238E27FC236}">
                <a16:creationId xmlns:a16="http://schemas.microsoft.com/office/drawing/2014/main" id="{E5DC8796-6A29-4E8E-8718-B59E8719064B}"/>
              </a:ext>
            </a:extLst>
          </p:cNvPr>
          <p:cNvSpPr>
            <a:spLocks noGrp="1"/>
          </p:cNvSpPr>
          <p:nvPr>
            <p:ph type="sldNum" sz="quarter" idx="11"/>
          </p:nvPr>
        </p:nvSpPr>
        <p:spPr/>
        <p:txBody>
          <a:bodyPr/>
          <a:lstStyle>
            <a:lvl1pPr>
              <a:defRPr>
                <a:solidFill>
                  <a:schemeClr val="bg1"/>
                </a:solidFill>
              </a:defRPr>
            </a:lvl1pPr>
          </a:lstStyle>
          <a:p>
            <a:fld id="{7BC6339C-EBB9-4F99-9F6F-F0910A22596F}" type="slidenum">
              <a:rPr lang="de-DE" smtClean="0"/>
              <a:pPr/>
              <a:t>‹#›</a:t>
            </a:fld>
            <a:endParaRPr lang="de-DE" dirty="0"/>
          </a:p>
        </p:txBody>
      </p:sp>
      <p:sp>
        <p:nvSpPr>
          <p:cNvPr id="13" name="Bildplatzhalter 5">
            <a:extLst>
              <a:ext uri="{FF2B5EF4-FFF2-40B4-BE49-F238E27FC236}">
                <a16:creationId xmlns:a16="http://schemas.microsoft.com/office/drawing/2014/main" id="{05ED697F-890B-3D59-6A03-D33C2A85FA1D}"/>
              </a:ext>
            </a:extLst>
          </p:cNvPr>
          <p:cNvSpPr>
            <a:spLocks noGrp="1"/>
          </p:cNvSpPr>
          <p:nvPr>
            <p:ph type="pic" sz="quarter" idx="16" hasCustomPrompt="1"/>
          </p:nvPr>
        </p:nvSpPr>
        <p:spPr>
          <a:xfrm>
            <a:off x="450011" y="2537502"/>
            <a:ext cx="479998" cy="959997"/>
          </a:xfrm>
        </p:spPr>
        <p:txBody>
          <a:bodyPr/>
          <a:lstStyle>
            <a:lvl1pPr marL="0" indent="0">
              <a:buNone/>
              <a:defRPr>
                <a:solidFill>
                  <a:schemeClr val="bg1"/>
                </a:solidFill>
              </a:defRPr>
            </a:lvl1pPr>
          </a:lstStyle>
          <a:p>
            <a:r>
              <a:rPr lang="de-DE" dirty="0"/>
              <a:t>Bild hinzufügen</a:t>
            </a:r>
          </a:p>
        </p:txBody>
      </p:sp>
      <p:sp>
        <p:nvSpPr>
          <p:cNvPr id="14" name="Textplatzhalter 10">
            <a:extLst>
              <a:ext uri="{FF2B5EF4-FFF2-40B4-BE49-F238E27FC236}">
                <a16:creationId xmlns:a16="http://schemas.microsoft.com/office/drawing/2014/main" id="{1967B504-9D9F-FBC0-30A7-E8BB0165F560}"/>
              </a:ext>
            </a:extLst>
          </p:cNvPr>
          <p:cNvSpPr>
            <a:spLocks noGrp="1"/>
          </p:cNvSpPr>
          <p:nvPr>
            <p:ph type="body" sz="quarter" idx="17" hasCustomPrompt="1"/>
          </p:nvPr>
        </p:nvSpPr>
        <p:spPr>
          <a:xfrm>
            <a:off x="1170009" y="2537502"/>
            <a:ext cx="2399993" cy="321028"/>
          </a:xfrm>
        </p:spPr>
        <p:txBody>
          <a:bodyPr/>
          <a:lstStyle>
            <a:lvl1pPr marL="0" indent="0">
              <a:buNone/>
              <a:defRPr b="1">
                <a:solidFill>
                  <a:schemeClr val="bg2"/>
                </a:solidFill>
              </a:defRPr>
            </a:lvl1pPr>
          </a:lstStyle>
          <a:p>
            <a:pPr lvl="0"/>
            <a:r>
              <a:rPr lang="de-DE" dirty="0"/>
              <a:t>Name</a:t>
            </a:r>
          </a:p>
        </p:txBody>
      </p:sp>
      <p:sp>
        <p:nvSpPr>
          <p:cNvPr id="15" name="Textplatzhalter 10">
            <a:extLst>
              <a:ext uri="{FF2B5EF4-FFF2-40B4-BE49-F238E27FC236}">
                <a16:creationId xmlns:a16="http://schemas.microsoft.com/office/drawing/2014/main" id="{CF3F4DC7-6EAE-E632-3480-910ADA0FC8C8}"/>
              </a:ext>
            </a:extLst>
          </p:cNvPr>
          <p:cNvSpPr>
            <a:spLocks noGrp="1"/>
          </p:cNvSpPr>
          <p:nvPr>
            <p:ph type="body" sz="quarter" idx="18" hasCustomPrompt="1"/>
          </p:nvPr>
        </p:nvSpPr>
        <p:spPr>
          <a:xfrm>
            <a:off x="1170009" y="2857500"/>
            <a:ext cx="2399992" cy="639998"/>
          </a:xfrm>
        </p:spPr>
        <p:txBody>
          <a:bodyPr/>
          <a:lstStyle>
            <a:lvl1pPr marL="0" indent="0">
              <a:buNone/>
              <a:defRPr b="0">
                <a:solidFill>
                  <a:schemeClr val="bg2"/>
                </a:solidFill>
              </a:defRPr>
            </a:lvl1pPr>
          </a:lstStyle>
          <a:p>
            <a:pPr lvl="0"/>
            <a:r>
              <a:rPr lang="de-DE" dirty="0"/>
              <a:t>Position</a:t>
            </a:r>
          </a:p>
        </p:txBody>
      </p:sp>
      <p:sp>
        <p:nvSpPr>
          <p:cNvPr id="16" name="Bildplatzhalter 5">
            <a:extLst>
              <a:ext uri="{FF2B5EF4-FFF2-40B4-BE49-F238E27FC236}">
                <a16:creationId xmlns:a16="http://schemas.microsoft.com/office/drawing/2014/main" id="{D63D0F23-6B23-37B8-3E60-E1D97EB0515C}"/>
              </a:ext>
            </a:extLst>
          </p:cNvPr>
          <p:cNvSpPr>
            <a:spLocks noGrp="1"/>
          </p:cNvSpPr>
          <p:nvPr>
            <p:ph type="pic" sz="quarter" idx="19" hasCustomPrompt="1"/>
          </p:nvPr>
        </p:nvSpPr>
        <p:spPr>
          <a:xfrm>
            <a:off x="4049999" y="1257506"/>
            <a:ext cx="479998" cy="959997"/>
          </a:xfrm>
        </p:spPr>
        <p:txBody>
          <a:bodyPr/>
          <a:lstStyle>
            <a:lvl1pPr marL="0" indent="0">
              <a:buNone/>
              <a:defRPr>
                <a:solidFill>
                  <a:schemeClr val="bg1"/>
                </a:solidFill>
              </a:defRPr>
            </a:lvl1pPr>
          </a:lstStyle>
          <a:p>
            <a:pPr marL="0" marR="0" lvl="0" indent="0" algn="l" defTabSz="761970" rtl="0" eaLnBrk="1" fontAlgn="auto" latinLnBrk="0" hangingPunct="1">
              <a:lnSpc>
                <a:spcPct val="90000"/>
              </a:lnSpc>
              <a:spcBef>
                <a:spcPts val="833"/>
              </a:spcBef>
              <a:spcAft>
                <a:spcPts val="0"/>
              </a:spcAft>
              <a:buClr>
                <a:schemeClr val="bg2"/>
              </a:buClr>
              <a:buSzTx/>
              <a:buFont typeface="Wingdings" panose="05000000000000000000" pitchFamily="2" charset="2"/>
              <a:buNone/>
              <a:tabLst/>
              <a:defRPr/>
            </a:pPr>
            <a:r>
              <a:rPr lang="de-DE" dirty="0"/>
              <a:t>Bild hinzufügen</a:t>
            </a:r>
          </a:p>
        </p:txBody>
      </p:sp>
      <p:sp>
        <p:nvSpPr>
          <p:cNvPr id="17" name="Textplatzhalter 10">
            <a:extLst>
              <a:ext uri="{FF2B5EF4-FFF2-40B4-BE49-F238E27FC236}">
                <a16:creationId xmlns:a16="http://schemas.microsoft.com/office/drawing/2014/main" id="{09B5CEB0-16F7-B4F0-C633-D85377F599E2}"/>
              </a:ext>
            </a:extLst>
          </p:cNvPr>
          <p:cNvSpPr>
            <a:spLocks noGrp="1"/>
          </p:cNvSpPr>
          <p:nvPr>
            <p:ph type="body" sz="quarter" idx="20" hasCustomPrompt="1"/>
          </p:nvPr>
        </p:nvSpPr>
        <p:spPr>
          <a:xfrm>
            <a:off x="4769996" y="1257506"/>
            <a:ext cx="2399993" cy="321028"/>
          </a:xfrm>
        </p:spPr>
        <p:txBody>
          <a:bodyPr/>
          <a:lstStyle>
            <a:lvl1pPr marL="0" indent="0">
              <a:buNone/>
              <a:defRPr b="1">
                <a:solidFill>
                  <a:schemeClr val="bg2"/>
                </a:solidFill>
              </a:defRPr>
            </a:lvl1pPr>
          </a:lstStyle>
          <a:p>
            <a:pPr lvl="0"/>
            <a:r>
              <a:rPr lang="de-DE" dirty="0"/>
              <a:t>Name</a:t>
            </a:r>
          </a:p>
        </p:txBody>
      </p:sp>
      <p:sp>
        <p:nvSpPr>
          <p:cNvPr id="18" name="Textplatzhalter 10">
            <a:extLst>
              <a:ext uri="{FF2B5EF4-FFF2-40B4-BE49-F238E27FC236}">
                <a16:creationId xmlns:a16="http://schemas.microsoft.com/office/drawing/2014/main" id="{63A26D06-2083-05BE-B1CE-41B8D7714AD5}"/>
              </a:ext>
            </a:extLst>
          </p:cNvPr>
          <p:cNvSpPr>
            <a:spLocks noGrp="1"/>
          </p:cNvSpPr>
          <p:nvPr>
            <p:ph type="body" sz="quarter" idx="21" hasCustomPrompt="1"/>
          </p:nvPr>
        </p:nvSpPr>
        <p:spPr>
          <a:xfrm>
            <a:off x="4769997" y="1577504"/>
            <a:ext cx="2399992" cy="639998"/>
          </a:xfrm>
        </p:spPr>
        <p:txBody>
          <a:bodyPr/>
          <a:lstStyle>
            <a:lvl1pPr marL="0" indent="0">
              <a:buNone/>
              <a:defRPr b="0">
                <a:solidFill>
                  <a:schemeClr val="bg2"/>
                </a:solidFill>
              </a:defRPr>
            </a:lvl1pPr>
          </a:lstStyle>
          <a:p>
            <a:pPr lvl="0"/>
            <a:r>
              <a:rPr lang="de-DE" dirty="0"/>
              <a:t>Position</a:t>
            </a:r>
          </a:p>
        </p:txBody>
      </p:sp>
      <p:sp>
        <p:nvSpPr>
          <p:cNvPr id="19" name="Bildplatzhalter 5">
            <a:extLst>
              <a:ext uri="{FF2B5EF4-FFF2-40B4-BE49-F238E27FC236}">
                <a16:creationId xmlns:a16="http://schemas.microsoft.com/office/drawing/2014/main" id="{4E6573E0-9B97-DCF4-9C3A-F32BC1CBF0F3}"/>
              </a:ext>
            </a:extLst>
          </p:cNvPr>
          <p:cNvSpPr>
            <a:spLocks noGrp="1"/>
          </p:cNvSpPr>
          <p:nvPr>
            <p:ph type="pic" sz="quarter" idx="22" hasCustomPrompt="1"/>
          </p:nvPr>
        </p:nvSpPr>
        <p:spPr>
          <a:xfrm>
            <a:off x="4049999" y="2537502"/>
            <a:ext cx="479998" cy="959997"/>
          </a:xfrm>
        </p:spPr>
        <p:txBody>
          <a:bodyPr/>
          <a:lstStyle>
            <a:lvl1pPr marL="0" indent="0">
              <a:buNone/>
              <a:defRPr>
                <a:solidFill>
                  <a:schemeClr val="bg1"/>
                </a:solidFill>
              </a:defRPr>
            </a:lvl1pPr>
          </a:lstStyle>
          <a:p>
            <a:pPr marL="0" marR="0" lvl="0" indent="0" algn="l" defTabSz="761970" rtl="0" eaLnBrk="1" fontAlgn="auto" latinLnBrk="0" hangingPunct="1">
              <a:lnSpc>
                <a:spcPct val="90000"/>
              </a:lnSpc>
              <a:spcBef>
                <a:spcPts val="833"/>
              </a:spcBef>
              <a:spcAft>
                <a:spcPts val="0"/>
              </a:spcAft>
              <a:buClr>
                <a:schemeClr val="bg2"/>
              </a:buClr>
              <a:buSzTx/>
              <a:buFont typeface="Wingdings" panose="05000000000000000000" pitchFamily="2" charset="2"/>
              <a:buNone/>
              <a:tabLst/>
              <a:defRPr/>
            </a:pPr>
            <a:r>
              <a:rPr lang="de-DE" dirty="0"/>
              <a:t>Bild hinzufügen</a:t>
            </a:r>
          </a:p>
        </p:txBody>
      </p:sp>
      <p:sp>
        <p:nvSpPr>
          <p:cNvPr id="20" name="Textplatzhalter 10">
            <a:extLst>
              <a:ext uri="{FF2B5EF4-FFF2-40B4-BE49-F238E27FC236}">
                <a16:creationId xmlns:a16="http://schemas.microsoft.com/office/drawing/2014/main" id="{54083BB9-B79C-79E6-43EC-C96CC206E68F}"/>
              </a:ext>
            </a:extLst>
          </p:cNvPr>
          <p:cNvSpPr>
            <a:spLocks noGrp="1"/>
          </p:cNvSpPr>
          <p:nvPr>
            <p:ph type="body" sz="quarter" idx="23" hasCustomPrompt="1"/>
          </p:nvPr>
        </p:nvSpPr>
        <p:spPr>
          <a:xfrm>
            <a:off x="4769996" y="2537502"/>
            <a:ext cx="2399993" cy="321028"/>
          </a:xfrm>
        </p:spPr>
        <p:txBody>
          <a:bodyPr/>
          <a:lstStyle>
            <a:lvl1pPr marL="0" indent="0">
              <a:buNone/>
              <a:defRPr b="1">
                <a:solidFill>
                  <a:schemeClr val="bg2"/>
                </a:solidFill>
              </a:defRPr>
            </a:lvl1pPr>
          </a:lstStyle>
          <a:p>
            <a:pPr lvl="0"/>
            <a:r>
              <a:rPr lang="de-DE" dirty="0"/>
              <a:t>Name</a:t>
            </a:r>
          </a:p>
        </p:txBody>
      </p:sp>
      <p:sp>
        <p:nvSpPr>
          <p:cNvPr id="21" name="Textplatzhalter 10">
            <a:extLst>
              <a:ext uri="{FF2B5EF4-FFF2-40B4-BE49-F238E27FC236}">
                <a16:creationId xmlns:a16="http://schemas.microsoft.com/office/drawing/2014/main" id="{558D174B-DC9C-4810-6315-277696CE4D0A}"/>
              </a:ext>
            </a:extLst>
          </p:cNvPr>
          <p:cNvSpPr>
            <a:spLocks noGrp="1"/>
          </p:cNvSpPr>
          <p:nvPr>
            <p:ph type="body" sz="quarter" idx="24" hasCustomPrompt="1"/>
          </p:nvPr>
        </p:nvSpPr>
        <p:spPr>
          <a:xfrm>
            <a:off x="4769997" y="2857500"/>
            <a:ext cx="2399992" cy="639998"/>
          </a:xfrm>
        </p:spPr>
        <p:txBody>
          <a:bodyPr/>
          <a:lstStyle>
            <a:lvl1pPr marL="0" indent="0">
              <a:buNone/>
              <a:defRPr b="0">
                <a:solidFill>
                  <a:schemeClr val="bg2"/>
                </a:solidFill>
              </a:defRPr>
            </a:lvl1pPr>
          </a:lstStyle>
          <a:p>
            <a:pPr lvl="0"/>
            <a:r>
              <a:rPr lang="de-DE" dirty="0"/>
              <a:t>Position</a:t>
            </a:r>
          </a:p>
        </p:txBody>
      </p:sp>
      <p:sp>
        <p:nvSpPr>
          <p:cNvPr id="22" name="Bildplatzhalter 5">
            <a:extLst>
              <a:ext uri="{FF2B5EF4-FFF2-40B4-BE49-F238E27FC236}">
                <a16:creationId xmlns:a16="http://schemas.microsoft.com/office/drawing/2014/main" id="{82E18B26-EDA3-4F64-FDEC-1C96D477C980}"/>
              </a:ext>
            </a:extLst>
          </p:cNvPr>
          <p:cNvSpPr>
            <a:spLocks noGrp="1"/>
          </p:cNvSpPr>
          <p:nvPr>
            <p:ph type="pic" sz="quarter" idx="25" hasCustomPrompt="1"/>
          </p:nvPr>
        </p:nvSpPr>
        <p:spPr>
          <a:xfrm>
            <a:off x="450011" y="3817497"/>
            <a:ext cx="479998" cy="959997"/>
          </a:xfrm>
        </p:spPr>
        <p:txBody>
          <a:bodyPr/>
          <a:lstStyle>
            <a:lvl1pPr marL="0" indent="0">
              <a:buNone/>
              <a:defRPr>
                <a:solidFill>
                  <a:schemeClr val="bg1"/>
                </a:solidFill>
              </a:defRPr>
            </a:lvl1pPr>
          </a:lstStyle>
          <a:p>
            <a:pPr marL="0" marR="0" lvl="0" indent="0" algn="l" defTabSz="761970" rtl="0" eaLnBrk="1" fontAlgn="auto" latinLnBrk="0" hangingPunct="1">
              <a:lnSpc>
                <a:spcPct val="90000"/>
              </a:lnSpc>
              <a:spcBef>
                <a:spcPts val="833"/>
              </a:spcBef>
              <a:spcAft>
                <a:spcPts val="0"/>
              </a:spcAft>
              <a:buClr>
                <a:schemeClr val="bg2"/>
              </a:buClr>
              <a:buSzTx/>
              <a:buFont typeface="Wingdings" panose="05000000000000000000" pitchFamily="2" charset="2"/>
              <a:buNone/>
              <a:tabLst/>
              <a:defRPr/>
            </a:pPr>
            <a:r>
              <a:rPr lang="de-DE" dirty="0"/>
              <a:t>Bild hinzufügen</a:t>
            </a:r>
          </a:p>
        </p:txBody>
      </p:sp>
      <p:sp>
        <p:nvSpPr>
          <p:cNvPr id="23" name="Textplatzhalter 10">
            <a:extLst>
              <a:ext uri="{FF2B5EF4-FFF2-40B4-BE49-F238E27FC236}">
                <a16:creationId xmlns:a16="http://schemas.microsoft.com/office/drawing/2014/main" id="{331F5406-11DE-4268-1469-535E25C3EFF3}"/>
              </a:ext>
            </a:extLst>
          </p:cNvPr>
          <p:cNvSpPr>
            <a:spLocks noGrp="1"/>
          </p:cNvSpPr>
          <p:nvPr>
            <p:ph type="body" sz="quarter" idx="26" hasCustomPrompt="1"/>
          </p:nvPr>
        </p:nvSpPr>
        <p:spPr>
          <a:xfrm>
            <a:off x="1170009" y="3817497"/>
            <a:ext cx="2399993" cy="321028"/>
          </a:xfrm>
        </p:spPr>
        <p:txBody>
          <a:bodyPr/>
          <a:lstStyle>
            <a:lvl1pPr marL="0" indent="0">
              <a:buNone/>
              <a:defRPr b="1">
                <a:solidFill>
                  <a:schemeClr val="bg2"/>
                </a:solidFill>
              </a:defRPr>
            </a:lvl1pPr>
          </a:lstStyle>
          <a:p>
            <a:pPr lvl="0"/>
            <a:r>
              <a:rPr lang="de-DE" dirty="0"/>
              <a:t>Name</a:t>
            </a:r>
          </a:p>
        </p:txBody>
      </p:sp>
      <p:sp>
        <p:nvSpPr>
          <p:cNvPr id="24" name="Textplatzhalter 10">
            <a:extLst>
              <a:ext uri="{FF2B5EF4-FFF2-40B4-BE49-F238E27FC236}">
                <a16:creationId xmlns:a16="http://schemas.microsoft.com/office/drawing/2014/main" id="{01F5EE52-2269-BE82-51A0-C3E1D5A242CA}"/>
              </a:ext>
            </a:extLst>
          </p:cNvPr>
          <p:cNvSpPr>
            <a:spLocks noGrp="1"/>
          </p:cNvSpPr>
          <p:nvPr>
            <p:ph type="body" sz="quarter" idx="27" hasCustomPrompt="1"/>
          </p:nvPr>
        </p:nvSpPr>
        <p:spPr>
          <a:xfrm>
            <a:off x="1170009" y="4137495"/>
            <a:ext cx="2399992" cy="639998"/>
          </a:xfrm>
        </p:spPr>
        <p:txBody>
          <a:bodyPr/>
          <a:lstStyle>
            <a:lvl1pPr marL="0" indent="0">
              <a:buNone/>
              <a:defRPr b="0">
                <a:solidFill>
                  <a:schemeClr val="bg2"/>
                </a:solidFill>
              </a:defRPr>
            </a:lvl1pPr>
          </a:lstStyle>
          <a:p>
            <a:pPr lvl="0"/>
            <a:r>
              <a:rPr lang="de-DE" dirty="0"/>
              <a:t>Position</a:t>
            </a:r>
          </a:p>
        </p:txBody>
      </p:sp>
      <p:sp>
        <p:nvSpPr>
          <p:cNvPr id="25" name="Bildplatzhalter 5">
            <a:extLst>
              <a:ext uri="{FF2B5EF4-FFF2-40B4-BE49-F238E27FC236}">
                <a16:creationId xmlns:a16="http://schemas.microsoft.com/office/drawing/2014/main" id="{7E0090B4-FF44-FD58-C74F-503625A43818}"/>
              </a:ext>
            </a:extLst>
          </p:cNvPr>
          <p:cNvSpPr>
            <a:spLocks noGrp="1"/>
          </p:cNvSpPr>
          <p:nvPr>
            <p:ph type="pic" sz="quarter" idx="28" hasCustomPrompt="1"/>
          </p:nvPr>
        </p:nvSpPr>
        <p:spPr>
          <a:xfrm>
            <a:off x="4049999" y="3817497"/>
            <a:ext cx="479998" cy="959997"/>
          </a:xfrm>
        </p:spPr>
        <p:txBody>
          <a:bodyPr/>
          <a:lstStyle>
            <a:lvl1pPr marL="0" indent="0">
              <a:buNone/>
              <a:defRPr>
                <a:solidFill>
                  <a:schemeClr val="bg1"/>
                </a:solidFill>
              </a:defRPr>
            </a:lvl1pPr>
          </a:lstStyle>
          <a:p>
            <a:pPr marL="0" marR="0" lvl="0" indent="0" algn="l" defTabSz="761970" rtl="0" eaLnBrk="1" fontAlgn="auto" latinLnBrk="0" hangingPunct="1">
              <a:lnSpc>
                <a:spcPct val="90000"/>
              </a:lnSpc>
              <a:spcBef>
                <a:spcPts val="833"/>
              </a:spcBef>
              <a:spcAft>
                <a:spcPts val="0"/>
              </a:spcAft>
              <a:buClr>
                <a:schemeClr val="bg2"/>
              </a:buClr>
              <a:buSzTx/>
              <a:buFont typeface="Wingdings" panose="05000000000000000000" pitchFamily="2" charset="2"/>
              <a:buNone/>
              <a:tabLst/>
              <a:defRPr/>
            </a:pPr>
            <a:r>
              <a:rPr lang="de-DE" dirty="0"/>
              <a:t>Bild hinzufügen</a:t>
            </a:r>
          </a:p>
        </p:txBody>
      </p:sp>
      <p:sp>
        <p:nvSpPr>
          <p:cNvPr id="26" name="Textplatzhalter 10">
            <a:extLst>
              <a:ext uri="{FF2B5EF4-FFF2-40B4-BE49-F238E27FC236}">
                <a16:creationId xmlns:a16="http://schemas.microsoft.com/office/drawing/2014/main" id="{EEAA2A95-32D0-9568-E6F1-696DCBE0C1C0}"/>
              </a:ext>
            </a:extLst>
          </p:cNvPr>
          <p:cNvSpPr>
            <a:spLocks noGrp="1"/>
          </p:cNvSpPr>
          <p:nvPr>
            <p:ph type="body" sz="quarter" idx="29" hasCustomPrompt="1"/>
          </p:nvPr>
        </p:nvSpPr>
        <p:spPr>
          <a:xfrm>
            <a:off x="4769996" y="3817497"/>
            <a:ext cx="2399993" cy="321028"/>
          </a:xfrm>
        </p:spPr>
        <p:txBody>
          <a:bodyPr/>
          <a:lstStyle>
            <a:lvl1pPr marL="0" indent="0">
              <a:buNone/>
              <a:defRPr b="1">
                <a:solidFill>
                  <a:schemeClr val="bg2"/>
                </a:solidFill>
              </a:defRPr>
            </a:lvl1pPr>
          </a:lstStyle>
          <a:p>
            <a:pPr lvl="0"/>
            <a:r>
              <a:rPr lang="de-DE" dirty="0"/>
              <a:t>Name</a:t>
            </a:r>
          </a:p>
        </p:txBody>
      </p:sp>
      <p:sp>
        <p:nvSpPr>
          <p:cNvPr id="27" name="Textplatzhalter 10">
            <a:extLst>
              <a:ext uri="{FF2B5EF4-FFF2-40B4-BE49-F238E27FC236}">
                <a16:creationId xmlns:a16="http://schemas.microsoft.com/office/drawing/2014/main" id="{26B0ACDC-9877-0388-6175-2840D1370E1A}"/>
              </a:ext>
            </a:extLst>
          </p:cNvPr>
          <p:cNvSpPr>
            <a:spLocks noGrp="1"/>
          </p:cNvSpPr>
          <p:nvPr>
            <p:ph type="body" sz="quarter" idx="30" hasCustomPrompt="1"/>
          </p:nvPr>
        </p:nvSpPr>
        <p:spPr>
          <a:xfrm>
            <a:off x="4769997" y="4137495"/>
            <a:ext cx="2399992" cy="639998"/>
          </a:xfrm>
        </p:spPr>
        <p:txBody>
          <a:bodyPr/>
          <a:lstStyle>
            <a:lvl1pPr marL="0" indent="0">
              <a:buNone/>
              <a:defRPr b="0">
                <a:solidFill>
                  <a:schemeClr val="bg2"/>
                </a:solidFill>
              </a:defRPr>
            </a:lvl1pPr>
          </a:lstStyle>
          <a:p>
            <a:pPr lvl="0"/>
            <a:r>
              <a:rPr lang="de-DE" dirty="0"/>
              <a:t>Position</a:t>
            </a:r>
          </a:p>
        </p:txBody>
      </p:sp>
      <p:sp>
        <p:nvSpPr>
          <p:cNvPr id="30" name="Titel 7">
            <a:extLst>
              <a:ext uri="{FF2B5EF4-FFF2-40B4-BE49-F238E27FC236}">
                <a16:creationId xmlns:a16="http://schemas.microsoft.com/office/drawing/2014/main" id="{94242789-2C7D-99E3-C364-22E8D03D4C6A}"/>
              </a:ext>
            </a:extLst>
          </p:cNvPr>
          <p:cNvSpPr>
            <a:spLocks noGrp="1"/>
          </p:cNvSpPr>
          <p:nvPr>
            <p:ph type="title"/>
          </p:nvPr>
        </p:nvSpPr>
        <p:spPr>
          <a:xfrm>
            <a:off x="210014" y="297510"/>
            <a:ext cx="3359988" cy="1279996"/>
          </a:xfrm>
        </p:spPr>
        <p:txBody>
          <a:bodyPr anchor="ctr"/>
          <a:lstStyle>
            <a:lvl1pPr>
              <a:defRPr sz="2500">
                <a:solidFill>
                  <a:schemeClr val="bg1"/>
                </a:solidFill>
              </a:defRPr>
            </a:lvl1pPr>
          </a:lstStyle>
          <a:p>
            <a:endParaRPr lang="de-DE" dirty="0"/>
          </a:p>
        </p:txBody>
      </p:sp>
      <p:sp>
        <p:nvSpPr>
          <p:cNvPr id="32" name="Rechteck 31">
            <a:extLst>
              <a:ext uri="{FF2B5EF4-FFF2-40B4-BE49-F238E27FC236}">
                <a16:creationId xmlns:a16="http://schemas.microsoft.com/office/drawing/2014/main" id="{9D057561-A98C-7595-EEDF-D49BFAE3DDBE}"/>
              </a:ext>
            </a:extLst>
          </p:cNvPr>
          <p:cNvSpPr/>
          <p:nvPr userDrawn="1"/>
        </p:nvSpPr>
        <p:spPr>
          <a:xfrm>
            <a:off x="3570001" y="0"/>
            <a:ext cx="500981" cy="30150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pic>
        <p:nvPicPr>
          <p:cNvPr id="5" name="Bild 8">
            <a:extLst>
              <a:ext uri="{FF2B5EF4-FFF2-40B4-BE49-F238E27FC236}">
                <a16:creationId xmlns:a16="http://schemas.microsoft.com/office/drawing/2014/main" id="{20D3C0D2-69DF-807F-94E4-D0342FC946FA}"/>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6888000" y="320000"/>
            <a:ext cx="480000" cy="337348"/>
          </a:xfrm>
          <a:prstGeom prst="rect">
            <a:avLst/>
          </a:prstGeom>
        </p:spPr>
      </p:pic>
    </p:spTree>
    <p:extLst>
      <p:ext uri="{BB962C8B-B14F-4D97-AF65-F5344CB8AC3E}">
        <p14:creationId xmlns:p14="http://schemas.microsoft.com/office/powerpoint/2010/main" val="325203770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nhalt mit Bild unten ">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1928C97-E1BD-BA39-E7BD-195EDE5C1DF0}"/>
              </a:ext>
            </a:extLst>
          </p:cNvPr>
          <p:cNvSpPr>
            <a:spLocks noGrp="1"/>
          </p:cNvSpPr>
          <p:nvPr>
            <p:ph type="title"/>
          </p:nvPr>
        </p:nvSpPr>
        <p:spPr/>
        <p:txBody>
          <a:bodyPr/>
          <a:lstStyle/>
          <a:p>
            <a:r>
              <a:rPr lang="de-DE" dirty="0"/>
              <a:t>Mastertitelformat bearbeiten</a:t>
            </a:r>
          </a:p>
        </p:txBody>
      </p:sp>
      <p:sp>
        <p:nvSpPr>
          <p:cNvPr id="3" name="Inhaltsplatzhalter 2">
            <a:extLst>
              <a:ext uri="{FF2B5EF4-FFF2-40B4-BE49-F238E27FC236}">
                <a16:creationId xmlns:a16="http://schemas.microsoft.com/office/drawing/2014/main" id="{489C01AF-1351-9860-C269-EB996B34CC7B}"/>
              </a:ext>
            </a:extLst>
          </p:cNvPr>
          <p:cNvSpPr>
            <a:spLocks noGrp="1"/>
          </p:cNvSpPr>
          <p:nvPr>
            <p:ph idx="1" hasCustomPrompt="1"/>
          </p:nvPr>
        </p:nvSpPr>
        <p:spPr>
          <a:xfrm>
            <a:off x="210013" y="1897504"/>
            <a:ext cx="7199975" cy="639998"/>
          </a:xfrm>
        </p:spPr>
        <p:txBody>
          <a:bodyPr/>
          <a:lstStyle>
            <a:lvl1pPr marL="238115" indent="-238115">
              <a:buFont typeface="Wingdings" panose="05000000000000000000" pitchFamily="2" charset="2"/>
              <a:buChar char="§"/>
              <a:defRPr/>
            </a:lvl1pPr>
          </a:lstStyle>
          <a:p>
            <a:pPr lvl="0"/>
            <a:r>
              <a:rPr lang="de-DE" dirty="0"/>
              <a:t>Inhalt</a:t>
            </a:r>
          </a:p>
        </p:txBody>
      </p:sp>
      <p:sp>
        <p:nvSpPr>
          <p:cNvPr id="5" name="Fußzeilenplatzhalter 4">
            <a:extLst>
              <a:ext uri="{FF2B5EF4-FFF2-40B4-BE49-F238E27FC236}">
                <a16:creationId xmlns:a16="http://schemas.microsoft.com/office/drawing/2014/main" id="{DEBD070B-8AE7-070B-0041-1A946432EA04}"/>
              </a:ext>
            </a:extLst>
          </p:cNvPr>
          <p:cNvSpPr>
            <a:spLocks noGrp="1"/>
          </p:cNvSpPr>
          <p:nvPr>
            <p:ph type="ftr" sz="quarter" idx="11"/>
          </p:nvPr>
        </p:nvSpPr>
        <p:spPr/>
        <p:txBody>
          <a:bodyPr/>
          <a:lstStyle/>
          <a:p>
            <a:r>
              <a:rPr lang="de-DE"/>
              <a:t>TUM School of Computation, Information and Technology | Technische Universität München</a:t>
            </a:r>
            <a:endParaRPr lang="de-DE" dirty="0"/>
          </a:p>
        </p:txBody>
      </p:sp>
      <p:sp>
        <p:nvSpPr>
          <p:cNvPr id="6" name="Foliennummernplatzhalter 5">
            <a:extLst>
              <a:ext uri="{FF2B5EF4-FFF2-40B4-BE49-F238E27FC236}">
                <a16:creationId xmlns:a16="http://schemas.microsoft.com/office/drawing/2014/main" id="{2EA066F9-9F49-4F67-1DF3-ED3BBCCF8DD4}"/>
              </a:ext>
            </a:extLst>
          </p:cNvPr>
          <p:cNvSpPr>
            <a:spLocks noGrp="1"/>
          </p:cNvSpPr>
          <p:nvPr>
            <p:ph type="sldNum" sz="quarter" idx="12"/>
          </p:nvPr>
        </p:nvSpPr>
        <p:spPr/>
        <p:txBody>
          <a:bodyPr/>
          <a:lstStyle/>
          <a:p>
            <a:fld id="{7BC6339C-EBB9-4F99-9F6F-F0910A22596F}" type="slidenum">
              <a:rPr lang="de-DE" smtClean="0"/>
              <a:t>‹#›</a:t>
            </a:fld>
            <a:endParaRPr lang="de-DE"/>
          </a:p>
        </p:txBody>
      </p:sp>
      <p:sp>
        <p:nvSpPr>
          <p:cNvPr id="4" name="Rechteck 3">
            <a:extLst>
              <a:ext uri="{FF2B5EF4-FFF2-40B4-BE49-F238E27FC236}">
                <a16:creationId xmlns:a16="http://schemas.microsoft.com/office/drawing/2014/main" id="{09CF132E-6121-73FA-F345-88F183FF4389}"/>
              </a:ext>
            </a:extLst>
          </p:cNvPr>
          <p:cNvSpPr/>
          <p:nvPr userDrawn="1"/>
        </p:nvSpPr>
        <p:spPr>
          <a:xfrm>
            <a:off x="6672005" y="3173502"/>
            <a:ext cx="954002" cy="1272002"/>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sp>
        <p:nvSpPr>
          <p:cNvPr id="7" name="Rechteck 6">
            <a:extLst>
              <a:ext uri="{FF2B5EF4-FFF2-40B4-BE49-F238E27FC236}">
                <a16:creationId xmlns:a16="http://schemas.microsoft.com/office/drawing/2014/main" id="{DE94DD86-235D-5EAE-2D84-DE6C5E724CF0}"/>
              </a:ext>
            </a:extLst>
          </p:cNvPr>
          <p:cNvSpPr/>
          <p:nvPr userDrawn="1"/>
        </p:nvSpPr>
        <p:spPr>
          <a:xfrm>
            <a:off x="6195005" y="2541498"/>
            <a:ext cx="477001" cy="63600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a:p>
        </p:txBody>
      </p:sp>
      <p:sp>
        <p:nvSpPr>
          <p:cNvPr id="10" name="Bildplatzhalter 9">
            <a:extLst>
              <a:ext uri="{FF2B5EF4-FFF2-40B4-BE49-F238E27FC236}">
                <a16:creationId xmlns:a16="http://schemas.microsoft.com/office/drawing/2014/main" id="{BCE4870C-C3D0-A275-470D-2012C40EF68E}"/>
              </a:ext>
            </a:extLst>
          </p:cNvPr>
          <p:cNvSpPr>
            <a:spLocks noGrp="1"/>
          </p:cNvSpPr>
          <p:nvPr>
            <p:ph type="pic" sz="quarter" idx="13"/>
          </p:nvPr>
        </p:nvSpPr>
        <p:spPr>
          <a:xfrm>
            <a:off x="2" y="2543431"/>
            <a:ext cx="7620740" cy="2858073"/>
          </a:xfrm>
          <a:custGeom>
            <a:avLst/>
            <a:gdLst>
              <a:gd name="connsiteX0" fmla="*/ 0 w 9144000"/>
              <a:gd name="connsiteY0" fmla="*/ 0 h 2577604"/>
              <a:gd name="connsiteX1" fmla="*/ 9144000 w 9144000"/>
              <a:gd name="connsiteY1" fmla="*/ 0 h 2577604"/>
              <a:gd name="connsiteX2" fmla="*/ 9144000 w 9144000"/>
              <a:gd name="connsiteY2" fmla="*/ 2577604 h 2577604"/>
              <a:gd name="connsiteX3" fmla="*/ 0 w 9144000"/>
              <a:gd name="connsiteY3" fmla="*/ 2577604 h 2577604"/>
              <a:gd name="connsiteX4" fmla="*/ 0 w 9144000"/>
              <a:gd name="connsiteY4" fmla="*/ 0 h 2577604"/>
              <a:gd name="connsiteX0" fmla="*/ 0 w 9144000"/>
              <a:gd name="connsiteY0" fmla="*/ 1906 h 2579510"/>
              <a:gd name="connsiteX1" fmla="*/ 7427421 w 9144000"/>
              <a:gd name="connsiteY1" fmla="*/ 0 h 2579510"/>
              <a:gd name="connsiteX2" fmla="*/ 9144000 w 9144000"/>
              <a:gd name="connsiteY2" fmla="*/ 1906 h 2579510"/>
              <a:gd name="connsiteX3" fmla="*/ 9144000 w 9144000"/>
              <a:gd name="connsiteY3" fmla="*/ 2579510 h 2579510"/>
              <a:gd name="connsiteX4" fmla="*/ 0 w 9144000"/>
              <a:gd name="connsiteY4" fmla="*/ 2579510 h 2579510"/>
              <a:gd name="connsiteX5" fmla="*/ 0 w 9144000"/>
              <a:gd name="connsiteY5" fmla="*/ 1906 h 2579510"/>
              <a:gd name="connsiteX0" fmla="*/ 0 w 9144000"/>
              <a:gd name="connsiteY0" fmla="*/ 1906 h 2579510"/>
              <a:gd name="connsiteX1" fmla="*/ 7427421 w 9144000"/>
              <a:gd name="connsiteY1" fmla="*/ 0 h 2579510"/>
              <a:gd name="connsiteX2" fmla="*/ 9144000 w 9144000"/>
              <a:gd name="connsiteY2" fmla="*/ 1906 h 2579510"/>
              <a:gd name="connsiteX3" fmla="*/ 9144000 w 9144000"/>
              <a:gd name="connsiteY3" fmla="*/ 2579510 h 2579510"/>
              <a:gd name="connsiteX4" fmla="*/ 0 w 9144000"/>
              <a:gd name="connsiteY4" fmla="*/ 2579510 h 2579510"/>
              <a:gd name="connsiteX5" fmla="*/ 0 w 9144000"/>
              <a:gd name="connsiteY5" fmla="*/ 1906 h 2579510"/>
              <a:gd name="connsiteX0" fmla="*/ 0 w 9144000"/>
              <a:gd name="connsiteY0" fmla="*/ 1906 h 2579510"/>
              <a:gd name="connsiteX1" fmla="*/ 7427421 w 9144000"/>
              <a:gd name="connsiteY1" fmla="*/ 0 h 2579510"/>
              <a:gd name="connsiteX2" fmla="*/ 8009312 w 9144000"/>
              <a:gd name="connsiteY2" fmla="*/ 0 h 2579510"/>
              <a:gd name="connsiteX3" fmla="*/ 9144000 w 9144000"/>
              <a:gd name="connsiteY3" fmla="*/ 1906 h 2579510"/>
              <a:gd name="connsiteX4" fmla="*/ 9144000 w 9144000"/>
              <a:gd name="connsiteY4" fmla="*/ 2579510 h 2579510"/>
              <a:gd name="connsiteX5" fmla="*/ 0 w 9144000"/>
              <a:gd name="connsiteY5" fmla="*/ 2579510 h 2579510"/>
              <a:gd name="connsiteX6" fmla="*/ 0 w 9144000"/>
              <a:gd name="connsiteY6" fmla="*/ 1906 h 2579510"/>
              <a:gd name="connsiteX0" fmla="*/ 0 w 9144000"/>
              <a:gd name="connsiteY0" fmla="*/ 1906 h 2579510"/>
              <a:gd name="connsiteX1" fmla="*/ 7427421 w 9144000"/>
              <a:gd name="connsiteY1" fmla="*/ 0 h 2579510"/>
              <a:gd name="connsiteX2" fmla="*/ 7435734 w 9144000"/>
              <a:gd name="connsiteY2" fmla="*/ 577735 h 2579510"/>
              <a:gd name="connsiteX3" fmla="*/ 9144000 w 9144000"/>
              <a:gd name="connsiteY3" fmla="*/ 1906 h 2579510"/>
              <a:gd name="connsiteX4" fmla="*/ 9144000 w 9144000"/>
              <a:gd name="connsiteY4" fmla="*/ 2579510 h 2579510"/>
              <a:gd name="connsiteX5" fmla="*/ 0 w 9144000"/>
              <a:gd name="connsiteY5" fmla="*/ 2579510 h 2579510"/>
              <a:gd name="connsiteX6" fmla="*/ 0 w 9144000"/>
              <a:gd name="connsiteY6" fmla="*/ 1906 h 2579510"/>
              <a:gd name="connsiteX0" fmla="*/ 0 w 9144000"/>
              <a:gd name="connsiteY0" fmla="*/ 1906 h 2579510"/>
              <a:gd name="connsiteX1" fmla="*/ 7427421 w 9144000"/>
              <a:gd name="connsiteY1" fmla="*/ 0 h 2579510"/>
              <a:gd name="connsiteX2" fmla="*/ 7435734 w 9144000"/>
              <a:gd name="connsiteY2" fmla="*/ 577735 h 2579510"/>
              <a:gd name="connsiteX3" fmla="*/ 8104908 w 9144000"/>
              <a:gd name="connsiteY3" fmla="*/ 353291 h 2579510"/>
              <a:gd name="connsiteX4" fmla="*/ 9144000 w 9144000"/>
              <a:gd name="connsiteY4" fmla="*/ 1906 h 2579510"/>
              <a:gd name="connsiteX5" fmla="*/ 9144000 w 9144000"/>
              <a:gd name="connsiteY5" fmla="*/ 2579510 h 2579510"/>
              <a:gd name="connsiteX6" fmla="*/ 0 w 9144000"/>
              <a:gd name="connsiteY6" fmla="*/ 2579510 h 2579510"/>
              <a:gd name="connsiteX7" fmla="*/ 0 w 9144000"/>
              <a:gd name="connsiteY7" fmla="*/ 1906 h 2579510"/>
              <a:gd name="connsiteX0" fmla="*/ 0 w 9144000"/>
              <a:gd name="connsiteY0" fmla="*/ 1906 h 2579510"/>
              <a:gd name="connsiteX1" fmla="*/ 7427421 w 9144000"/>
              <a:gd name="connsiteY1" fmla="*/ 0 h 2579510"/>
              <a:gd name="connsiteX2" fmla="*/ 7435734 w 9144000"/>
              <a:gd name="connsiteY2" fmla="*/ 577735 h 2579510"/>
              <a:gd name="connsiteX3" fmla="*/ 8005156 w 9144000"/>
              <a:gd name="connsiteY3" fmla="*/ 573578 h 2579510"/>
              <a:gd name="connsiteX4" fmla="*/ 9144000 w 9144000"/>
              <a:gd name="connsiteY4" fmla="*/ 1906 h 2579510"/>
              <a:gd name="connsiteX5" fmla="*/ 9144000 w 9144000"/>
              <a:gd name="connsiteY5" fmla="*/ 2579510 h 2579510"/>
              <a:gd name="connsiteX6" fmla="*/ 0 w 9144000"/>
              <a:gd name="connsiteY6" fmla="*/ 2579510 h 2579510"/>
              <a:gd name="connsiteX7" fmla="*/ 0 w 9144000"/>
              <a:gd name="connsiteY7" fmla="*/ 1906 h 2579510"/>
              <a:gd name="connsiteX0" fmla="*/ 0 w 9144000"/>
              <a:gd name="connsiteY0" fmla="*/ 1906 h 2579510"/>
              <a:gd name="connsiteX1" fmla="*/ 7427421 w 9144000"/>
              <a:gd name="connsiteY1" fmla="*/ 0 h 2579510"/>
              <a:gd name="connsiteX2" fmla="*/ 7435734 w 9144000"/>
              <a:gd name="connsiteY2" fmla="*/ 577735 h 2579510"/>
              <a:gd name="connsiteX3" fmla="*/ 8005156 w 9144000"/>
              <a:gd name="connsiteY3" fmla="*/ 573578 h 2579510"/>
              <a:gd name="connsiteX4" fmla="*/ 9144000 w 9144000"/>
              <a:gd name="connsiteY4" fmla="*/ 2579510 h 2579510"/>
              <a:gd name="connsiteX5" fmla="*/ 0 w 9144000"/>
              <a:gd name="connsiteY5" fmla="*/ 2579510 h 2579510"/>
              <a:gd name="connsiteX6" fmla="*/ 0 w 9144000"/>
              <a:gd name="connsiteY6" fmla="*/ 1906 h 2579510"/>
              <a:gd name="connsiteX0" fmla="*/ 0 w 9144000"/>
              <a:gd name="connsiteY0" fmla="*/ 1906 h 2579510"/>
              <a:gd name="connsiteX1" fmla="*/ 7427421 w 9144000"/>
              <a:gd name="connsiteY1" fmla="*/ 0 h 2579510"/>
              <a:gd name="connsiteX2" fmla="*/ 7435734 w 9144000"/>
              <a:gd name="connsiteY2" fmla="*/ 577735 h 2579510"/>
              <a:gd name="connsiteX3" fmla="*/ 8005156 w 9144000"/>
              <a:gd name="connsiteY3" fmla="*/ 573578 h 2579510"/>
              <a:gd name="connsiteX4" fmla="*/ 8657704 w 9144000"/>
              <a:gd name="connsiteY4" fmla="*/ 1724891 h 2579510"/>
              <a:gd name="connsiteX5" fmla="*/ 9144000 w 9144000"/>
              <a:gd name="connsiteY5" fmla="*/ 2579510 h 2579510"/>
              <a:gd name="connsiteX6" fmla="*/ 0 w 9144000"/>
              <a:gd name="connsiteY6" fmla="*/ 2579510 h 2579510"/>
              <a:gd name="connsiteX7" fmla="*/ 0 w 9144000"/>
              <a:gd name="connsiteY7" fmla="*/ 1906 h 2579510"/>
              <a:gd name="connsiteX0" fmla="*/ 0 w 9148155"/>
              <a:gd name="connsiteY0" fmla="*/ 1906 h 2579510"/>
              <a:gd name="connsiteX1" fmla="*/ 7427421 w 9148155"/>
              <a:gd name="connsiteY1" fmla="*/ 0 h 2579510"/>
              <a:gd name="connsiteX2" fmla="*/ 7435734 w 9148155"/>
              <a:gd name="connsiteY2" fmla="*/ 577735 h 2579510"/>
              <a:gd name="connsiteX3" fmla="*/ 8005156 w 9148155"/>
              <a:gd name="connsiteY3" fmla="*/ 573578 h 2579510"/>
              <a:gd name="connsiteX4" fmla="*/ 9148155 w 9148155"/>
              <a:gd name="connsiteY4" fmla="*/ 1724891 h 2579510"/>
              <a:gd name="connsiteX5" fmla="*/ 9144000 w 9148155"/>
              <a:gd name="connsiteY5" fmla="*/ 2579510 h 2579510"/>
              <a:gd name="connsiteX6" fmla="*/ 0 w 9148155"/>
              <a:gd name="connsiteY6" fmla="*/ 2579510 h 2579510"/>
              <a:gd name="connsiteX7" fmla="*/ 0 w 9148155"/>
              <a:gd name="connsiteY7" fmla="*/ 1906 h 2579510"/>
              <a:gd name="connsiteX0" fmla="*/ 0 w 9148155"/>
              <a:gd name="connsiteY0" fmla="*/ 1906 h 2579510"/>
              <a:gd name="connsiteX1" fmla="*/ 7427421 w 9148155"/>
              <a:gd name="connsiteY1" fmla="*/ 0 h 2579510"/>
              <a:gd name="connsiteX2" fmla="*/ 7435734 w 9148155"/>
              <a:gd name="connsiteY2" fmla="*/ 577735 h 2579510"/>
              <a:gd name="connsiteX3" fmla="*/ 8005156 w 9148155"/>
              <a:gd name="connsiteY3" fmla="*/ 573578 h 2579510"/>
              <a:gd name="connsiteX4" fmla="*/ 8611984 w 9148155"/>
              <a:gd name="connsiteY4" fmla="*/ 1192876 h 2579510"/>
              <a:gd name="connsiteX5" fmla="*/ 9148155 w 9148155"/>
              <a:gd name="connsiteY5" fmla="*/ 1724891 h 2579510"/>
              <a:gd name="connsiteX6" fmla="*/ 9144000 w 9148155"/>
              <a:gd name="connsiteY6" fmla="*/ 2579510 h 2579510"/>
              <a:gd name="connsiteX7" fmla="*/ 0 w 9148155"/>
              <a:gd name="connsiteY7" fmla="*/ 2579510 h 2579510"/>
              <a:gd name="connsiteX8" fmla="*/ 0 w 9148155"/>
              <a:gd name="connsiteY8" fmla="*/ 1906 h 2579510"/>
              <a:gd name="connsiteX0" fmla="*/ 0 w 9148155"/>
              <a:gd name="connsiteY0" fmla="*/ 1906 h 2579510"/>
              <a:gd name="connsiteX1" fmla="*/ 7427421 w 9148155"/>
              <a:gd name="connsiteY1" fmla="*/ 0 h 2579510"/>
              <a:gd name="connsiteX2" fmla="*/ 7435734 w 9148155"/>
              <a:gd name="connsiteY2" fmla="*/ 577735 h 2579510"/>
              <a:gd name="connsiteX3" fmla="*/ 8005156 w 9148155"/>
              <a:gd name="connsiteY3" fmla="*/ 573578 h 2579510"/>
              <a:gd name="connsiteX4" fmla="*/ 8005155 w 9148155"/>
              <a:gd name="connsiteY4" fmla="*/ 1716577 h 2579510"/>
              <a:gd name="connsiteX5" fmla="*/ 9148155 w 9148155"/>
              <a:gd name="connsiteY5" fmla="*/ 1724891 h 2579510"/>
              <a:gd name="connsiteX6" fmla="*/ 9144000 w 9148155"/>
              <a:gd name="connsiteY6" fmla="*/ 2579510 h 2579510"/>
              <a:gd name="connsiteX7" fmla="*/ 0 w 9148155"/>
              <a:gd name="connsiteY7" fmla="*/ 2579510 h 2579510"/>
              <a:gd name="connsiteX8" fmla="*/ 0 w 9148155"/>
              <a:gd name="connsiteY8" fmla="*/ 1906 h 2579510"/>
              <a:gd name="connsiteX0" fmla="*/ 0 w 9152312"/>
              <a:gd name="connsiteY0" fmla="*/ 1906 h 2579510"/>
              <a:gd name="connsiteX1" fmla="*/ 7427421 w 9152312"/>
              <a:gd name="connsiteY1" fmla="*/ 0 h 2579510"/>
              <a:gd name="connsiteX2" fmla="*/ 7435734 w 9152312"/>
              <a:gd name="connsiteY2" fmla="*/ 577735 h 2579510"/>
              <a:gd name="connsiteX3" fmla="*/ 8005156 w 9152312"/>
              <a:gd name="connsiteY3" fmla="*/ 573578 h 2579510"/>
              <a:gd name="connsiteX4" fmla="*/ 8005155 w 9152312"/>
              <a:gd name="connsiteY4" fmla="*/ 1716577 h 2579510"/>
              <a:gd name="connsiteX5" fmla="*/ 9152312 w 9152312"/>
              <a:gd name="connsiteY5" fmla="*/ 1720734 h 2579510"/>
              <a:gd name="connsiteX6" fmla="*/ 9144000 w 9152312"/>
              <a:gd name="connsiteY6" fmla="*/ 2579510 h 2579510"/>
              <a:gd name="connsiteX7" fmla="*/ 0 w 9152312"/>
              <a:gd name="connsiteY7" fmla="*/ 2579510 h 2579510"/>
              <a:gd name="connsiteX8" fmla="*/ 0 w 9152312"/>
              <a:gd name="connsiteY8" fmla="*/ 1906 h 2579510"/>
              <a:gd name="connsiteX0" fmla="*/ 0 w 9152312"/>
              <a:gd name="connsiteY0" fmla="*/ 1906 h 2579510"/>
              <a:gd name="connsiteX1" fmla="*/ 7427421 w 9152312"/>
              <a:gd name="connsiteY1" fmla="*/ 0 h 2579510"/>
              <a:gd name="connsiteX2" fmla="*/ 7435734 w 9152312"/>
              <a:gd name="connsiteY2" fmla="*/ 569422 h 2579510"/>
              <a:gd name="connsiteX3" fmla="*/ 8005156 w 9152312"/>
              <a:gd name="connsiteY3" fmla="*/ 573578 h 2579510"/>
              <a:gd name="connsiteX4" fmla="*/ 8005155 w 9152312"/>
              <a:gd name="connsiteY4" fmla="*/ 1716577 h 2579510"/>
              <a:gd name="connsiteX5" fmla="*/ 9152312 w 9152312"/>
              <a:gd name="connsiteY5" fmla="*/ 1720734 h 2579510"/>
              <a:gd name="connsiteX6" fmla="*/ 9144000 w 9152312"/>
              <a:gd name="connsiteY6" fmla="*/ 2579510 h 2579510"/>
              <a:gd name="connsiteX7" fmla="*/ 0 w 9152312"/>
              <a:gd name="connsiteY7" fmla="*/ 2579510 h 2579510"/>
              <a:gd name="connsiteX8" fmla="*/ 0 w 9152312"/>
              <a:gd name="connsiteY8" fmla="*/ 1906 h 2579510"/>
              <a:gd name="connsiteX0" fmla="*/ 0 w 9152312"/>
              <a:gd name="connsiteY0" fmla="*/ 1906 h 2579510"/>
              <a:gd name="connsiteX1" fmla="*/ 7439890 w 9152312"/>
              <a:gd name="connsiteY1" fmla="*/ 0 h 2579510"/>
              <a:gd name="connsiteX2" fmla="*/ 7435734 w 9152312"/>
              <a:gd name="connsiteY2" fmla="*/ 569422 h 2579510"/>
              <a:gd name="connsiteX3" fmla="*/ 8005156 w 9152312"/>
              <a:gd name="connsiteY3" fmla="*/ 573578 h 2579510"/>
              <a:gd name="connsiteX4" fmla="*/ 8005155 w 9152312"/>
              <a:gd name="connsiteY4" fmla="*/ 1716577 h 2579510"/>
              <a:gd name="connsiteX5" fmla="*/ 9152312 w 9152312"/>
              <a:gd name="connsiteY5" fmla="*/ 1720734 h 2579510"/>
              <a:gd name="connsiteX6" fmla="*/ 9144000 w 9152312"/>
              <a:gd name="connsiteY6" fmla="*/ 2579510 h 2579510"/>
              <a:gd name="connsiteX7" fmla="*/ 0 w 9152312"/>
              <a:gd name="connsiteY7" fmla="*/ 2579510 h 2579510"/>
              <a:gd name="connsiteX8" fmla="*/ 0 w 9152312"/>
              <a:gd name="connsiteY8" fmla="*/ 1906 h 2579510"/>
              <a:gd name="connsiteX0" fmla="*/ 0 w 9152312"/>
              <a:gd name="connsiteY0" fmla="*/ 1906 h 2579510"/>
              <a:gd name="connsiteX1" fmla="*/ 7439890 w 9152312"/>
              <a:gd name="connsiteY1" fmla="*/ 0 h 2579510"/>
              <a:gd name="connsiteX2" fmla="*/ 7435734 w 9152312"/>
              <a:gd name="connsiteY2" fmla="*/ 569422 h 2579510"/>
              <a:gd name="connsiteX3" fmla="*/ 8005156 w 9152312"/>
              <a:gd name="connsiteY3" fmla="*/ 569747 h 2579510"/>
              <a:gd name="connsiteX4" fmla="*/ 8005155 w 9152312"/>
              <a:gd name="connsiteY4" fmla="*/ 1716577 h 2579510"/>
              <a:gd name="connsiteX5" fmla="*/ 9152312 w 9152312"/>
              <a:gd name="connsiteY5" fmla="*/ 1720734 h 2579510"/>
              <a:gd name="connsiteX6" fmla="*/ 9144000 w 9152312"/>
              <a:gd name="connsiteY6" fmla="*/ 2579510 h 2579510"/>
              <a:gd name="connsiteX7" fmla="*/ 0 w 9152312"/>
              <a:gd name="connsiteY7" fmla="*/ 2579510 h 2579510"/>
              <a:gd name="connsiteX8" fmla="*/ 0 w 9152312"/>
              <a:gd name="connsiteY8" fmla="*/ 1906 h 2579510"/>
              <a:gd name="connsiteX0" fmla="*/ 0 w 9144888"/>
              <a:gd name="connsiteY0" fmla="*/ 1906 h 2579510"/>
              <a:gd name="connsiteX1" fmla="*/ 7439890 w 9144888"/>
              <a:gd name="connsiteY1" fmla="*/ 0 h 2579510"/>
              <a:gd name="connsiteX2" fmla="*/ 7435734 w 9144888"/>
              <a:gd name="connsiteY2" fmla="*/ 569422 h 2579510"/>
              <a:gd name="connsiteX3" fmla="*/ 8005156 w 9144888"/>
              <a:gd name="connsiteY3" fmla="*/ 569747 h 2579510"/>
              <a:gd name="connsiteX4" fmla="*/ 8005155 w 9144888"/>
              <a:gd name="connsiteY4" fmla="*/ 1716577 h 2579510"/>
              <a:gd name="connsiteX5" fmla="*/ 9144692 w 9144888"/>
              <a:gd name="connsiteY5" fmla="*/ 1713071 h 2579510"/>
              <a:gd name="connsiteX6" fmla="*/ 9144000 w 9144888"/>
              <a:gd name="connsiteY6" fmla="*/ 2579510 h 2579510"/>
              <a:gd name="connsiteX7" fmla="*/ 0 w 9144888"/>
              <a:gd name="connsiteY7" fmla="*/ 2579510 h 2579510"/>
              <a:gd name="connsiteX8" fmla="*/ 0 w 9144888"/>
              <a:gd name="connsiteY8" fmla="*/ 1906 h 2579510"/>
              <a:gd name="connsiteX0" fmla="*/ 0 w 9144888"/>
              <a:gd name="connsiteY0" fmla="*/ 1906 h 2579510"/>
              <a:gd name="connsiteX1" fmla="*/ 7439890 w 9144888"/>
              <a:gd name="connsiteY1" fmla="*/ 0 h 2579510"/>
              <a:gd name="connsiteX2" fmla="*/ 7435734 w 9144888"/>
              <a:gd name="connsiteY2" fmla="*/ 569422 h 2579510"/>
              <a:gd name="connsiteX3" fmla="*/ 8005156 w 9144888"/>
              <a:gd name="connsiteY3" fmla="*/ 569747 h 2579510"/>
              <a:gd name="connsiteX4" fmla="*/ 8005155 w 9144888"/>
              <a:gd name="connsiteY4" fmla="*/ 1708914 h 2579510"/>
              <a:gd name="connsiteX5" fmla="*/ 9144692 w 9144888"/>
              <a:gd name="connsiteY5" fmla="*/ 1713071 h 2579510"/>
              <a:gd name="connsiteX6" fmla="*/ 9144000 w 9144888"/>
              <a:gd name="connsiteY6" fmla="*/ 2579510 h 2579510"/>
              <a:gd name="connsiteX7" fmla="*/ 0 w 9144888"/>
              <a:gd name="connsiteY7" fmla="*/ 2579510 h 2579510"/>
              <a:gd name="connsiteX8" fmla="*/ 0 w 9144888"/>
              <a:gd name="connsiteY8" fmla="*/ 1906 h 2579510"/>
              <a:gd name="connsiteX0" fmla="*/ 0 w 9144888"/>
              <a:gd name="connsiteY0" fmla="*/ 9090 h 2586694"/>
              <a:gd name="connsiteX1" fmla="*/ 7437509 w 9144888"/>
              <a:gd name="connsiteY1" fmla="*/ 0 h 2586694"/>
              <a:gd name="connsiteX2" fmla="*/ 7435734 w 9144888"/>
              <a:gd name="connsiteY2" fmla="*/ 576606 h 2586694"/>
              <a:gd name="connsiteX3" fmla="*/ 8005156 w 9144888"/>
              <a:gd name="connsiteY3" fmla="*/ 576931 h 2586694"/>
              <a:gd name="connsiteX4" fmla="*/ 8005155 w 9144888"/>
              <a:gd name="connsiteY4" fmla="*/ 1716098 h 2586694"/>
              <a:gd name="connsiteX5" fmla="*/ 9144692 w 9144888"/>
              <a:gd name="connsiteY5" fmla="*/ 1720255 h 2586694"/>
              <a:gd name="connsiteX6" fmla="*/ 9144000 w 9144888"/>
              <a:gd name="connsiteY6" fmla="*/ 2586694 h 2586694"/>
              <a:gd name="connsiteX7" fmla="*/ 0 w 9144888"/>
              <a:gd name="connsiteY7" fmla="*/ 2586694 h 2586694"/>
              <a:gd name="connsiteX8" fmla="*/ 0 w 9144888"/>
              <a:gd name="connsiteY8" fmla="*/ 9090 h 2586694"/>
              <a:gd name="connsiteX0" fmla="*/ 0 w 9144888"/>
              <a:gd name="connsiteY0" fmla="*/ 9090 h 2586694"/>
              <a:gd name="connsiteX1" fmla="*/ 7437509 w 9144888"/>
              <a:gd name="connsiteY1" fmla="*/ 0 h 2586694"/>
              <a:gd name="connsiteX2" fmla="*/ 7435734 w 9144888"/>
              <a:gd name="connsiteY2" fmla="*/ 576606 h 2586694"/>
              <a:gd name="connsiteX3" fmla="*/ 8005156 w 9144888"/>
              <a:gd name="connsiteY3" fmla="*/ 572141 h 2586694"/>
              <a:gd name="connsiteX4" fmla="*/ 8005155 w 9144888"/>
              <a:gd name="connsiteY4" fmla="*/ 1716098 h 2586694"/>
              <a:gd name="connsiteX5" fmla="*/ 9144692 w 9144888"/>
              <a:gd name="connsiteY5" fmla="*/ 1720255 h 2586694"/>
              <a:gd name="connsiteX6" fmla="*/ 9144000 w 9144888"/>
              <a:gd name="connsiteY6" fmla="*/ 2586694 h 2586694"/>
              <a:gd name="connsiteX7" fmla="*/ 0 w 9144888"/>
              <a:gd name="connsiteY7" fmla="*/ 2586694 h 2586694"/>
              <a:gd name="connsiteX8" fmla="*/ 0 w 9144888"/>
              <a:gd name="connsiteY8" fmla="*/ 9090 h 2586694"/>
              <a:gd name="connsiteX0" fmla="*/ 0 w 9144888"/>
              <a:gd name="connsiteY0" fmla="*/ 9090 h 2586694"/>
              <a:gd name="connsiteX1" fmla="*/ 7437509 w 9144888"/>
              <a:gd name="connsiteY1" fmla="*/ 0 h 2586694"/>
              <a:gd name="connsiteX2" fmla="*/ 7438115 w 9144888"/>
              <a:gd name="connsiteY2" fmla="*/ 571817 h 2586694"/>
              <a:gd name="connsiteX3" fmla="*/ 8005156 w 9144888"/>
              <a:gd name="connsiteY3" fmla="*/ 572141 h 2586694"/>
              <a:gd name="connsiteX4" fmla="*/ 8005155 w 9144888"/>
              <a:gd name="connsiteY4" fmla="*/ 1716098 h 2586694"/>
              <a:gd name="connsiteX5" fmla="*/ 9144692 w 9144888"/>
              <a:gd name="connsiteY5" fmla="*/ 1720255 h 2586694"/>
              <a:gd name="connsiteX6" fmla="*/ 9144000 w 9144888"/>
              <a:gd name="connsiteY6" fmla="*/ 2586694 h 2586694"/>
              <a:gd name="connsiteX7" fmla="*/ 0 w 9144888"/>
              <a:gd name="connsiteY7" fmla="*/ 2586694 h 2586694"/>
              <a:gd name="connsiteX8" fmla="*/ 0 w 9144888"/>
              <a:gd name="connsiteY8" fmla="*/ 9090 h 2586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44888" h="2586694">
                <a:moveTo>
                  <a:pt x="0" y="9090"/>
                </a:moveTo>
                <a:lnTo>
                  <a:pt x="7437509" y="0"/>
                </a:lnTo>
                <a:cubicBezTo>
                  <a:pt x="7436124" y="189807"/>
                  <a:pt x="7439500" y="382010"/>
                  <a:pt x="7438115" y="571817"/>
                </a:cubicBezTo>
                <a:lnTo>
                  <a:pt x="8005156" y="572141"/>
                </a:lnTo>
                <a:cubicBezTo>
                  <a:pt x="8005156" y="953141"/>
                  <a:pt x="8005155" y="1335098"/>
                  <a:pt x="8005155" y="1716098"/>
                </a:cubicBezTo>
                <a:lnTo>
                  <a:pt x="9144692" y="1720255"/>
                </a:lnTo>
                <a:cubicBezTo>
                  <a:pt x="9141921" y="2006514"/>
                  <a:pt x="9146771" y="2300435"/>
                  <a:pt x="9144000" y="2586694"/>
                </a:cubicBezTo>
                <a:lnTo>
                  <a:pt x="0" y="2586694"/>
                </a:lnTo>
                <a:lnTo>
                  <a:pt x="0" y="9090"/>
                </a:lnTo>
                <a:close/>
              </a:path>
            </a:pathLst>
          </a:custGeom>
        </p:spPr>
        <p:txBody>
          <a:bodyPr/>
          <a:lstStyle/>
          <a:p>
            <a:endParaRPr lang="de-DE" dirty="0"/>
          </a:p>
        </p:txBody>
      </p:sp>
    </p:spTree>
    <p:extLst>
      <p:ext uri="{BB962C8B-B14F-4D97-AF65-F5344CB8AC3E}">
        <p14:creationId xmlns:p14="http://schemas.microsoft.com/office/powerpoint/2010/main" val="39930078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el und Inhalt mit Kopfzeile">
    <p:spTree>
      <p:nvGrpSpPr>
        <p:cNvPr id="1" name=""/>
        <p:cNvGrpSpPr/>
        <p:nvPr/>
      </p:nvGrpSpPr>
      <p:grpSpPr>
        <a:xfrm>
          <a:off x="0" y="0"/>
          <a:ext cx="0" cy="0"/>
          <a:chOff x="0" y="0"/>
          <a:chExt cx="0" cy="0"/>
        </a:xfrm>
      </p:grpSpPr>
      <p:sp>
        <p:nvSpPr>
          <p:cNvPr id="3" name="Inhaltsplatzhalter 2">
            <a:extLst>
              <a:ext uri="{FF2B5EF4-FFF2-40B4-BE49-F238E27FC236}">
                <a16:creationId xmlns:a16="http://schemas.microsoft.com/office/drawing/2014/main" id="{489C01AF-1351-9860-C269-EB996B34CC7B}"/>
              </a:ext>
            </a:extLst>
          </p:cNvPr>
          <p:cNvSpPr>
            <a:spLocks noGrp="1"/>
          </p:cNvSpPr>
          <p:nvPr>
            <p:ph idx="1"/>
          </p:nvPr>
        </p:nvSpPr>
        <p:spPr>
          <a:xfrm>
            <a:off x="210013" y="1897503"/>
            <a:ext cx="7199975" cy="3199989"/>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 name="Fußzeilenplatzhalter 4">
            <a:extLst>
              <a:ext uri="{FF2B5EF4-FFF2-40B4-BE49-F238E27FC236}">
                <a16:creationId xmlns:a16="http://schemas.microsoft.com/office/drawing/2014/main" id="{DEBD070B-8AE7-070B-0041-1A946432EA04}"/>
              </a:ext>
            </a:extLst>
          </p:cNvPr>
          <p:cNvSpPr>
            <a:spLocks noGrp="1"/>
          </p:cNvSpPr>
          <p:nvPr>
            <p:ph type="ftr" sz="quarter" idx="11"/>
          </p:nvPr>
        </p:nvSpPr>
        <p:spPr>
          <a:xfrm>
            <a:off x="210013" y="5426939"/>
            <a:ext cx="6652961" cy="188513"/>
          </a:xfrm>
        </p:spPr>
        <p:txBody>
          <a:bodyPr/>
          <a:lstStyle/>
          <a:p>
            <a:r>
              <a:rPr lang="de-DE"/>
              <a:t>TUM School of Computation, Information and Technology | Technische Universität München</a:t>
            </a:r>
            <a:endParaRPr lang="de-DE" dirty="0"/>
          </a:p>
        </p:txBody>
      </p:sp>
      <p:sp>
        <p:nvSpPr>
          <p:cNvPr id="6" name="Foliennummernplatzhalter 5">
            <a:extLst>
              <a:ext uri="{FF2B5EF4-FFF2-40B4-BE49-F238E27FC236}">
                <a16:creationId xmlns:a16="http://schemas.microsoft.com/office/drawing/2014/main" id="{2EA066F9-9F49-4F67-1DF3-ED3BBCCF8DD4}"/>
              </a:ext>
            </a:extLst>
          </p:cNvPr>
          <p:cNvSpPr>
            <a:spLocks noGrp="1"/>
          </p:cNvSpPr>
          <p:nvPr>
            <p:ph type="sldNum" sz="quarter" idx="12"/>
          </p:nvPr>
        </p:nvSpPr>
        <p:spPr>
          <a:xfrm>
            <a:off x="6912029" y="5426939"/>
            <a:ext cx="497959" cy="188513"/>
          </a:xfrm>
        </p:spPr>
        <p:txBody>
          <a:bodyPr/>
          <a:lstStyle/>
          <a:p>
            <a:fld id="{7BC6339C-EBB9-4F99-9F6F-F0910A22596F}" type="slidenum">
              <a:rPr lang="de-DE" smtClean="0"/>
              <a:t>‹#›</a:t>
            </a:fld>
            <a:endParaRPr lang="de-DE"/>
          </a:p>
        </p:txBody>
      </p:sp>
      <p:sp>
        <p:nvSpPr>
          <p:cNvPr id="4" name="Titel 3">
            <a:extLst>
              <a:ext uri="{FF2B5EF4-FFF2-40B4-BE49-F238E27FC236}">
                <a16:creationId xmlns:a16="http://schemas.microsoft.com/office/drawing/2014/main" id="{37B035C3-5A3B-2A90-203B-8F0E504CF151}"/>
              </a:ext>
            </a:extLst>
          </p:cNvPr>
          <p:cNvSpPr>
            <a:spLocks noGrp="1"/>
          </p:cNvSpPr>
          <p:nvPr>
            <p:ph type="title"/>
          </p:nvPr>
        </p:nvSpPr>
        <p:spPr/>
        <p:txBody>
          <a:bodyPr/>
          <a:lstStyle/>
          <a:p>
            <a:r>
              <a:rPr lang="de-DE"/>
              <a:t>Mastertitelformat bearbeiten</a:t>
            </a:r>
          </a:p>
        </p:txBody>
      </p:sp>
    </p:spTree>
    <p:extLst>
      <p:ext uri="{BB962C8B-B14F-4D97-AF65-F5344CB8AC3E}">
        <p14:creationId xmlns:p14="http://schemas.microsoft.com/office/powerpoint/2010/main" val="5236886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 name=""/>
        <p:cNvGrpSpPr/>
        <p:nvPr/>
      </p:nvGrpSpPr>
      <p:grpSpPr>
        <a:xfrm>
          <a:off x="0" y="0"/>
          <a:ext cx="0" cy="0"/>
          <a:chOff x="0" y="0"/>
          <a:chExt cx="0" cy="0"/>
        </a:xfrm>
      </p:grpSpPr>
      <p:sp>
        <p:nvSpPr>
          <p:cNvPr id="4" name="Fußzeilenplatzhalter 3">
            <a:extLst>
              <a:ext uri="{FF2B5EF4-FFF2-40B4-BE49-F238E27FC236}">
                <a16:creationId xmlns:a16="http://schemas.microsoft.com/office/drawing/2014/main" id="{C4000352-861C-D28C-0D5B-B3A6605342B8}"/>
              </a:ext>
            </a:extLst>
          </p:cNvPr>
          <p:cNvSpPr>
            <a:spLocks noGrp="1"/>
          </p:cNvSpPr>
          <p:nvPr>
            <p:ph type="ftr" sz="quarter" idx="11"/>
          </p:nvPr>
        </p:nvSpPr>
        <p:spPr/>
        <p:txBody>
          <a:bodyPr/>
          <a:lstStyle/>
          <a:p>
            <a:r>
              <a:rPr lang="de-DE"/>
              <a:t>TUM School of Computation, Information and Technology | Technische Universität München</a:t>
            </a:r>
          </a:p>
        </p:txBody>
      </p:sp>
      <p:sp>
        <p:nvSpPr>
          <p:cNvPr id="5" name="Foliennummernplatzhalter 4">
            <a:extLst>
              <a:ext uri="{FF2B5EF4-FFF2-40B4-BE49-F238E27FC236}">
                <a16:creationId xmlns:a16="http://schemas.microsoft.com/office/drawing/2014/main" id="{5A15CB90-7329-38B7-2B2A-82821DBFDA1C}"/>
              </a:ext>
            </a:extLst>
          </p:cNvPr>
          <p:cNvSpPr>
            <a:spLocks noGrp="1"/>
          </p:cNvSpPr>
          <p:nvPr>
            <p:ph type="sldNum" sz="quarter" idx="12"/>
          </p:nvPr>
        </p:nvSpPr>
        <p:spPr/>
        <p:txBody>
          <a:bodyPr/>
          <a:lstStyle/>
          <a:p>
            <a:fld id="{7BC6339C-EBB9-4F99-9F6F-F0910A22596F}" type="slidenum">
              <a:rPr lang="de-DE" smtClean="0"/>
              <a:t>‹#›</a:t>
            </a:fld>
            <a:endParaRPr lang="de-DE"/>
          </a:p>
        </p:txBody>
      </p:sp>
      <p:sp>
        <p:nvSpPr>
          <p:cNvPr id="6" name="Titel 5">
            <a:extLst>
              <a:ext uri="{FF2B5EF4-FFF2-40B4-BE49-F238E27FC236}">
                <a16:creationId xmlns:a16="http://schemas.microsoft.com/office/drawing/2014/main" id="{24DB2A00-EFF4-CF51-36B4-6EF811AEC522}"/>
              </a:ext>
            </a:extLst>
          </p:cNvPr>
          <p:cNvSpPr>
            <a:spLocks noGrp="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231616403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Ohne Inhalt mit Kopfzeile">
    <p:spTree>
      <p:nvGrpSpPr>
        <p:cNvPr id="1" name=""/>
        <p:cNvGrpSpPr/>
        <p:nvPr/>
      </p:nvGrpSpPr>
      <p:grpSpPr>
        <a:xfrm>
          <a:off x="0" y="0"/>
          <a:ext cx="0" cy="0"/>
          <a:chOff x="0" y="0"/>
          <a:chExt cx="0" cy="0"/>
        </a:xfrm>
      </p:grpSpPr>
      <p:sp>
        <p:nvSpPr>
          <p:cNvPr id="3" name="Fußzeilenplatzhalter 2">
            <a:extLst>
              <a:ext uri="{FF2B5EF4-FFF2-40B4-BE49-F238E27FC236}">
                <a16:creationId xmlns:a16="http://schemas.microsoft.com/office/drawing/2014/main" id="{0DF459CC-B3F6-7E3F-1B3B-DF42D146CCDC}"/>
              </a:ext>
            </a:extLst>
          </p:cNvPr>
          <p:cNvSpPr>
            <a:spLocks noGrp="1"/>
          </p:cNvSpPr>
          <p:nvPr>
            <p:ph type="ftr" sz="quarter" idx="11"/>
          </p:nvPr>
        </p:nvSpPr>
        <p:spPr/>
        <p:txBody>
          <a:bodyPr/>
          <a:lstStyle/>
          <a:p>
            <a:r>
              <a:rPr lang="de-DE"/>
              <a:t>TUM School of Computation, Information and Technology | Technische Universität München</a:t>
            </a:r>
          </a:p>
        </p:txBody>
      </p:sp>
      <p:sp>
        <p:nvSpPr>
          <p:cNvPr id="4" name="Foliennummernplatzhalter 3">
            <a:extLst>
              <a:ext uri="{FF2B5EF4-FFF2-40B4-BE49-F238E27FC236}">
                <a16:creationId xmlns:a16="http://schemas.microsoft.com/office/drawing/2014/main" id="{FA0EB82B-3C7C-0C42-3113-EE7E41C46965}"/>
              </a:ext>
            </a:extLst>
          </p:cNvPr>
          <p:cNvSpPr>
            <a:spLocks noGrp="1"/>
          </p:cNvSpPr>
          <p:nvPr>
            <p:ph type="sldNum" sz="quarter" idx="12"/>
          </p:nvPr>
        </p:nvSpPr>
        <p:spPr/>
        <p:txBody>
          <a:bodyPr/>
          <a:lstStyle/>
          <a:p>
            <a:fld id="{7BC6339C-EBB9-4F99-9F6F-F0910A22596F}" type="slidenum">
              <a:rPr lang="de-DE" smtClean="0"/>
              <a:t>‹#›</a:t>
            </a:fld>
            <a:endParaRPr lang="de-DE"/>
          </a:p>
        </p:txBody>
      </p:sp>
    </p:spTree>
    <p:extLst>
      <p:ext uri="{BB962C8B-B14F-4D97-AF65-F5344CB8AC3E}">
        <p14:creationId xmlns:p14="http://schemas.microsoft.com/office/powerpoint/2010/main" val="155478206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3" name="Inhaltsplatzhalter 2">
            <a:extLst>
              <a:ext uri="{FF2B5EF4-FFF2-40B4-BE49-F238E27FC236}">
                <a16:creationId xmlns:a16="http://schemas.microsoft.com/office/drawing/2014/main" id="{E8907E41-51E0-0201-CCDE-9D8F34CFF15F}"/>
              </a:ext>
            </a:extLst>
          </p:cNvPr>
          <p:cNvSpPr>
            <a:spLocks noGrp="1"/>
          </p:cNvSpPr>
          <p:nvPr>
            <p:ph sz="half" idx="1"/>
          </p:nvPr>
        </p:nvSpPr>
        <p:spPr>
          <a:xfrm>
            <a:off x="210013" y="1897503"/>
            <a:ext cx="3536488" cy="3249526"/>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Inhaltsplatzhalter 3">
            <a:extLst>
              <a:ext uri="{FF2B5EF4-FFF2-40B4-BE49-F238E27FC236}">
                <a16:creationId xmlns:a16="http://schemas.microsoft.com/office/drawing/2014/main" id="{8669BF07-B01F-1C34-5E76-AFDEAB5CF180}"/>
              </a:ext>
            </a:extLst>
          </p:cNvPr>
          <p:cNvSpPr>
            <a:spLocks noGrp="1"/>
          </p:cNvSpPr>
          <p:nvPr>
            <p:ph sz="half" idx="2"/>
          </p:nvPr>
        </p:nvSpPr>
        <p:spPr>
          <a:xfrm>
            <a:off x="3873499" y="1897504"/>
            <a:ext cx="3536488" cy="3249524"/>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Fußzeilenplatzhalter 5">
            <a:extLst>
              <a:ext uri="{FF2B5EF4-FFF2-40B4-BE49-F238E27FC236}">
                <a16:creationId xmlns:a16="http://schemas.microsoft.com/office/drawing/2014/main" id="{442DF9D0-D29F-6DC1-8157-E0CA68F2FAD7}"/>
              </a:ext>
            </a:extLst>
          </p:cNvPr>
          <p:cNvSpPr>
            <a:spLocks noGrp="1"/>
          </p:cNvSpPr>
          <p:nvPr>
            <p:ph type="ftr" sz="quarter" idx="11"/>
          </p:nvPr>
        </p:nvSpPr>
        <p:spPr/>
        <p:txBody>
          <a:bodyPr/>
          <a:lstStyle/>
          <a:p>
            <a:r>
              <a:rPr lang="de-DE"/>
              <a:t>TUM School of Computation, Information and Technology | Technische Universität München</a:t>
            </a:r>
          </a:p>
        </p:txBody>
      </p:sp>
      <p:sp>
        <p:nvSpPr>
          <p:cNvPr id="7" name="Foliennummernplatzhalter 6">
            <a:extLst>
              <a:ext uri="{FF2B5EF4-FFF2-40B4-BE49-F238E27FC236}">
                <a16:creationId xmlns:a16="http://schemas.microsoft.com/office/drawing/2014/main" id="{28680A57-4015-3EC8-FD37-BC6EF22BB128}"/>
              </a:ext>
            </a:extLst>
          </p:cNvPr>
          <p:cNvSpPr>
            <a:spLocks noGrp="1"/>
          </p:cNvSpPr>
          <p:nvPr>
            <p:ph type="sldNum" sz="quarter" idx="12"/>
          </p:nvPr>
        </p:nvSpPr>
        <p:spPr/>
        <p:txBody>
          <a:bodyPr/>
          <a:lstStyle/>
          <a:p>
            <a:fld id="{7BC6339C-EBB9-4F99-9F6F-F0910A22596F}" type="slidenum">
              <a:rPr lang="de-DE" smtClean="0"/>
              <a:t>‹#›</a:t>
            </a:fld>
            <a:endParaRPr lang="de-DE"/>
          </a:p>
        </p:txBody>
      </p:sp>
      <p:sp>
        <p:nvSpPr>
          <p:cNvPr id="9" name="Titel 8">
            <a:extLst>
              <a:ext uri="{FF2B5EF4-FFF2-40B4-BE49-F238E27FC236}">
                <a16:creationId xmlns:a16="http://schemas.microsoft.com/office/drawing/2014/main" id="{98BE8DEB-25D7-5698-E67F-2F9C8FBC0C51}"/>
              </a:ext>
            </a:extLst>
          </p:cNvPr>
          <p:cNvSpPr>
            <a:spLocks noGrp="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281460764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Icons">
    <p:spTree>
      <p:nvGrpSpPr>
        <p:cNvPr id="1" name=""/>
        <p:cNvGrpSpPr/>
        <p:nvPr/>
      </p:nvGrpSpPr>
      <p:grpSpPr>
        <a:xfrm>
          <a:off x="0" y="0"/>
          <a:ext cx="0" cy="0"/>
          <a:chOff x="0" y="0"/>
          <a:chExt cx="0" cy="0"/>
        </a:xfrm>
      </p:grpSpPr>
      <p:sp>
        <p:nvSpPr>
          <p:cNvPr id="2" name="Textfeld 1">
            <a:extLst>
              <a:ext uri="{FF2B5EF4-FFF2-40B4-BE49-F238E27FC236}">
                <a16:creationId xmlns:a16="http://schemas.microsoft.com/office/drawing/2014/main" id="{054D66F7-AB74-B5A7-6725-97452DB1D434}"/>
              </a:ext>
            </a:extLst>
          </p:cNvPr>
          <p:cNvSpPr txBox="1"/>
          <p:nvPr userDrawn="1"/>
        </p:nvSpPr>
        <p:spPr>
          <a:xfrm>
            <a:off x="1115217" y="429423"/>
            <a:ext cx="4614773" cy="246221"/>
          </a:xfrm>
          <a:prstGeom prst="rect">
            <a:avLst/>
          </a:prstGeom>
          <a:noFill/>
        </p:spPr>
        <p:txBody>
          <a:bodyPr wrap="square" rtlCol="0">
            <a:spAutoFit/>
          </a:bodyPr>
          <a:lstStyle/>
          <a:p>
            <a:r>
              <a:rPr lang="de-DE" sz="1000" b="1" dirty="0"/>
              <a:t>Icons zum rauskopieren (in der vorliegenden oder in doppelter Größe)</a:t>
            </a:r>
          </a:p>
        </p:txBody>
      </p:sp>
      <p:sp>
        <p:nvSpPr>
          <p:cNvPr id="3" name="Textfeld 2">
            <a:extLst>
              <a:ext uri="{FF2B5EF4-FFF2-40B4-BE49-F238E27FC236}">
                <a16:creationId xmlns:a16="http://schemas.microsoft.com/office/drawing/2014/main" id="{EA18833D-13EF-9B89-3150-A528B2800E13}"/>
              </a:ext>
            </a:extLst>
          </p:cNvPr>
          <p:cNvSpPr txBox="1"/>
          <p:nvPr userDrawn="1"/>
        </p:nvSpPr>
        <p:spPr>
          <a:xfrm>
            <a:off x="450009" y="1069421"/>
            <a:ext cx="479998" cy="128177"/>
          </a:xfrm>
          <a:prstGeom prst="rect">
            <a:avLst/>
          </a:prstGeom>
          <a:noFill/>
        </p:spPr>
        <p:txBody>
          <a:bodyPr wrap="square" lIns="0" tIns="0" rIns="0" bIns="0" rtlCol="0">
            <a:spAutoFit/>
          </a:bodyPr>
          <a:lstStyle/>
          <a:p>
            <a:pPr algn="r"/>
            <a:r>
              <a:rPr lang="de-DE" sz="833" b="1" dirty="0"/>
              <a:t>Büro</a:t>
            </a:r>
          </a:p>
        </p:txBody>
      </p:sp>
      <p:sp>
        <p:nvSpPr>
          <p:cNvPr id="4" name="Textfeld 3">
            <a:extLst>
              <a:ext uri="{FF2B5EF4-FFF2-40B4-BE49-F238E27FC236}">
                <a16:creationId xmlns:a16="http://schemas.microsoft.com/office/drawing/2014/main" id="{858C06B9-5A2F-3DD0-6EED-A69D0A8E8585}"/>
              </a:ext>
            </a:extLst>
          </p:cNvPr>
          <p:cNvSpPr txBox="1"/>
          <p:nvPr userDrawn="1"/>
        </p:nvSpPr>
        <p:spPr>
          <a:xfrm>
            <a:off x="450009" y="1726517"/>
            <a:ext cx="479998" cy="128177"/>
          </a:xfrm>
          <a:prstGeom prst="rect">
            <a:avLst/>
          </a:prstGeom>
          <a:noFill/>
        </p:spPr>
        <p:txBody>
          <a:bodyPr wrap="square" lIns="0" tIns="0" rIns="0" bIns="0" rtlCol="0">
            <a:spAutoFit/>
          </a:bodyPr>
          <a:lstStyle/>
          <a:p>
            <a:pPr algn="r"/>
            <a:r>
              <a:rPr lang="de-DE" sz="833" b="1" dirty="0"/>
              <a:t>Pfeile</a:t>
            </a:r>
          </a:p>
        </p:txBody>
      </p:sp>
      <p:sp>
        <p:nvSpPr>
          <p:cNvPr id="6" name="Textfeld 5">
            <a:extLst>
              <a:ext uri="{FF2B5EF4-FFF2-40B4-BE49-F238E27FC236}">
                <a16:creationId xmlns:a16="http://schemas.microsoft.com/office/drawing/2014/main" id="{64D2F384-FF74-C910-5EB3-62211C68E766}"/>
              </a:ext>
            </a:extLst>
          </p:cNvPr>
          <p:cNvSpPr txBox="1"/>
          <p:nvPr userDrawn="1"/>
        </p:nvSpPr>
        <p:spPr>
          <a:xfrm>
            <a:off x="450011" y="2366515"/>
            <a:ext cx="479996" cy="128177"/>
          </a:xfrm>
          <a:prstGeom prst="rect">
            <a:avLst/>
          </a:prstGeom>
          <a:noFill/>
        </p:spPr>
        <p:txBody>
          <a:bodyPr wrap="square" lIns="0" tIns="0" rIns="0" bIns="0" rtlCol="0">
            <a:spAutoFit/>
          </a:bodyPr>
          <a:lstStyle/>
          <a:p>
            <a:pPr algn="r"/>
            <a:r>
              <a:rPr lang="de-DE" sz="833" b="1" dirty="0"/>
              <a:t>Symbole</a:t>
            </a:r>
          </a:p>
        </p:txBody>
      </p:sp>
      <p:sp>
        <p:nvSpPr>
          <p:cNvPr id="8" name="Textfeld 7">
            <a:extLst>
              <a:ext uri="{FF2B5EF4-FFF2-40B4-BE49-F238E27FC236}">
                <a16:creationId xmlns:a16="http://schemas.microsoft.com/office/drawing/2014/main" id="{BFA425ED-A0D1-FE35-7ED2-21F5934D0073}"/>
              </a:ext>
            </a:extLst>
          </p:cNvPr>
          <p:cNvSpPr txBox="1"/>
          <p:nvPr userDrawn="1"/>
        </p:nvSpPr>
        <p:spPr>
          <a:xfrm>
            <a:off x="450008" y="3006513"/>
            <a:ext cx="479999" cy="128177"/>
          </a:xfrm>
          <a:prstGeom prst="rect">
            <a:avLst/>
          </a:prstGeom>
          <a:noFill/>
        </p:spPr>
        <p:txBody>
          <a:bodyPr wrap="square" lIns="0" tIns="0" rIns="0" bIns="0" rtlCol="0">
            <a:spAutoFit/>
          </a:bodyPr>
          <a:lstStyle/>
          <a:p>
            <a:pPr algn="r"/>
            <a:r>
              <a:rPr lang="de-DE" sz="833" b="1" dirty="0"/>
              <a:t>Technik</a:t>
            </a:r>
          </a:p>
        </p:txBody>
      </p:sp>
      <p:sp>
        <p:nvSpPr>
          <p:cNvPr id="9" name="Textfeld 8">
            <a:extLst>
              <a:ext uri="{FF2B5EF4-FFF2-40B4-BE49-F238E27FC236}">
                <a16:creationId xmlns:a16="http://schemas.microsoft.com/office/drawing/2014/main" id="{D1D0445F-4E62-7975-C136-2B20190DECDC}"/>
              </a:ext>
            </a:extLst>
          </p:cNvPr>
          <p:cNvSpPr txBox="1"/>
          <p:nvPr userDrawn="1"/>
        </p:nvSpPr>
        <p:spPr>
          <a:xfrm>
            <a:off x="210009" y="3646511"/>
            <a:ext cx="719997" cy="128177"/>
          </a:xfrm>
          <a:prstGeom prst="rect">
            <a:avLst/>
          </a:prstGeom>
          <a:noFill/>
        </p:spPr>
        <p:txBody>
          <a:bodyPr wrap="square" lIns="0" tIns="0" rIns="0" bIns="0" rtlCol="0">
            <a:spAutoFit/>
          </a:bodyPr>
          <a:lstStyle/>
          <a:p>
            <a:pPr algn="r"/>
            <a:r>
              <a:rPr lang="de-DE" sz="833" b="1" dirty="0"/>
              <a:t>Personen</a:t>
            </a:r>
          </a:p>
        </p:txBody>
      </p:sp>
      <p:sp>
        <p:nvSpPr>
          <p:cNvPr id="12" name="Textfeld 11">
            <a:extLst>
              <a:ext uri="{FF2B5EF4-FFF2-40B4-BE49-F238E27FC236}">
                <a16:creationId xmlns:a16="http://schemas.microsoft.com/office/drawing/2014/main" id="{09B71092-7CE7-5132-C2AA-144E195DEF10}"/>
              </a:ext>
            </a:extLst>
          </p:cNvPr>
          <p:cNvSpPr txBox="1"/>
          <p:nvPr userDrawn="1"/>
        </p:nvSpPr>
        <p:spPr>
          <a:xfrm>
            <a:off x="210009" y="4286508"/>
            <a:ext cx="719998" cy="128177"/>
          </a:xfrm>
          <a:prstGeom prst="rect">
            <a:avLst/>
          </a:prstGeom>
          <a:noFill/>
        </p:spPr>
        <p:txBody>
          <a:bodyPr wrap="square" lIns="0" tIns="0" rIns="0" bIns="0" rtlCol="0">
            <a:spAutoFit/>
          </a:bodyPr>
          <a:lstStyle/>
          <a:p>
            <a:pPr algn="r"/>
            <a:r>
              <a:rPr lang="de-DE" sz="833" b="1" dirty="0"/>
              <a:t>Sonstiges</a:t>
            </a:r>
          </a:p>
        </p:txBody>
      </p:sp>
      <p:pic>
        <p:nvPicPr>
          <p:cNvPr id="16" name="Grafik 15">
            <a:extLst>
              <a:ext uri="{FF2B5EF4-FFF2-40B4-BE49-F238E27FC236}">
                <a16:creationId xmlns:a16="http://schemas.microsoft.com/office/drawing/2014/main" id="{B65EF1BC-4852-36C3-46B0-B499DF2800F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489993" y="920293"/>
            <a:ext cx="240000" cy="320000"/>
          </a:xfrm>
          <a:prstGeom prst="rect">
            <a:avLst/>
          </a:prstGeom>
        </p:spPr>
      </p:pic>
      <p:pic>
        <p:nvPicPr>
          <p:cNvPr id="20" name="Grafik 19">
            <a:extLst>
              <a:ext uri="{FF2B5EF4-FFF2-40B4-BE49-F238E27FC236}">
                <a16:creationId xmlns:a16="http://schemas.microsoft.com/office/drawing/2014/main" id="{03A65F54-9A03-DA9B-3E62-876A6BF5329F}"/>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009993" y="920293"/>
            <a:ext cx="240000" cy="320000"/>
          </a:xfrm>
          <a:prstGeom prst="rect">
            <a:avLst/>
          </a:prstGeom>
        </p:spPr>
      </p:pic>
      <p:pic>
        <p:nvPicPr>
          <p:cNvPr id="22" name="Grafik 21">
            <a:extLst>
              <a:ext uri="{FF2B5EF4-FFF2-40B4-BE49-F238E27FC236}">
                <a16:creationId xmlns:a16="http://schemas.microsoft.com/office/drawing/2014/main" id="{319D8010-D13C-7BA6-58AC-4DAEDDF8EC4B}"/>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170005" y="920293"/>
            <a:ext cx="240000" cy="320000"/>
          </a:xfrm>
          <a:prstGeom prst="rect">
            <a:avLst/>
          </a:prstGeom>
        </p:spPr>
      </p:pic>
      <p:pic>
        <p:nvPicPr>
          <p:cNvPr id="24" name="Grafik 23">
            <a:extLst>
              <a:ext uri="{FF2B5EF4-FFF2-40B4-BE49-F238E27FC236}">
                <a16:creationId xmlns:a16="http://schemas.microsoft.com/office/drawing/2014/main" id="{BFB1AD0F-2B27-02ED-D49B-2715BC373EF9}"/>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4529994" y="920293"/>
            <a:ext cx="240000" cy="320000"/>
          </a:xfrm>
          <a:prstGeom prst="rect">
            <a:avLst/>
          </a:prstGeom>
        </p:spPr>
      </p:pic>
      <p:pic>
        <p:nvPicPr>
          <p:cNvPr id="26" name="Grafik 25">
            <a:extLst>
              <a:ext uri="{FF2B5EF4-FFF2-40B4-BE49-F238E27FC236}">
                <a16:creationId xmlns:a16="http://schemas.microsoft.com/office/drawing/2014/main" id="{F302D15B-FA65-1158-29BD-F6E8E4BDEBF5}"/>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3569998" y="920293"/>
            <a:ext cx="240000" cy="320000"/>
          </a:xfrm>
          <a:prstGeom prst="rect">
            <a:avLst/>
          </a:prstGeom>
        </p:spPr>
      </p:pic>
      <p:pic>
        <p:nvPicPr>
          <p:cNvPr id="27" name="Grafik 26">
            <a:extLst>
              <a:ext uri="{FF2B5EF4-FFF2-40B4-BE49-F238E27FC236}">
                <a16:creationId xmlns:a16="http://schemas.microsoft.com/office/drawing/2014/main" id="{F610B41B-56EC-DA01-C15A-CE1E57C88F3F}"/>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4049996" y="920293"/>
            <a:ext cx="240000" cy="320000"/>
          </a:xfrm>
          <a:prstGeom prst="rect">
            <a:avLst/>
          </a:prstGeom>
        </p:spPr>
      </p:pic>
      <p:pic>
        <p:nvPicPr>
          <p:cNvPr id="29" name="Grafik 28">
            <a:extLst>
              <a:ext uri="{FF2B5EF4-FFF2-40B4-BE49-F238E27FC236}">
                <a16:creationId xmlns:a16="http://schemas.microsoft.com/office/drawing/2014/main" id="{C34F6DE6-F704-05AC-433F-B9325C94268D}"/>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2130003" y="920293"/>
            <a:ext cx="240000" cy="320000"/>
          </a:xfrm>
          <a:prstGeom prst="rect">
            <a:avLst/>
          </a:prstGeom>
        </p:spPr>
      </p:pic>
      <p:pic>
        <p:nvPicPr>
          <p:cNvPr id="31" name="Grafik 30">
            <a:extLst>
              <a:ext uri="{FF2B5EF4-FFF2-40B4-BE49-F238E27FC236}">
                <a16:creationId xmlns:a16="http://schemas.microsoft.com/office/drawing/2014/main" id="{479BB0FE-2F0B-0CAA-0B8E-EB32E72294D5}"/>
              </a:ext>
            </a:extLst>
          </p:cNvPr>
          <p:cNvPicPr>
            <a:picLocks noChangeAspect="1"/>
          </p:cNvPicPr>
          <p:nvPr userDrawn="1"/>
        </p:nvPicPr>
        <p:blipFill>
          <a:blip r:embed="rId16">
            <a:extLst>
              <a:ext uri="{96DAC541-7B7A-43D3-8B79-37D633B846F1}">
                <asvg:svgBlip xmlns:asvg="http://schemas.microsoft.com/office/drawing/2016/SVG/main" r:embed="rId17"/>
              </a:ext>
            </a:extLst>
          </a:blip>
          <a:stretch>
            <a:fillRect/>
          </a:stretch>
        </p:blipFill>
        <p:spPr>
          <a:xfrm>
            <a:off x="1650003" y="920293"/>
            <a:ext cx="240000" cy="320000"/>
          </a:xfrm>
          <a:prstGeom prst="rect">
            <a:avLst/>
          </a:prstGeom>
        </p:spPr>
      </p:pic>
      <p:pic>
        <p:nvPicPr>
          <p:cNvPr id="33" name="Grafik 32">
            <a:extLst>
              <a:ext uri="{FF2B5EF4-FFF2-40B4-BE49-F238E27FC236}">
                <a16:creationId xmlns:a16="http://schemas.microsoft.com/office/drawing/2014/main" id="{BF27F865-BA37-D96B-69F3-BD31B2C5D62C}"/>
              </a:ext>
            </a:extLst>
          </p:cNvPr>
          <p:cNvPicPr>
            <a:picLocks noChangeAspect="1"/>
          </p:cNvPicPr>
          <p:nvPr userDrawn="1"/>
        </p:nvPicPr>
        <p:blipFill>
          <a:blip r:embed="rId18">
            <a:extLst>
              <a:ext uri="{96DAC541-7B7A-43D3-8B79-37D633B846F1}">
                <asvg:svgBlip xmlns:asvg="http://schemas.microsoft.com/office/drawing/2016/SVG/main" r:embed="rId19"/>
              </a:ext>
            </a:extLst>
          </a:blip>
          <a:stretch>
            <a:fillRect/>
          </a:stretch>
        </p:blipFill>
        <p:spPr>
          <a:xfrm>
            <a:off x="3089998" y="920293"/>
            <a:ext cx="240000" cy="320000"/>
          </a:xfrm>
          <a:prstGeom prst="rect">
            <a:avLst/>
          </a:prstGeom>
        </p:spPr>
      </p:pic>
      <p:pic>
        <p:nvPicPr>
          <p:cNvPr id="35" name="Grafik 34">
            <a:extLst>
              <a:ext uri="{FF2B5EF4-FFF2-40B4-BE49-F238E27FC236}">
                <a16:creationId xmlns:a16="http://schemas.microsoft.com/office/drawing/2014/main" id="{1E2ECFE3-CDAF-E584-E53E-120DDD7B332C}"/>
              </a:ext>
            </a:extLst>
          </p:cNvPr>
          <p:cNvPicPr>
            <a:picLocks noChangeAspect="1"/>
          </p:cNvPicPr>
          <p:nvPr userDrawn="1"/>
        </p:nvPicPr>
        <p:blipFill>
          <a:blip r:embed="rId20">
            <a:extLst>
              <a:ext uri="{96DAC541-7B7A-43D3-8B79-37D633B846F1}">
                <asvg:svgBlip xmlns:asvg="http://schemas.microsoft.com/office/drawing/2016/SVG/main" r:embed="rId21"/>
              </a:ext>
            </a:extLst>
          </a:blip>
          <a:stretch>
            <a:fillRect/>
          </a:stretch>
        </p:blipFill>
        <p:spPr>
          <a:xfrm>
            <a:off x="5489991" y="1560291"/>
            <a:ext cx="240000" cy="320000"/>
          </a:xfrm>
          <a:prstGeom prst="rect">
            <a:avLst/>
          </a:prstGeom>
        </p:spPr>
      </p:pic>
      <p:pic>
        <p:nvPicPr>
          <p:cNvPr id="37" name="Grafik 36">
            <a:extLst>
              <a:ext uri="{FF2B5EF4-FFF2-40B4-BE49-F238E27FC236}">
                <a16:creationId xmlns:a16="http://schemas.microsoft.com/office/drawing/2014/main" id="{DCB88265-BA4C-2704-976E-EFEFE4B1ED21}"/>
              </a:ext>
            </a:extLst>
          </p:cNvPr>
          <p:cNvPicPr>
            <a:picLocks noChangeAspect="1"/>
          </p:cNvPicPr>
          <p:nvPr userDrawn="1"/>
        </p:nvPicPr>
        <p:blipFill>
          <a:blip r:embed="rId22">
            <a:extLst>
              <a:ext uri="{96DAC541-7B7A-43D3-8B79-37D633B846F1}">
                <asvg:svgBlip xmlns:asvg="http://schemas.microsoft.com/office/drawing/2016/SVG/main" r:embed="rId23"/>
              </a:ext>
            </a:extLst>
          </a:blip>
          <a:stretch>
            <a:fillRect/>
          </a:stretch>
        </p:blipFill>
        <p:spPr>
          <a:xfrm>
            <a:off x="5969992" y="2200289"/>
            <a:ext cx="240000" cy="320000"/>
          </a:xfrm>
          <a:prstGeom prst="rect">
            <a:avLst/>
          </a:prstGeom>
        </p:spPr>
      </p:pic>
      <p:pic>
        <p:nvPicPr>
          <p:cNvPr id="39" name="Grafik 38">
            <a:extLst>
              <a:ext uri="{FF2B5EF4-FFF2-40B4-BE49-F238E27FC236}">
                <a16:creationId xmlns:a16="http://schemas.microsoft.com/office/drawing/2014/main" id="{B3F35A06-4C2E-78A4-9D3F-ECDA132B009F}"/>
              </a:ext>
            </a:extLst>
          </p:cNvPr>
          <p:cNvPicPr>
            <a:picLocks noChangeAspect="1"/>
          </p:cNvPicPr>
          <p:nvPr userDrawn="1"/>
        </p:nvPicPr>
        <p:blipFill>
          <a:blip r:embed="rId24">
            <a:extLst>
              <a:ext uri="{96DAC541-7B7A-43D3-8B79-37D633B846F1}">
                <asvg:svgBlip xmlns:asvg="http://schemas.microsoft.com/office/drawing/2016/SVG/main" r:embed="rId25"/>
              </a:ext>
            </a:extLst>
          </a:blip>
          <a:stretch>
            <a:fillRect/>
          </a:stretch>
        </p:blipFill>
        <p:spPr>
          <a:xfrm>
            <a:off x="5009993" y="1560291"/>
            <a:ext cx="240000" cy="320000"/>
          </a:xfrm>
          <a:prstGeom prst="rect">
            <a:avLst/>
          </a:prstGeom>
        </p:spPr>
      </p:pic>
      <p:pic>
        <p:nvPicPr>
          <p:cNvPr id="41" name="Grafik 40">
            <a:extLst>
              <a:ext uri="{FF2B5EF4-FFF2-40B4-BE49-F238E27FC236}">
                <a16:creationId xmlns:a16="http://schemas.microsoft.com/office/drawing/2014/main" id="{301B0C2A-5539-CE04-8A52-2783E34F74AA}"/>
              </a:ext>
            </a:extLst>
          </p:cNvPr>
          <p:cNvPicPr>
            <a:picLocks noChangeAspect="1"/>
          </p:cNvPicPr>
          <p:nvPr userDrawn="1"/>
        </p:nvPicPr>
        <p:blipFill>
          <a:blip r:embed="rId26">
            <a:extLst>
              <a:ext uri="{96DAC541-7B7A-43D3-8B79-37D633B846F1}">
                <asvg:svgBlip xmlns:asvg="http://schemas.microsoft.com/office/drawing/2016/SVG/main" r:embed="rId27"/>
              </a:ext>
            </a:extLst>
          </a:blip>
          <a:stretch>
            <a:fillRect/>
          </a:stretch>
        </p:blipFill>
        <p:spPr>
          <a:xfrm>
            <a:off x="1650003" y="1560291"/>
            <a:ext cx="240000" cy="320000"/>
          </a:xfrm>
          <a:prstGeom prst="rect">
            <a:avLst/>
          </a:prstGeom>
        </p:spPr>
      </p:pic>
      <p:pic>
        <p:nvPicPr>
          <p:cNvPr id="44" name="Grafik 43">
            <a:extLst>
              <a:ext uri="{FF2B5EF4-FFF2-40B4-BE49-F238E27FC236}">
                <a16:creationId xmlns:a16="http://schemas.microsoft.com/office/drawing/2014/main" id="{EE48B9D0-8E2E-073C-0B55-F92FD5626553}"/>
              </a:ext>
            </a:extLst>
          </p:cNvPr>
          <p:cNvPicPr>
            <a:picLocks noChangeAspect="1"/>
          </p:cNvPicPr>
          <p:nvPr userDrawn="1"/>
        </p:nvPicPr>
        <p:blipFill>
          <a:blip r:embed="rId28">
            <a:extLst>
              <a:ext uri="{96DAC541-7B7A-43D3-8B79-37D633B846F1}">
                <asvg:svgBlip xmlns:asvg="http://schemas.microsoft.com/office/drawing/2016/SVG/main" r:embed="rId29"/>
              </a:ext>
            </a:extLst>
          </a:blip>
          <a:stretch>
            <a:fillRect/>
          </a:stretch>
        </p:blipFill>
        <p:spPr>
          <a:xfrm>
            <a:off x="2130003" y="1560291"/>
            <a:ext cx="240000" cy="320000"/>
          </a:xfrm>
          <a:prstGeom prst="rect">
            <a:avLst/>
          </a:prstGeom>
        </p:spPr>
      </p:pic>
      <p:pic>
        <p:nvPicPr>
          <p:cNvPr id="45" name="Grafik 44">
            <a:extLst>
              <a:ext uri="{FF2B5EF4-FFF2-40B4-BE49-F238E27FC236}">
                <a16:creationId xmlns:a16="http://schemas.microsoft.com/office/drawing/2014/main" id="{C5430302-1517-A056-D2CA-BFCF208CE707}"/>
              </a:ext>
            </a:extLst>
          </p:cNvPr>
          <p:cNvPicPr>
            <a:picLocks noChangeAspect="1"/>
          </p:cNvPicPr>
          <p:nvPr userDrawn="1"/>
        </p:nvPicPr>
        <p:blipFill>
          <a:blip r:embed="rId30">
            <a:extLst>
              <a:ext uri="{96DAC541-7B7A-43D3-8B79-37D633B846F1}">
                <asvg:svgBlip xmlns:asvg="http://schemas.microsoft.com/office/drawing/2016/SVG/main" r:embed="rId31"/>
              </a:ext>
            </a:extLst>
          </a:blip>
          <a:stretch>
            <a:fillRect/>
          </a:stretch>
        </p:blipFill>
        <p:spPr>
          <a:xfrm>
            <a:off x="1170005" y="1560291"/>
            <a:ext cx="240000" cy="320000"/>
          </a:xfrm>
          <a:prstGeom prst="rect">
            <a:avLst/>
          </a:prstGeom>
        </p:spPr>
      </p:pic>
      <p:pic>
        <p:nvPicPr>
          <p:cNvPr id="47" name="Grafik 46">
            <a:extLst>
              <a:ext uri="{FF2B5EF4-FFF2-40B4-BE49-F238E27FC236}">
                <a16:creationId xmlns:a16="http://schemas.microsoft.com/office/drawing/2014/main" id="{6738A425-F258-3EBE-9FBC-457BCCF02331}"/>
              </a:ext>
            </a:extLst>
          </p:cNvPr>
          <p:cNvPicPr>
            <a:picLocks noChangeAspect="1"/>
          </p:cNvPicPr>
          <p:nvPr userDrawn="1"/>
        </p:nvPicPr>
        <p:blipFill>
          <a:blip r:embed="rId32">
            <a:extLst>
              <a:ext uri="{96DAC541-7B7A-43D3-8B79-37D633B846F1}">
                <asvg:svgBlip xmlns:asvg="http://schemas.microsoft.com/office/drawing/2016/SVG/main" r:embed="rId33"/>
              </a:ext>
            </a:extLst>
          </a:blip>
          <a:stretch>
            <a:fillRect/>
          </a:stretch>
        </p:blipFill>
        <p:spPr>
          <a:xfrm>
            <a:off x="3569998" y="1560291"/>
            <a:ext cx="240000" cy="320000"/>
          </a:xfrm>
          <a:prstGeom prst="rect">
            <a:avLst/>
          </a:prstGeom>
        </p:spPr>
      </p:pic>
      <p:pic>
        <p:nvPicPr>
          <p:cNvPr id="48" name="Grafik 47">
            <a:extLst>
              <a:ext uri="{FF2B5EF4-FFF2-40B4-BE49-F238E27FC236}">
                <a16:creationId xmlns:a16="http://schemas.microsoft.com/office/drawing/2014/main" id="{176AB826-9E03-8FE6-58C8-5C9EF8B1FBD6}"/>
              </a:ext>
            </a:extLst>
          </p:cNvPr>
          <p:cNvPicPr>
            <a:picLocks noChangeAspect="1"/>
          </p:cNvPicPr>
          <p:nvPr userDrawn="1"/>
        </p:nvPicPr>
        <p:blipFill>
          <a:blip r:embed="rId34">
            <a:extLst>
              <a:ext uri="{96DAC541-7B7A-43D3-8B79-37D633B846F1}">
                <asvg:svgBlip xmlns:asvg="http://schemas.microsoft.com/office/drawing/2016/SVG/main" r:embed="rId35"/>
              </a:ext>
            </a:extLst>
          </a:blip>
          <a:stretch>
            <a:fillRect/>
          </a:stretch>
        </p:blipFill>
        <p:spPr>
          <a:xfrm>
            <a:off x="3089998" y="1560291"/>
            <a:ext cx="240000" cy="320000"/>
          </a:xfrm>
          <a:prstGeom prst="rect">
            <a:avLst/>
          </a:prstGeom>
        </p:spPr>
      </p:pic>
      <p:pic>
        <p:nvPicPr>
          <p:cNvPr id="49" name="Grafik 48">
            <a:extLst>
              <a:ext uri="{FF2B5EF4-FFF2-40B4-BE49-F238E27FC236}">
                <a16:creationId xmlns:a16="http://schemas.microsoft.com/office/drawing/2014/main" id="{9DB07295-6F17-C6FD-7D43-8A1F53003F21}"/>
              </a:ext>
            </a:extLst>
          </p:cNvPr>
          <p:cNvPicPr>
            <a:picLocks noChangeAspect="1"/>
          </p:cNvPicPr>
          <p:nvPr userDrawn="1"/>
        </p:nvPicPr>
        <p:blipFill>
          <a:blip r:embed="rId36">
            <a:extLst>
              <a:ext uri="{96DAC541-7B7A-43D3-8B79-37D633B846F1}">
                <asvg:svgBlip xmlns:asvg="http://schemas.microsoft.com/office/drawing/2016/SVG/main" r:embed="rId37"/>
              </a:ext>
            </a:extLst>
          </a:blip>
          <a:stretch>
            <a:fillRect/>
          </a:stretch>
        </p:blipFill>
        <p:spPr>
          <a:xfrm>
            <a:off x="2610000" y="1560291"/>
            <a:ext cx="240000" cy="320000"/>
          </a:xfrm>
          <a:prstGeom prst="rect">
            <a:avLst/>
          </a:prstGeom>
        </p:spPr>
      </p:pic>
      <p:pic>
        <p:nvPicPr>
          <p:cNvPr id="51" name="Grafik 50">
            <a:extLst>
              <a:ext uri="{FF2B5EF4-FFF2-40B4-BE49-F238E27FC236}">
                <a16:creationId xmlns:a16="http://schemas.microsoft.com/office/drawing/2014/main" id="{87284C34-47B8-74CC-1C3A-2F1609F24B04}"/>
              </a:ext>
            </a:extLst>
          </p:cNvPr>
          <p:cNvPicPr>
            <a:picLocks noChangeAspect="1"/>
          </p:cNvPicPr>
          <p:nvPr userDrawn="1"/>
        </p:nvPicPr>
        <p:blipFill>
          <a:blip r:embed="rId38">
            <a:extLst>
              <a:ext uri="{96DAC541-7B7A-43D3-8B79-37D633B846F1}">
                <asvg:svgBlip xmlns:asvg="http://schemas.microsoft.com/office/drawing/2016/SVG/main" r:embed="rId39"/>
              </a:ext>
            </a:extLst>
          </a:blip>
          <a:stretch>
            <a:fillRect/>
          </a:stretch>
        </p:blipFill>
        <p:spPr>
          <a:xfrm>
            <a:off x="5969992" y="1560291"/>
            <a:ext cx="240000" cy="320000"/>
          </a:xfrm>
          <a:prstGeom prst="rect">
            <a:avLst/>
          </a:prstGeom>
        </p:spPr>
      </p:pic>
      <p:pic>
        <p:nvPicPr>
          <p:cNvPr id="52" name="Grafik 51">
            <a:extLst>
              <a:ext uri="{FF2B5EF4-FFF2-40B4-BE49-F238E27FC236}">
                <a16:creationId xmlns:a16="http://schemas.microsoft.com/office/drawing/2014/main" id="{4DAAD2D7-8508-FA30-15E9-2B63445261F0}"/>
              </a:ext>
            </a:extLst>
          </p:cNvPr>
          <p:cNvPicPr>
            <a:picLocks noChangeAspect="1"/>
          </p:cNvPicPr>
          <p:nvPr userDrawn="1"/>
        </p:nvPicPr>
        <p:blipFill>
          <a:blip r:embed="rId40">
            <a:extLst>
              <a:ext uri="{96DAC541-7B7A-43D3-8B79-37D633B846F1}">
                <asvg:svgBlip xmlns:asvg="http://schemas.microsoft.com/office/drawing/2016/SVG/main" r:embed="rId41"/>
              </a:ext>
            </a:extLst>
          </a:blip>
          <a:stretch>
            <a:fillRect/>
          </a:stretch>
        </p:blipFill>
        <p:spPr>
          <a:xfrm>
            <a:off x="4529994" y="1560291"/>
            <a:ext cx="240000" cy="320000"/>
          </a:xfrm>
          <a:prstGeom prst="rect">
            <a:avLst/>
          </a:prstGeom>
        </p:spPr>
      </p:pic>
      <p:pic>
        <p:nvPicPr>
          <p:cNvPr id="53" name="Grafik 52">
            <a:extLst>
              <a:ext uri="{FF2B5EF4-FFF2-40B4-BE49-F238E27FC236}">
                <a16:creationId xmlns:a16="http://schemas.microsoft.com/office/drawing/2014/main" id="{24FE1E33-22E2-5C51-A8D0-3C149E8B067E}"/>
              </a:ext>
            </a:extLst>
          </p:cNvPr>
          <p:cNvPicPr>
            <a:picLocks noChangeAspect="1"/>
          </p:cNvPicPr>
          <p:nvPr userDrawn="1"/>
        </p:nvPicPr>
        <p:blipFill>
          <a:blip r:embed="rId42">
            <a:extLst>
              <a:ext uri="{96DAC541-7B7A-43D3-8B79-37D633B846F1}">
                <asvg:svgBlip xmlns:asvg="http://schemas.microsoft.com/office/drawing/2016/SVG/main" r:embed="rId43"/>
              </a:ext>
            </a:extLst>
          </a:blip>
          <a:stretch>
            <a:fillRect/>
          </a:stretch>
        </p:blipFill>
        <p:spPr>
          <a:xfrm>
            <a:off x="4049996" y="1560291"/>
            <a:ext cx="240000" cy="320000"/>
          </a:xfrm>
          <a:prstGeom prst="rect">
            <a:avLst/>
          </a:prstGeom>
        </p:spPr>
      </p:pic>
      <p:pic>
        <p:nvPicPr>
          <p:cNvPr id="55" name="Grafik 54">
            <a:extLst>
              <a:ext uri="{FF2B5EF4-FFF2-40B4-BE49-F238E27FC236}">
                <a16:creationId xmlns:a16="http://schemas.microsoft.com/office/drawing/2014/main" id="{D0BAD82B-3BB9-9835-387E-55C2B408D913}"/>
              </a:ext>
            </a:extLst>
          </p:cNvPr>
          <p:cNvPicPr>
            <a:picLocks noChangeAspect="1"/>
          </p:cNvPicPr>
          <p:nvPr userDrawn="1"/>
        </p:nvPicPr>
        <p:blipFill>
          <a:blip r:embed="rId44">
            <a:extLst>
              <a:ext uri="{96DAC541-7B7A-43D3-8B79-37D633B846F1}">
                <asvg:svgBlip xmlns:asvg="http://schemas.microsoft.com/office/drawing/2016/SVG/main" r:embed="rId45"/>
              </a:ext>
            </a:extLst>
          </a:blip>
          <a:stretch>
            <a:fillRect/>
          </a:stretch>
        </p:blipFill>
        <p:spPr>
          <a:xfrm>
            <a:off x="4049996" y="2200289"/>
            <a:ext cx="240000" cy="320000"/>
          </a:xfrm>
          <a:prstGeom prst="rect">
            <a:avLst/>
          </a:prstGeom>
        </p:spPr>
      </p:pic>
      <p:pic>
        <p:nvPicPr>
          <p:cNvPr id="56" name="Grafik 55">
            <a:extLst>
              <a:ext uri="{FF2B5EF4-FFF2-40B4-BE49-F238E27FC236}">
                <a16:creationId xmlns:a16="http://schemas.microsoft.com/office/drawing/2014/main" id="{BE18C442-5682-B783-61B3-14946B863E4F}"/>
              </a:ext>
            </a:extLst>
          </p:cNvPr>
          <p:cNvPicPr>
            <a:picLocks noChangeAspect="1"/>
          </p:cNvPicPr>
          <p:nvPr userDrawn="1"/>
        </p:nvPicPr>
        <p:blipFill>
          <a:blip r:embed="rId46">
            <a:extLst>
              <a:ext uri="{96DAC541-7B7A-43D3-8B79-37D633B846F1}">
                <asvg:svgBlip xmlns:asvg="http://schemas.microsoft.com/office/drawing/2016/SVG/main" r:embed="rId47"/>
              </a:ext>
            </a:extLst>
          </a:blip>
          <a:stretch>
            <a:fillRect/>
          </a:stretch>
        </p:blipFill>
        <p:spPr>
          <a:xfrm>
            <a:off x="1650003" y="2200289"/>
            <a:ext cx="240000" cy="320000"/>
          </a:xfrm>
          <a:prstGeom prst="rect">
            <a:avLst/>
          </a:prstGeom>
        </p:spPr>
      </p:pic>
      <p:pic>
        <p:nvPicPr>
          <p:cNvPr id="58" name="Grafik 57">
            <a:extLst>
              <a:ext uri="{FF2B5EF4-FFF2-40B4-BE49-F238E27FC236}">
                <a16:creationId xmlns:a16="http://schemas.microsoft.com/office/drawing/2014/main" id="{863C284E-0C61-171C-1004-1F884F8BC5A4}"/>
              </a:ext>
            </a:extLst>
          </p:cNvPr>
          <p:cNvPicPr>
            <a:picLocks noChangeAspect="1"/>
          </p:cNvPicPr>
          <p:nvPr userDrawn="1"/>
        </p:nvPicPr>
        <p:blipFill>
          <a:blip r:embed="rId48">
            <a:extLst>
              <a:ext uri="{96DAC541-7B7A-43D3-8B79-37D633B846F1}">
                <asvg:svgBlip xmlns:asvg="http://schemas.microsoft.com/office/drawing/2016/SVG/main" r:embed="rId49"/>
              </a:ext>
            </a:extLst>
          </a:blip>
          <a:stretch>
            <a:fillRect/>
          </a:stretch>
        </p:blipFill>
        <p:spPr>
          <a:xfrm>
            <a:off x="5489991" y="2200289"/>
            <a:ext cx="240000" cy="320000"/>
          </a:xfrm>
          <a:prstGeom prst="rect">
            <a:avLst/>
          </a:prstGeom>
        </p:spPr>
      </p:pic>
      <p:pic>
        <p:nvPicPr>
          <p:cNvPr id="59" name="Grafik 58">
            <a:extLst>
              <a:ext uri="{FF2B5EF4-FFF2-40B4-BE49-F238E27FC236}">
                <a16:creationId xmlns:a16="http://schemas.microsoft.com/office/drawing/2014/main" id="{154D99AC-F8B6-0612-48CE-8745F29CD3D9}"/>
              </a:ext>
            </a:extLst>
          </p:cNvPr>
          <p:cNvPicPr>
            <a:picLocks noChangeAspect="1"/>
          </p:cNvPicPr>
          <p:nvPr userDrawn="1"/>
        </p:nvPicPr>
        <p:blipFill>
          <a:blip r:embed="rId50">
            <a:extLst>
              <a:ext uri="{96DAC541-7B7A-43D3-8B79-37D633B846F1}">
                <asvg:svgBlip xmlns:asvg="http://schemas.microsoft.com/office/drawing/2016/SVG/main" r:embed="rId51"/>
              </a:ext>
            </a:extLst>
          </a:blip>
          <a:stretch>
            <a:fillRect/>
          </a:stretch>
        </p:blipFill>
        <p:spPr>
          <a:xfrm>
            <a:off x="5009993" y="2200289"/>
            <a:ext cx="240000" cy="320000"/>
          </a:xfrm>
          <a:prstGeom prst="rect">
            <a:avLst/>
          </a:prstGeom>
        </p:spPr>
      </p:pic>
      <p:pic>
        <p:nvPicPr>
          <p:cNvPr id="61" name="Grafik 60">
            <a:extLst>
              <a:ext uri="{FF2B5EF4-FFF2-40B4-BE49-F238E27FC236}">
                <a16:creationId xmlns:a16="http://schemas.microsoft.com/office/drawing/2014/main" id="{3FE028C5-0118-5BF2-9DEF-C72D05AAD94E}"/>
              </a:ext>
            </a:extLst>
          </p:cNvPr>
          <p:cNvPicPr>
            <a:picLocks noChangeAspect="1"/>
          </p:cNvPicPr>
          <p:nvPr userDrawn="1"/>
        </p:nvPicPr>
        <p:blipFill>
          <a:blip r:embed="rId52">
            <a:extLst>
              <a:ext uri="{96DAC541-7B7A-43D3-8B79-37D633B846F1}">
                <asvg:svgBlip xmlns:asvg="http://schemas.microsoft.com/office/drawing/2016/SVG/main" r:embed="rId53"/>
              </a:ext>
            </a:extLst>
          </a:blip>
          <a:stretch>
            <a:fillRect/>
          </a:stretch>
        </p:blipFill>
        <p:spPr>
          <a:xfrm>
            <a:off x="2610000" y="2200289"/>
            <a:ext cx="240000" cy="320000"/>
          </a:xfrm>
          <a:prstGeom prst="rect">
            <a:avLst/>
          </a:prstGeom>
        </p:spPr>
      </p:pic>
      <p:pic>
        <p:nvPicPr>
          <p:cNvPr id="62" name="Grafik 61">
            <a:extLst>
              <a:ext uri="{FF2B5EF4-FFF2-40B4-BE49-F238E27FC236}">
                <a16:creationId xmlns:a16="http://schemas.microsoft.com/office/drawing/2014/main" id="{CB1D78A0-2F95-EB52-34F8-3FAA42D46D42}"/>
              </a:ext>
            </a:extLst>
          </p:cNvPr>
          <p:cNvPicPr>
            <a:picLocks noChangeAspect="1"/>
          </p:cNvPicPr>
          <p:nvPr userDrawn="1"/>
        </p:nvPicPr>
        <p:blipFill>
          <a:blip r:embed="rId54">
            <a:extLst>
              <a:ext uri="{96DAC541-7B7A-43D3-8B79-37D633B846F1}">
                <asvg:svgBlip xmlns:asvg="http://schemas.microsoft.com/office/drawing/2016/SVG/main" r:embed="rId55"/>
              </a:ext>
            </a:extLst>
          </a:blip>
          <a:stretch>
            <a:fillRect/>
          </a:stretch>
        </p:blipFill>
        <p:spPr>
          <a:xfrm>
            <a:off x="3569998" y="2200289"/>
            <a:ext cx="240000" cy="320000"/>
          </a:xfrm>
          <a:prstGeom prst="rect">
            <a:avLst/>
          </a:prstGeom>
        </p:spPr>
      </p:pic>
      <p:pic>
        <p:nvPicPr>
          <p:cNvPr id="63" name="Grafik 62">
            <a:extLst>
              <a:ext uri="{FF2B5EF4-FFF2-40B4-BE49-F238E27FC236}">
                <a16:creationId xmlns:a16="http://schemas.microsoft.com/office/drawing/2014/main" id="{EABB56F8-BD85-1724-272C-99F7B1881349}"/>
              </a:ext>
            </a:extLst>
          </p:cNvPr>
          <p:cNvPicPr>
            <a:picLocks noChangeAspect="1"/>
          </p:cNvPicPr>
          <p:nvPr userDrawn="1"/>
        </p:nvPicPr>
        <p:blipFill>
          <a:blip r:embed="rId56">
            <a:extLst>
              <a:ext uri="{96DAC541-7B7A-43D3-8B79-37D633B846F1}">
                <asvg:svgBlip xmlns:asvg="http://schemas.microsoft.com/office/drawing/2016/SVG/main" r:embed="rId57"/>
              </a:ext>
            </a:extLst>
          </a:blip>
          <a:stretch>
            <a:fillRect/>
          </a:stretch>
        </p:blipFill>
        <p:spPr>
          <a:xfrm>
            <a:off x="2130003" y="2200289"/>
            <a:ext cx="240000" cy="320000"/>
          </a:xfrm>
          <a:prstGeom prst="rect">
            <a:avLst/>
          </a:prstGeom>
        </p:spPr>
      </p:pic>
      <p:pic>
        <p:nvPicPr>
          <p:cNvPr id="65" name="Grafik 64">
            <a:extLst>
              <a:ext uri="{FF2B5EF4-FFF2-40B4-BE49-F238E27FC236}">
                <a16:creationId xmlns:a16="http://schemas.microsoft.com/office/drawing/2014/main" id="{F0580FB2-9CA2-35DC-8EB8-A532E445D019}"/>
              </a:ext>
            </a:extLst>
          </p:cNvPr>
          <p:cNvPicPr>
            <a:picLocks noChangeAspect="1"/>
          </p:cNvPicPr>
          <p:nvPr userDrawn="1"/>
        </p:nvPicPr>
        <p:blipFill>
          <a:blip r:embed="rId58">
            <a:extLst>
              <a:ext uri="{96DAC541-7B7A-43D3-8B79-37D633B846F1}">
                <asvg:svgBlip xmlns:asvg="http://schemas.microsoft.com/office/drawing/2016/SVG/main" r:embed="rId59"/>
              </a:ext>
            </a:extLst>
          </a:blip>
          <a:stretch>
            <a:fillRect/>
          </a:stretch>
        </p:blipFill>
        <p:spPr>
          <a:xfrm>
            <a:off x="3089998" y="2200289"/>
            <a:ext cx="240000" cy="320000"/>
          </a:xfrm>
          <a:prstGeom prst="rect">
            <a:avLst/>
          </a:prstGeom>
        </p:spPr>
      </p:pic>
      <p:pic>
        <p:nvPicPr>
          <p:cNvPr id="67" name="Grafik 66">
            <a:extLst>
              <a:ext uri="{FF2B5EF4-FFF2-40B4-BE49-F238E27FC236}">
                <a16:creationId xmlns:a16="http://schemas.microsoft.com/office/drawing/2014/main" id="{4BB5A60D-9D41-38A8-D3DC-99FF299794E9}"/>
              </a:ext>
            </a:extLst>
          </p:cNvPr>
          <p:cNvPicPr>
            <a:picLocks noChangeAspect="1"/>
          </p:cNvPicPr>
          <p:nvPr userDrawn="1"/>
        </p:nvPicPr>
        <p:blipFill>
          <a:blip r:embed="rId60">
            <a:extLst>
              <a:ext uri="{96DAC541-7B7A-43D3-8B79-37D633B846F1}">
                <asvg:svgBlip xmlns:asvg="http://schemas.microsoft.com/office/drawing/2016/SVG/main" r:embed="rId61"/>
              </a:ext>
            </a:extLst>
          </a:blip>
          <a:stretch>
            <a:fillRect/>
          </a:stretch>
        </p:blipFill>
        <p:spPr>
          <a:xfrm>
            <a:off x="1170005" y="2200289"/>
            <a:ext cx="240000" cy="320000"/>
          </a:xfrm>
          <a:prstGeom prst="rect">
            <a:avLst/>
          </a:prstGeom>
        </p:spPr>
      </p:pic>
      <p:pic>
        <p:nvPicPr>
          <p:cNvPr id="68" name="Grafik 67">
            <a:extLst>
              <a:ext uri="{FF2B5EF4-FFF2-40B4-BE49-F238E27FC236}">
                <a16:creationId xmlns:a16="http://schemas.microsoft.com/office/drawing/2014/main" id="{9546570C-6A53-FCAE-A3DC-2334081F1AD0}"/>
              </a:ext>
            </a:extLst>
          </p:cNvPr>
          <p:cNvPicPr>
            <a:picLocks noChangeAspect="1"/>
          </p:cNvPicPr>
          <p:nvPr userDrawn="1"/>
        </p:nvPicPr>
        <p:blipFill>
          <a:blip r:embed="rId62">
            <a:extLst>
              <a:ext uri="{96DAC541-7B7A-43D3-8B79-37D633B846F1}">
                <asvg:svgBlip xmlns:asvg="http://schemas.microsoft.com/office/drawing/2016/SVG/main" r:embed="rId63"/>
              </a:ext>
            </a:extLst>
          </a:blip>
          <a:stretch>
            <a:fillRect/>
          </a:stretch>
        </p:blipFill>
        <p:spPr>
          <a:xfrm>
            <a:off x="4529994" y="2200289"/>
            <a:ext cx="240000" cy="320000"/>
          </a:xfrm>
          <a:prstGeom prst="rect">
            <a:avLst/>
          </a:prstGeom>
        </p:spPr>
      </p:pic>
      <p:pic>
        <p:nvPicPr>
          <p:cNvPr id="70" name="Grafik 69">
            <a:extLst>
              <a:ext uri="{FF2B5EF4-FFF2-40B4-BE49-F238E27FC236}">
                <a16:creationId xmlns:a16="http://schemas.microsoft.com/office/drawing/2014/main" id="{30F93E60-C102-37F3-C8E2-26392DAC456C}"/>
              </a:ext>
            </a:extLst>
          </p:cNvPr>
          <p:cNvPicPr>
            <a:picLocks noChangeAspect="1"/>
          </p:cNvPicPr>
          <p:nvPr userDrawn="1"/>
        </p:nvPicPr>
        <p:blipFill>
          <a:blip r:embed="rId64">
            <a:extLst>
              <a:ext uri="{96DAC541-7B7A-43D3-8B79-37D633B846F1}">
                <asvg:svgBlip xmlns:asvg="http://schemas.microsoft.com/office/drawing/2016/SVG/main" r:embed="rId65"/>
              </a:ext>
            </a:extLst>
          </a:blip>
          <a:stretch>
            <a:fillRect/>
          </a:stretch>
        </p:blipFill>
        <p:spPr>
          <a:xfrm>
            <a:off x="5969992" y="2840286"/>
            <a:ext cx="240000" cy="320000"/>
          </a:xfrm>
          <a:prstGeom prst="rect">
            <a:avLst/>
          </a:prstGeom>
        </p:spPr>
      </p:pic>
      <p:pic>
        <p:nvPicPr>
          <p:cNvPr id="71" name="Grafik 70">
            <a:extLst>
              <a:ext uri="{FF2B5EF4-FFF2-40B4-BE49-F238E27FC236}">
                <a16:creationId xmlns:a16="http://schemas.microsoft.com/office/drawing/2014/main" id="{36B38C5F-FA53-56C9-B958-08DD78B2604B}"/>
              </a:ext>
            </a:extLst>
          </p:cNvPr>
          <p:cNvPicPr>
            <a:picLocks noChangeAspect="1"/>
          </p:cNvPicPr>
          <p:nvPr userDrawn="1"/>
        </p:nvPicPr>
        <p:blipFill>
          <a:blip r:embed="rId66">
            <a:extLst>
              <a:ext uri="{96DAC541-7B7A-43D3-8B79-37D633B846F1}">
                <asvg:svgBlip xmlns:asvg="http://schemas.microsoft.com/office/drawing/2016/SVG/main" r:embed="rId67"/>
              </a:ext>
            </a:extLst>
          </a:blip>
          <a:stretch>
            <a:fillRect/>
          </a:stretch>
        </p:blipFill>
        <p:spPr>
          <a:xfrm>
            <a:off x="4049996" y="2840286"/>
            <a:ext cx="240000" cy="320000"/>
          </a:xfrm>
          <a:prstGeom prst="rect">
            <a:avLst/>
          </a:prstGeom>
        </p:spPr>
      </p:pic>
      <p:pic>
        <p:nvPicPr>
          <p:cNvPr id="72" name="Grafik 71">
            <a:extLst>
              <a:ext uri="{FF2B5EF4-FFF2-40B4-BE49-F238E27FC236}">
                <a16:creationId xmlns:a16="http://schemas.microsoft.com/office/drawing/2014/main" id="{EA2FB733-85CB-FA89-A952-34640945D0C2}"/>
              </a:ext>
            </a:extLst>
          </p:cNvPr>
          <p:cNvPicPr>
            <a:picLocks noChangeAspect="1"/>
          </p:cNvPicPr>
          <p:nvPr userDrawn="1"/>
        </p:nvPicPr>
        <p:blipFill>
          <a:blip r:embed="rId68">
            <a:extLst>
              <a:ext uri="{96DAC541-7B7A-43D3-8B79-37D633B846F1}">
                <asvg:svgBlip xmlns:asvg="http://schemas.microsoft.com/office/drawing/2016/SVG/main" r:embed="rId69"/>
              </a:ext>
            </a:extLst>
          </a:blip>
          <a:stretch>
            <a:fillRect/>
          </a:stretch>
        </p:blipFill>
        <p:spPr>
          <a:xfrm>
            <a:off x="3569998" y="2840286"/>
            <a:ext cx="240000" cy="320000"/>
          </a:xfrm>
          <a:prstGeom prst="rect">
            <a:avLst/>
          </a:prstGeom>
        </p:spPr>
      </p:pic>
      <p:pic>
        <p:nvPicPr>
          <p:cNvPr id="74" name="Grafik 73">
            <a:extLst>
              <a:ext uri="{FF2B5EF4-FFF2-40B4-BE49-F238E27FC236}">
                <a16:creationId xmlns:a16="http://schemas.microsoft.com/office/drawing/2014/main" id="{FBE63C1B-FC32-2129-AE5E-0321934697B5}"/>
              </a:ext>
            </a:extLst>
          </p:cNvPr>
          <p:cNvPicPr>
            <a:picLocks noChangeAspect="1"/>
          </p:cNvPicPr>
          <p:nvPr userDrawn="1"/>
        </p:nvPicPr>
        <p:blipFill>
          <a:blip r:embed="rId70">
            <a:extLst>
              <a:ext uri="{96DAC541-7B7A-43D3-8B79-37D633B846F1}">
                <asvg:svgBlip xmlns:asvg="http://schemas.microsoft.com/office/drawing/2016/SVG/main" r:embed="rId71"/>
              </a:ext>
            </a:extLst>
          </a:blip>
          <a:stretch>
            <a:fillRect/>
          </a:stretch>
        </p:blipFill>
        <p:spPr>
          <a:xfrm>
            <a:off x="2130003" y="2840286"/>
            <a:ext cx="240000" cy="320000"/>
          </a:xfrm>
          <a:prstGeom prst="rect">
            <a:avLst/>
          </a:prstGeom>
        </p:spPr>
      </p:pic>
      <p:pic>
        <p:nvPicPr>
          <p:cNvPr id="75" name="Grafik 74">
            <a:extLst>
              <a:ext uri="{FF2B5EF4-FFF2-40B4-BE49-F238E27FC236}">
                <a16:creationId xmlns:a16="http://schemas.microsoft.com/office/drawing/2014/main" id="{0CCA7829-F94E-C6B3-1E23-224DEC7F92DB}"/>
              </a:ext>
            </a:extLst>
          </p:cNvPr>
          <p:cNvPicPr>
            <a:picLocks noChangeAspect="1"/>
          </p:cNvPicPr>
          <p:nvPr userDrawn="1"/>
        </p:nvPicPr>
        <p:blipFill>
          <a:blip r:embed="rId72">
            <a:extLst>
              <a:ext uri="{96DAC541-7B7A-43D3-8B79-37D633B846F1}">
                <asvg:svgBlip xmlns:asvg="http://schemas.microsoft.com/office/drawing/2016/SVG/main" r:embed="rId73"/>
              </a:ext>
            </a:extLst>
          </a:blip>
          <a:stretch>
            <a:fillRect/>
          </a:stretch>
        </p:blipFill>
        <p:spPr>
          <a:xfrm>
            <a:off x="1170005" y="2840286"/>
            <a:ext cx="240000" cy="320000"/>
          </a:xfrm>
          <a:prstGeom prst="rect">
            <a:avLst/>
          </a:prstGeom>
        </p:spPr>
      </p:pic>
      <p:pic>
        <p:nvPicPr>
          <p:cNvPr id="76" name="Grafik 75">
            <a:extLst>
              <a:ext uri="{FF2B5EF4-FFF2-40B4-BE49-F238E27FC236}">
                <a16:creationId xmlns:a16="http://schemas.microsoft.com/office/drawing/2014/main" id="{48CB7C0C-42E1-4687-9CF6-6D21E5B76055}"/>
              </a:ext>
            </a:extLst>
          </p:cNvPr>
          <p:cNvPicPr>
            <a:picLocks noChangeAspect="1"/>
          </p:cNvPicPr>
          <p:nvPr userDrawn="1"/>
        </p:nvPicPr>
        <p:blipFill>
          <a:blip r:embed="rId74">
            <a:extLst>
              <a:ext uri="{96DAC541-7B7A-43D3-8B79-37D633B846F1}">
                <asvg:svgBlip xmlns:asvg="http://schemas.microsoft.com/office/drawing/2016/SVG/main" r:embed="rId75"/>
              </a:ext>
            </a:extLst>
          </a:blip>
          <a:stretch>
            <a:fillRect/>
          </a:stretch>
        </p:blipFill>
        <p:spPr>
          <a:xfrm>
            <a:off x="2610000" y="2840286"/>
            <a:ext cx="240000" cy="320000"/>
          </a:xfrm>
          <a:prstGeom prst="rect">
            <a:avLst/>
          </a:prstGeom>
        </p:spPr>
      </p:pic>
      <p:pic>
        <p:nvPicPr>
          <p:cNvPr id="78" name="Grafik 77">
            <a:extLst>
              <a:ext uri="{FF2B5EF4-FFF2-40B4-BE49-F238E27FC236}">
                <a16:creationId xmlns:a16="http://schemas.microsoft.com/office/drawing/2014/main" id="{D02E13ED-E9EA-BF24-D878-FAF5D477167C}"/>
              </a:ext>
            </a:extLst>
          </p:cNvPr>
          <p:cNvPicPr>
            <a:picLocks noChangeAspect="1"/>
          </p:cNvPicPr>
          <p:nvPr userDrawn="1"/>
        </p:nvPicPr>
        <p:blipFill>
          <a:blip r:embed="rId76">
            <a:extLst>
              <a:ext uri="{96DAC541-7B7A-43D3-8B79-37D633B846F1}">
                <asvg:svgBlip xmlns:asvg="http://schemas.microsoft.com/office/drawing/2016/SVG/main" r:embed="rId77"/>
              </a:ext>
            </a:extLst>
          </a:blip>
          <a:stretch>
            <a:fillRect/>
          </a:stretch>
        </p:blipFill>
        <p:spPr>
          <a:xfrm>
            <a:off x="4529994" y="2840286"/>
            <a:ext cx="240000" cy="320000"/>
          </a:xfrm>
          <a:prstGeom prst="rect">
            <a:avLst/>
          </a:prstGeom>
        </p:spPr>
      </p:pic>
      <p:pic>
        <p:nvPicPr>
          <p:cNvPr id="79" name="Grafik 78">
            <a:extLst>
              <a:ext uri="{FF2B5EF4-FFF2-40B4-BE49-F238E27FC236}">
                <a16:creationId xmlns:a16="http://schemas.microsoft.com/office/drawing/2014/main" id="{035C5DCC-09AD-28A6-AB42-5A12798D071F}"/>
              </a:ext>
            </a:extLst>
          </p:cNvPr>
          <p:cNvPicPr>
            <a:picLocks noChangeAspect="1"/>
          </p:cNvPicPr>
          <p:nvPr userDrawn="1"/>
        </p:nvPicPr>
        <p:blipFill>
          <a:blip r:embed="rId78">
            <a:extLst>
              <a:ext uri="{96DAC541-7B7A-43D3-8B79-37D633B846F1}">
                <asvg:svgBlip xmlns:asvg="http://schemas.microsoft.com/office/drawing/2016/SVG/main" r:embed="rId79"/>
              </a:ext>
            </a:extLst>
          </a:blip>
          <a:stretch>
            <a:fillRect/>
          </a:stretch>
        </p:blipFill>
        <p:spPr>
          <a:xfrm>
            <a:off x="5009993" y="2840286"/>
            <a:ext cx="240000" cy="320000"/>
          </a:xfrm>
          <a:prstGeom prst="rect">
            <a:avLst/>
          </a:prstGeom>
        </p:spPr>
      </p:pic>
      <p:pic>
        <p:nvPicPr>
          <p:cNvPr id="80" name="Grafik 79">
            <a:extLst>
              <a:ext uri="{FF2B5EF4-FFF2-40B4-BE49-F238E27FC236}">
                <a16:creationId xmlns:a16="http://schemas.microsoft.com/office/drawing/2014/main" id="{71A82ABB-C0BC-E9DD-50F4-6022CEAAF4DA}"/>
              </a:ext>
            </a:extLst>
          </p:cNvPr>
          <p:cNvPicPr>
            <a:picLocks noChangeAspect="1"/>
          </p:cNvPicPr>
          <p:nvPr userDrawn="1"/>
        </p:nvPicPr>
        <p:blipFill>
          <a:blip r:embed="rId80">
            <a:extLst>
              <a:ext uri="{96DAC541-7B7A-43D3-8B79-37D633B846F1}">
                <asvg:svgBlip xmlns:asvg="http://schemas.microsoft.com/office/drawing/2016/SVG/main" r:embed="rId81"/>
              </a:ext>
            </a:extLst>
          </a:blip>
          <a:stretch>
            <a:fillRect/>
          </a:stretch>
        </p:blipFill>
        <p:spPr>
          <a:xfrm>
            <a:off x="3089998" y="2840286"/>
            <a:ext cx="240000" cy="320000"/>
          </a:xfrm>
          <a:prstGeom prst="rect">
            <a:avLst/>
          </a:prstGeom>
        </p:spPr>
      </p:pic>
      <p:pic>
        <p:nvPicPr>
          <p:cNvPr id="82" name="Grafik 81">
            <a:extLst>
              <a:ext uri="{FF2B5EF4-FFF2-40B4-BE49-F238E27FC236}">
                <a16:creationId xmlns:a16="http://schemas.microsoft.com/office/drawing/2014/main" id="{6EE9B7F4-1227-F4FB-D139-1629FF7DF56D}"/>
              </a:ext>
            </a:extLst>
          </p:cNvPr>
          <p:cNvPicPr>
            <a:picLocks noChangeAspect="1"/>
          </p:cNvPicPr>
          <p:nvPr userDrawn="1"/>
        </p:nvPicPr>
        <p:blipFill>
          <a:blip r:embed="rId82">
            <a:extLst>
              <a:ext uri="{96DAC541-7B7A-43D3-8B79-37D633B846F1}">
                <asvg:svgBlip xmlns:asvg="http://schemas.microsoft.com/office/drawing/2016/SVG/main" r:embed="rId83"/>
              </a:ext>
            </a:extLst>
          </a:blip>
          <a:stretch>
            <a:fillRect/>
          </a:stretch>
        </p:blipFill>
        <p:spPr>
          <a:xfrm>
            <a:off x="1650003" y="2840286"/>
            <a:ext cx="240000" cy="320000"/>
          </a:xfrm>
          <a:prstGeom prst="rect">
            <a:avLst/>
          </a:prstGeom>
        </p:spPr>
      </p:pic>
      <p:pic>
        <p:nvPicPr>
          <p:cNvPr id="83" name="Grafik 82">
            <a:extLst>
              <a:ext uri="{FF2B5EF4-FFF2-40B4-BE49-F238E27FC236}">
                <a16:creationId xmlns:a16="http://schemas.microsoft.com/office/drawing/2014/main" id="{CB55D861-05A2-F4E2-6DA5-E99657C7B0CC}"/>
              </a:ext>
            </a:extLst>
          </p:cNvPr>
          <p:cNvPicPr>
            <a:picLocks noChangeAspect="1"/>
          </p:cNvPicPr>
          <p:nvPr userDrawn="1"/>
        </p:nvPicPr>
        <p:blipFill>
          <a:blip r:embed="rId84">
            <a:extLst>
              <a:ext uri="{96DAC541-7B7A-43D3-8B79-37D633B846F1}">
                <asvg:svgBlip xmlns:asvg="http://schemas.microsoft.com/office/drawing/2016/SVG/main" r:embed="rId85"/>
              </a:ext>
            </a:extLst>
          </a:blip>
          <a:stretch>
            <a:fillRect/>
          </a:stretch>
        </p:blipFill>
        <p:spPr>
          <a:xfrm>
            <a:off x="5489991" y="2840286"/>
            <a:ext cx="240000" cy="320000"/>
          </a:xfrm>
          <a:prstGeom prst="rect">
            <a:avLst/>
          </a:prstGeom>
        </p:spPr>
      </p:pic>
      <p:pic>
        <p:nvPicPr>
          <p:cNvPr id="84" name="Grafik 83">
            <a:extLst>
              <a:ext uri="{FF2B5EF4-FFF2-40B4-BE49-F238E27FC236}">
                <a16:creationId xmlns:a16="http://schemas.microsoft.com/office/drawing/2014/main" id="{B241DF97-3B81-0AAC-2FAC-BC63CEBE59F3}"/>
              </a:ext>
            </a:extLst>
          </p:cNvPr>
          <p:cNvPicPr>
            <a:picLocks noChangeAspect="1"/>
          </p:cNvPicPr>
          <p:nvPr userDrawn="1"/>
        </p:nvPicPr>
        <p:blipFill>
          <a:blip r:embed="rId86">
            <a:extLst>
              <a:ext uri="{96DAC541-7B7A-43D3-8B79-37D633B846F1}">
                <asvg:svgBlip xmlns:asvg="http://schemas.microsoft.com/office/drawing/2016/SVG/main" r:embed="rId87"/>
              </a:ext>
            </a:extLst>
          </a:blip>
          <a:stretch>
            <a:fillRect/>
          </a:stretch>
        </p:blipFill>
        <p:spPr>
          <a:xfrm>
            <a:off x="5009993" y="3480284"/>
            <a:ext cx="240000" cy="320000"/>
          </a:xfrm>
          <a:prstGeom prst="rect">
            <a:avLst/>
          </a:prstGeom>
        </p:spPr>
      </p:pic>
      <p:pic>
        <p:nvPicPr>
          <p:cNvPr id="86" name="Grafik 85">
            <a:extLst>
              <a:ext uri="{FF2B5EF4-FFF2-40B4-BE49-F238E27FC236}">
                <a16:creationId xmlns:a16="http://schemas.microsoft.com/office/drawing/2014/main" id="{C874C6AC-694C-4758-F9DE-585305E271E0}"/>
              </a:ext>
            </a:extLst>
          </p:cNvPr>
          <p:cNvPicPr>
            <a:picLocks noChangeAspect="1"/>
          </p:cNvPicPr>
          <p:nvPr userDrawn="1"/>
        </p:nvPicPr>
        <p:blipFill>
          <a:blip r:embed="rId88">
            <a:extLst>
              <a:ext uri="{96DAC541-7B7A-43D3-8B79-37D633B846F1}">
                <asvg:svgBlip xmlns:asvg="http://schemas.microsoft.com/office/drawing/2016/SVG/main" r:embed="rId89"/>
              </a:ext>
            </a:extLst>
          </a:blip>
          <a:stretch>
            <a:fillRect/>
          </a:stretch>
        </p:blipFill>
        <p:spPr>
          <a:xfrm>
            <a:off x="4529994" y="3480284"/>
            <a:ext cx="240000" cy="320000"/>
          </a:xfrm>
          <a:prstGeom prst="rect">
            <a:avLst/>
          </a:prstGeom>
        </p:spPr>
      </p:pic>
      <p:pic>
        <p:nvPicPr>
          <p:cNvPr id="87" name="Grafik 86">
            <a:extLst>
              <a:ext uri="{FF2B5EF4-FFF2-40B4-BE49-F238E27FC236}">
                <a16:creationId xmlns:a16="http://schemas.microsoft.com/office/drawing/2014/main" id="{340A7434-98DC-9EDB-220B-A4A360C33620}"/>
              </a:ext>
            </a:extLst>
          </p:cNvPr>
          <p:cNvPicPr>
            <a:picLocks noChangeAspect="1"/>
          </p:cNvPicPr>
          <p:nvPr userDrawn="1"/>
        </p:nvPicPr>
        <p:blipFill>
          <a:blip r:embed="rId90">
            <a:extLst>
              <a:ext uri="{96DAC541-7B7A-43D3-8B79-37D633B846F1}">
                <asvg:svgBlip xmlns:asvg="http://schemas.microsoft.com/office/drawing/2016/SVG/main" r:embed="rId91"/>
              </a:ext>
            </a:extLst>
          </a:blip>
          <a:stretch>
            <a:fillRect/>
          </a:stretch>
        </p:blipFill>
        <p:spPr>
          <a:xfrm>
            <a:off x="4049996" y="3480284"/>
            <a:ext cx="240000" cy="320000"/>
          </a:xfrm>
          <a:prstGeom prst="rect">
            <a:avLst/>
          </a:prstGeom>
        </p:spPr>
      </p:pic>
      <p:pic>
        <p:nvPicPr>
          <p:cNvPr id="88" name="Grafik 87">
            <a:extLst>
              <a:ext uri="{FF2B5EF4-FFF2-40B4-BE49-F238E27FC236}">
                <a16:creationId xmlns:a16="http://schemas.microsoft.com/office/drawing/2014/main" id="{2464842A-7023-0ED0-D407-9471AF417FEB}"/>
              </a:ext>
            </a:extLst>
          </p:cNvPr>
          <p:cNvPicPr>
            <a:picLocks noChangeAspect="1"/>
          </p:cNvPicPr>
          <p:nvPr userDrawn="1"/>
        </p:nvPicPr>
        <p:blipFill>
          <a:blip r:embed="rId92">
            <a:extLst>
              <a:ext uri="{96DAC541-7B7A-43D3-8B79-37D633B846F1}">
                <asvg:svgBlip xmlns:asvg="http://schemas.microsoft.com/office/drawing/2016/SVG/main" r:embed="rId93"/>
              </a:ext>
            </a:extLst>
          </a:blip>
          <a:stretch>
            <a:fillRect/>
          </a:stretch>
        </p:blipFill>
        <p:spPr>
          <a:xfrm>
            <a:off x="1650003" y="3480284"/>
            <a:ext cx="240000" cy="320000"/>
          </a:xfrm>
          <a:prstGeom prst="rect">
            <a:avLst/>
          </a:prstGeom>
        </p:spPr>
      </p:pic>
      <p:pic>
        <p:nvPicPr>
          <p:cNvPr id="91" name="Grafik 90">
            <a:extLst>
              <a:ext uri="{FF2B5EF4-FFF2-40B4-BE49-F238E27FC236}">
                <a16:creationId xmlns:a16="http://schemas.microsoft.com/office/drawing/2014/main" id="{E3B35DFC-C965-B8B9-6245-DAF69A2F11A9}"/>
              </a:ext>
            </a:extLst>
          </p:cNvPr>
          <p:cNvPicPr>
            <a:picLocks noChangeAspect="1"/>
          </p:cNvPicPr>
          <p:nvPr userDrawn="1"/>
        </p:nvPicPr>
        <p:blipFill>
          <a:blip r:embed="rId94">
            <a:extLst>
              <a:ext uri="{96DAC541-7B7A-43D3-8B79-37D633B846F1}">
                <asvg:svgBlip xmlns:asvg="http://schemas.microsoft.com/office/drawing/2016/SVG/main" r:embed="rId95"/>
              </a:ext>
            </a:extLst>
          </a:blip>
          <a:stretch>
            <a:fillRect/>
          </a:stretch>
        </p:blipFill>
        <p:spPr>
          <a:xfrm>
            <a:off x="1170005" y="3480284"/>
            <a:ext cx="240000" cy="320000"/>
          </a:xfrm>
          <a:prstGeom prst="rect">
            <a:avLst/>
          </a:prstGeom>
        </p:spPr>
      </p:pic>
      <p:pic>
        <p:nvPicPr>
          <p:cNvPr id="92" name="Grafik 91">
            <a:extLst>
              <a:ext uri="{FF2B5EF4-FFF2-40B4-BE49-F238E27FC236}">
                <a16:creationId xmlns:a16="http://schemas.microsoft.com/office/drawing/2014/main" id="{22BCCB06-058A-85AE-0F5A-0A096FF04E8A}"/>
              </a:ext>
            </a:extLst>
          </p:cNvPr>
          <p:cNvPicPr>
            <a:picLocks noChangeAspect="1"/>
          </p:cNvPicPr>
          <p:nvPr userDrawn="1"/>
        </p:nvPicPr>
        <p:blipFill>
          <a:blip r:embed="rId96">
            <a:extLst>
              <a:ext uri="{96DAC541-7B7A-43D3-8B79-37D633B846F1}">
                <asvg:svgBlip xmlns:asvg="http://schemas.microsoft.com/office/drawing/2016/SVG/main" r:embed="rId97"/>
              </a:ext>
            </a:extLst>
          </a:blip>
          <a:stretch>
            <a:fillRect/>
          </a:stretch>
        </p:blipFill>
        <p:spPr>
          <a:xfrm>
            <a:off x="2130003" y="3480284"/>
            <a:ext cx="240000" cy="320000"/>
          </a:xfrm>
          <a:prstGeom prst="rect">
            <a:avLst/>
          </a:prstGeom>
        </p:spPr>
      </p:pic>
      <p:pic>
        <p:nvPicPr>
          <p:cNvPr id="93" name="Grafik 92">
            <a:extLst>
              <a:ext uri="{FF2B5EF4-FFF2-40B4-BE49-F238E27FC236}">
                <a16:creationId xmlns:a16="http://schemas.microsoft.com/office/drawing/2014/main" id="{11D721A9-FB64-1593-B059-6CBCFE6C1C1B}"/>
              </a:ext>
            </a:extLst>
          </p:cNvPr>
          <p:cNvPicPr>
            <a:picLocks noChangeAspect="1"/>
          </p:cNvPicPr>
          <p:nvPr userDrawn="1"/>
        </p:nvPicPr>
        <p:blipFill>
          <a:blip r:embed="rId98">
            <a:extLst>
              <a:ext uri="{96DAC541-7B7A-43D3-8B79-37D633B846F1}">
                <asvg:svgBlip xmlns:asvg="http://schemas.microsoft.com/office/drawing/2016/SVG/main" r:embed="rId99"/>
              </a:ext>
            </a:extLst>
          </a:blip>
          <a:stretch>
            <a:fillRect/>
          </a:stretch>
        </p:blipFill>
        <p:spPr>
          <a:xfrm>
            <a:off x="3089998" y="3480284"/>
            <a:ext cx="240000" cy="320000"/>
          </a:xfrm>
          <a:prstGeom prst="rect">
            <a:avLst/>
          </a:prstGeom>
        </p:spPr>
      </p:pic>
      <p:pic>
        <p:nvPicPr>
          <p:cNvPr id="95" name="Grafik 94">
            <a:extLst>
              <a:ext uri="{FF2B5EF4-FFF2-40B4-BE49-F238E27FC236}">
                <a16:creationId xmlns:a16="http://schemas.microsoft.com/office/drawing/2014/main" id="{53C9C508-7770-CE28-5BC0-4C1193E4436D}"/>
              </a:ext>
            </a:extLst>
          </p:cNvPr>
          <p:cNvPicPr>
            <a:picLocks noChangeAspect="1"/>
          </p:cNvPicPr>
          <p:nvPr userDrawn="1"/>
        </p:nvPicPr>
        <p:blipFill>
          <a:blip r:embed="rId100">
            <a:extLst>
              <a:ext uri="{96DAC541-7B7A-43D3-8B79-37D633B846F1}">
                <asvg:svgBlip xmlns:asvg="http://schemas.microsoft.com/office/drawing/2016/SVG/main" r:embed="rId101"/>
              </a:ext>
            </a:extLst>
          </a:blip>
          <a:stretch>
            <a:fillRect/>
          </a:stretch>
        </p:blipFill>
        <p:spPr>
          <a:xfrm>
            <a:off x="2610000" y="3480284"/>
            <a:ext cx="240000" cy="320000"/>
          </a:xfrm>
          <a:prstGeom prst="rect">
            <a:avLst/>
          </a:prstGeom>
        </p:spPr>
      </p:pic>
      <p:pic>
        <p:nvPicPr>
          <p:cNvPr id="96" name="Grafik 95">
            <a:extLst>
              <a:ext uri="{FF2B5EF4-FFF2-40B4-BE49-F238E27FC236}">
                <a16:creationId xmlns:a16="http://schemas.microsoft.com/office/drawing/2014/main" id="{BF86CAD2-304E-FFE9-3623-0A067B9C91EF}"/>
              </a:ext>
            </a:extLst>
          </p:cNvPr>
          <p:cNvPicPr>
            <a:picLocks noChangeAspect="1"/>
          </p:cNvPicPr>
          <p:nvPr userDrawn="1"/>
        </p:nvPicPr>
        <p:blipFill>
          <a:blip r:embed="rId102">
            <a:extLst>
              <a:ext uri="{96DAC541-7B7A-43D3-8B79-37D633B846F1}">
                <asvg:svgBlip xmlns:asvg="http://schemas.microsoft.com/office/drawing/2016/SVG/main" r:embed="rId103"/>
              </a:ext>
            </a:extLst>
          </a:blip>
          <a:stretch>
            <a:fillRect/>
          </a:stretch>
        </p:blipFill>
        <p:spPr>
          <a:xfrm>
            <a:off x="3569998" y="3480284"/>
            <a:ext cx="240000" cy="320000"/>
          </a:xfrm>
          <a:prstGeom prst="rect">
            <a:avLst/>
          </a:prstGeom>
        </p:spPr>
      </p:pic>
      <p:pic>
        <p:nvPicPr>
          <p:cNvPr id="97" name="Grafik 96">
            <a:extLst>
              <a:ext uri="{FF2B5EF4-FFF2-40B4-BE49-F238E27FC236}">
                <a16:creationId xmlns:a16="http://schemas.microsoft.com/office/drawing/2014/main" id="{7B226999-1F76-8C1A-8C78-FA06C81B494E}"/>
              </a:ext>
            </a:extLst>
          </p:cNvPr>
          <p:cNvPicPr>
            <a:picLocks noChangeAspect="1"/>
          </p:cNvPicPr>
          <p:nvPr userDrawn="1"/>
        </p:nvPicPr>
        <p:blipFill>
          <a:blip r:embed="rId104">
            <a:extLst>
              <a:ext uri="{96DAC541-7B7A-43D3-8B79-37D633B846F1}">
                <asvg:svgBlip xmlns:asvg="http://schemas.microsoft.com/office/drawing/2016/SVG/main" r:embed="rId105"/>
              </a:ext>
            </a:extLst>
          </a:blip>
          <a:stretch>
            <a:fillRect/>
          </a:stretch>
        </p:blipFill>
        <p:spPr>
          <a:xfrm>
            <a:off x="1170005" y="4120282"/>
            <a:ext cx="240000" cy="320000"/>
          </a:xfrm>
          <a:prstGeom prst="rect">
            <a:avLst/>
          </a:prstGeom>
        </p:spPr>
      </p:pic>
      <p:pic>
        <p:nvPicPr>
          <p:cNvPr id="99" name="Grafik 98">
            <a:extLst>
              <a:ext uri="{FF2B5EF4-FFF2-40B4-BE49-F238E27FC236}">
                <a16:creationId xmlns:a16="http://schemas.microsoft.com/office/drawing/2014/main" id="{13198CDE-082B-7059-5E90-D20D833F834D}"/>
              </a:ext>
            </a:extLst>
          </p:cNvPr>
          <p:cNvPicPr>
            <a:picLocks noChangeAspect="1"/>
          </p:cNvPicPr>
          <p:nvPr userDrawn="1"/>
        </p:nvPicPr>
        <p:blipFill>
          <a:blip r:embed="rId106">
            <a:extLst>
              <a:ext uri="{96DAC541-7B7A-43D3-8B79-37D633B846F1}">
                <asvg:svgBlip xmlns:asvg="http://schemas.microsoft.com/office/drawing/2016/SVG/main" r:embed="rId107"/>
              </a:ext>
            </a:extLst>
          </a:blip>
          <a:stretch>
            <a:fillRect/>
          </a:stretch>
        </p:blipFill>
        <p:spPr>
          <a:xfrm>
            <a:off x="5969992" y="4120282"/>
            <a:ext cx="240000" cy="320000"/>
          </a:xfrm>
          <a:prstGeom prst="rect">
            <a:avLst/>
          </a:prstGeom>
        </p:spPr>
      </p:pic>
      <p:pic>
        <p:nvPicPr>
          <p:cNvPr id="100" name="Grafik 99">
            <a:extLst>
              <a:ext uri="{FF2B5EF4-FFF2-40B4-BE49-F238E27FC236}">
                <a16:creationId xmlns:a16="http://schemas.microsoft.com/office/drawing/2014/main" id="{15160BC6-59A5-3130-B417-5BEA64C7A7E2}"/>
              </a:ext>
            </a:extLst>
          </p:cNvPr>
          <p:cNvPicPr>
            <a:picLocks noChangeAspect="1"/>
          </p:cNvPicPr>
          <p:nvPr userDrawn="1"/>
        </p:nvPicPr>
        <p:blipFill>
          <a:blip r:embed="rId108">
            <a:extLst>
              <a:ext uri="{96DAC541-7B7A-43D3-8B79-37D633B846F1}">
                <asvg:svgBlip xmlns:asvg="http://schemas.microsoft.com/office/drawing/2016/SVG/main" r:embed="rId109"/>
              </a:ext>
            </a:extLst>
          </a:blip>
          <a:stretch>
            <a:fillRect/>
          </a:stretch>
        </p:blipFill>
        <p:spPr>
          <a:xfrm>
            <a:off x="5489991" y="4120282"/>
            <a:ext cx="240000" cy="320000"/>
          </a:xfrm>
          <a:prstGeom prst="rect">
            <a:avLst/>
          </a:prstGeom>
        </p:spPr>
      </p:pic>
      <p:pic>
        <p:nvPicPr>
          <p:cNvPr id="101" name="Grafik 100">
            <a:extLst>
              <a:ext uri="{FF2B5EF4-FFF2-40B4-BE49-F238E27FC236}">
                <a16:creationId xmlns:a16="http://schemas.microsoft.com/office/drawing/2014/main" id="{9856B53C-792F-983D-4FEA-765006B017A2}"/>
              </a:ext>
            </a:extLst>
          </p:cNvPr>
          <p:cNvPicPr>
            <a:picLocks noChangeAspect="1"/>
          </p:cNvPicPr>
          <p:nvPr userDrawn="1"/>
        </p:nvPicPr>
        <p:blipFill>
          <a:blip r:embed="rId110">
            <a:extLst>
              <a:ext uri="{96DAC541-7B7A-43D3-8B79-37D633B846F1}">
                <asvg:svgBlip xmlns:asvg="http://schemas.microsoft.com/office/drawing/2016/SVG/main" r:embed="rId111"/>
              </a:ext>
            </a:extLst>
          </a:blip>
          <a:stretch>
            <a:fillRect/>
          </a:stretch>
        </p:blipFill>
        <p:spPr>
          <a:xfrm>
            <a:off x="1650003" y="4120282"/>
            <a:ext cx="240000" cy="320000"/>
          </a:xfrm>
          <a:prstGeom prst="rect">
            <a:avLst/>
          </a:prstGeom>
        </p:spPr>
      </p:pic>
      <p:pic>
        <p:nvPicPr>
          <p:cNvPr id="103" name="Grafik 102">
            <a:extLst>
              <a:ext uri="{FF2B5EF4-FFF2-40B4-BE49-F238E27FC236}">
                <a16:creationId xmlns:a16="http://schemas.microsoft.com/office/drawing/2014/main" id="{CC30F226-64DA-DEC9-2F70-B390310666C1}"/>
              </a:ext>
            </a:extLst>
          </p:cNvPr>
          <p:cNvPicPr>
            <a:picLocks noChangeAspect="1"/>
          </p:cNvPicPr>
          <p:nvPr userDrawn="1"/>
        </p:nvPicPr>
        <p:blipFill>
          <a:blip r:embed="rId112">
            <a:extLst>
              <a:ext uri="{96DAC541-7B7A-43D3-8B79-37D633B846F1}">
                <asvg:svgBlip xmlns:asvg="http://schemas.microsoft.com/office/drawing/2016/SVG/main" r:embed="rId113"/>
              </a:ext>
            </a:extLst>
          </a:blip>
          <a:stretch>
            <a:fillRect/>
          </a:stretch>
        </p:blipFill>
        <p:spPr>
          <a:xfrm>
            <a:off x="3089998" y="4120282"/>
            <a:ext cx="240000" cy="320000"/>
          </a:xfrm>
          <a:prstGeom prst="rect">
            <a:avLst/>
          </a:prstGeom>
        </p:spPr>
      </p:pic>
      <p:pic>
        <p:nvPicPr>
          <p:cNvPr id="104" name="Grafik 103">
            <a:extLst>
              <a:ext uri="{FF2B5EF4-FFF2-40B4-BE49-F238E27FC236}">
                <a16:creationId xmlns:a16="http://schemas.microsoft.com/office/drawing/2014/main" id="{F1D731DA-9899-533C-57DC-DF8100E6AB55}"/>
              </a:ext>
            </a:extLst>
          </p:cNvPr>
          <p:cNvPicPr>
            <a:picLocks noChangeAspect="1"/>
          </p:cNvPicPr>
          <p:nvPr userDrawn="1"/>
        </p:nvPicPr>
        <p:blipFill>
          <a:blip r:embed="rId114">
            <a:extLst>
              <a:ext uri="{96DAC541-7B7A-43D3-8B79-37D633B846F1}">
                <asvg:svgBlip xmlns:asvg="http://schemas.microsoft.com/office/drawing/2016/SVG/main" r:embed="rId115"/>
              </a:ext>
            </a:extLst>
          </a:blip>
          <a:stretch>
            <a:fillRect/>
          </a:stretch>
        </p:blipFill>
        <p:spPr>
          <a:xfrm>
            <a:off x="3569998" y="4120282"/>
            <a:ext cx="240000" cy="320000"/>
          </a:xfrm>
          <a:prstGeom prst="rect">
            <a:avLst/>
          </a:prstGeom>
        </p:spPr>
      </p:pic>
      <p:pic>
        <p:nvPicPr>
          <p:cNvPr id="105" name="Grafik 104">
            <a:extLst>
              <a:ext uri="{FF2B5EF4-FFF2-40B4-BE49-F238E27FC236}">
                <a16:creationId xmlns:a16="http://schemas.microsoft.com/office/drawing/2014/main" id="{7966D176-4D57-8DAF-4B78-F524D79DEBBA}"/>
              </a:ext>
            </a:extLst>
          </p:cNvPr>
          <p:cNvPicPr>
            <a:picLocks noChangeAspect="1"/>
          </p:cNvPicPr>
          <p:nvPr userDrawn="1"/>
        </p:nvPicPr>
        <p:blipFill>
          <a:blip r:embed="rId116">
            <a:extLst>
              <a:ext uri="{96DAC541-7B7A-43D3-8B79-37D633B846F1}">
                <asvg:svgBlip xmlns:asvg="http://schemas.microsoft.com/office/drawing/2016/SVG/main" r:embed="rId117"/>
              </a:ext>
            </a:extLst>
          </a:blip>
          <a:stretch>
            <a:fillRect/>
          </a:stretch>
        </p:blipFill>
        <p:spPr>
          <a:xfrm>
            <a:off x="2610000" y="4120282"/>
            <a:ext cx="240000" cy="320000"/>
          </a:xfrm>
          <a:prstGeom prst="rect">
            <a:avLst/>
          </a:prstGeom>
        </p:spPr>
      </p:pic>
      <p:pic>
        <p:nvPicPr>
          <p:cNvPr id="107" name="Grafik 106">
            <a:extLst>
              <a:ext uri="{FF2B5EF4-FFF2-40B4-BE49-F238E27FC236}">
                <a16:creationId xmlns:a16="http://schemas.microsoft.com/office/drawing/2014/main" id="{637172D5-F8AA-4226-FFB7-DB92A5C2E76C}"/>
              </a:ext>
            </a:extLst>
          </p:cNvPr>
          <p:cNvPicPr>
            <a:picLocks noChangeAspect="1"/>
          </p:cNvPicPr>
          <p:nvPr userDrawn="1"/>
        </p:nvPicPr>
        <p:blipFill>
          <a:blip r:embed="rId118">
            <a:extLst>
              <a:ext uri="{96DAC541-7B7A-43D3-8B79-37D633B846F1}">
                <asvg:svgBlip xmlns:asvg="http://schemas.microsoft.com/office/drawing/2016/SVG/main" r:embed="rId119"/>
              </a:ext>
            </a:extLst>
          </a:blip>
          <a:stretch>
            <a:fillRect/>
          </a:stretch>
        </p:blipFill>
        <p:spPr>
          <a:xfrm>
            <a:off x="4049996" y="4120282"/>
            <a:ext cx="240000" cy="320000"/>
          </a:xfrm>
          <a:prstGeom prst="rect">
            <a:avLst/>
          </a:prstGeom>
        </p:spPr>
      </p:pic>
      <p:pic>
        <p:nvPicPr>
          <p:cNvPr id="108" name="Grafik 107">
            <a:extLst>
              <a:ext uri="{FF2B5EF4-FFF2-40B4-BE49-F238E27FC236}">
                <a16:creationId xmlns:a16="http://schemas.microsoft.com/office/drawing/2014/main" id="{CE1ADD77-F8FE-F45C-C89A-F4C4A50BFFEF}"/>
              </a:ext>
            </a:extLst>
          </p:cNvPr>
          <p:cNvPicPr>
            <a:picLocks noChangeAspect="1"/>
          </p:cNvPicPr>
          <p:nvPr userDrawn="1"/>
        </p:nvPicPr>
        <p:blipFill>
          <a:blip r:embed="rId120">
            <a:extLst>
              <a:ext uri="{96DAC541-7B7A-43D3-8B79-37D633B846F1}">
                <asvg:svgBlip xmlns:asvg="http://schemas.microsoft.com/office/drawing/2016/SVG/main" r:embed="rId121"/>
              </a:ext>
            </a:extLst>
          </a:blip>
          <a:stretch>
            <a:fillRect/>
          </a:stretch>
        </p:blipFill>
        <p:spPr>
          <a:xfrm>
            <a:off x="4529994" y="4120282"/>
            <a:ext cx="240000" cy="320000"/>
          </a:xfrm>
          <a:prstGeom prst="rect">
            <a:avLst/>
          </a:prstGeom>
        </p:spPr>
      </p:pic>
      <p:pic>
        <p:nvPicPr>
          <p:cNvPr id="109" name="Grafik 108">
            <a:extLst>
              <a:ext uri="{FF2B5EF4-FFF2-40B4-BE49-F238E27FC236}">
                <a16:creationId xmlns:a16="http://schemas.microsoft.com/office/drawing/2014/main" id="{82487FB9-BFEA-891A-8066-75728C34C3F0}"/>
              </a:ext>
            </a:extLst>
          </p:cNvPr>
          <p:cNvPicPr>
            <a:picLocks noChangeAspect="1"/>
          </p:cNvPicPr>
          <p:nvPr userDrawn="1"/>
        </p:nvPicPr>
        <p:blipFill>
          <a:blip r:embed="rId122">
            <a:extLst>
              <a:ext uri="{96DAC541-7B7A-43D3-8B79-37D633B846F1}">
                <asvg:svgBlip xmlns:asvg="http://schemas.microsoft.com/office/drawing/2016/SVG/main" r:embed="rId123"/>
              </a:ext>
            </a:extLst>
          </a:blip>
          <a:stretch>
            <a:fillRect/>
          </a:stretch>
        </p:blipFill>
        <p:spPr>
          <a:xfrm>
            <a:off x="2130003" y="4120282"/>
            <a:ext cx="240000" cy="320000"/>
          </a:xfrm>
          <a:prstGeom prst="rect">
            <a:avLst/>
          </a:prstGeom>
        </p:spPr>
      </p:pic>
      <p:pic>
        <p:nvPicPr>
          <p:cNvPr id="114" name="Grafik 113">
            <a:extLst>
              <a:ext uri="{FF2B5EF4-FFF2-40B4-BE49-F238E27FC236}">
                <a16:creationId xmlns:a16="http://schemas.microsoft.com/office/drawing/2014/main" id="{F9D742AF-08EF-A5E9-6E73-F11EF337BA01}"/>
              </a:ext>
            </a:extLst>
          </p:cNvPr>
          <p:cNvPicPr>
            <a:picLocks noChangeAspect="1"/>
          </p:cNvPicPr>
          <p:nvPr userDrawn="1"/>
        </p:nvPicPr>
        <p:blipFill>
          <a:blip r:embed="rId124">
            <a:extLst>
              <a:ext uri="{96DAC541-7B7A-43D3-8B79-37D633B846F1}">
                <asvg:svgBlip xmlns:asvg="http://schemas.microsoft.com/office/drawing/2016/SVG/main" r:embed="rId125"/>
              </a:ext>
            </a:extLst>
          </a:blip>
          <a:stretch>
            <a:fillRect/>
          </a:stretch>
        </p:blipFill>
        <p:spPr>
          <a:xfrm>
            <a:off x="5009993" y="4120282"/>
            <a:ext cx="240000" cy="320000"/>
          </a:xfrm>
          <a:prstGeom prst="rect">
            <a:avLst/>
          </a:prstGeom>
        </p:spPr>
      </p:pic>
      <p:pic>
        <p:nvPicPr>
          <p:cNvPr id="115" name="Grafik 114">
            <a:extLst>
              <a:ext uri="{FF2B5EF4-FFF2-40B4-BE49-F238E27FC236}">
                <a16:creationId xmlns:a16="http://schemas.microsoft.com/office/drawing/2014/main" id="{97E2232C-40E0-8AB6-B16B-B4D4AB6877C2}"/>
              </a:ext>
            </a:extLst>
          </p:cNvPr>
          <p:cNvPicPr>
            <a:picLocks noChangeAspect="1"/>
          </p:cNvPicPr>
          <p:nvPr userDrawn="1"/>
        </p:nvPicPr>
        <p:blipFill>
          <a:blip r:embed="rId126">
            <a:extLst>
              <a:ext uri="{96DAC541-7B7A-43D3-8B79-37D633B846F1}">
                <asvg:svgBlip xmlns:asvg="http://schemas.microsoft.com/office/drawing/2016/SVG/main" r:embed="rId127"/>
              </a:ext>
            </a:extLst>
          </a:blip>
          <a:stretch>
            <a:fillRect/>
          </a:stretch>
        </p:blipFill>
        <p:spPr>
          <a:xfrm>
            <a:off x="2610000" y="920293"/>
            <a:ext cx="240000" cy="320000"/>
          </a:xfrm>
          <a:prstGeom prst="rect">
            <a:avLst/>
          </a:prstGeom>
        </p:spPr>
      </p:pic>
      <p:pic>
        <p:nvPicPr>
          <p:cNvPr id="117" name="Grafik 116">
            <a:extLst>
              <a:ext uri="{FF2B5EF4-FFF2-40B4-BE49-F238E27FC236}">
                <a16:creationId xmlns:a16="http://schemas.microsoft.com/office/drawing/2014/main" id="{55E96752-F42E-F694-EDDC-F5C084569A4F}"/>
              </a:ext>
            </a:extLst>
          </p:cNvPr>
          <p:cNvPicPr>
            <a:picLocks noChangeAspect="1"/>
          </p:cNvPicPr>
          <p:nvPr userDrawn="1"/>
        </p:nvPicPr>
        <p:blipFill>
          <a:blip r:embed="rId128">
            <a:extLst>
              <a:ext uri="{96DAC541-7B7A-43D3-8B79-37D633B846F1}">
                <asvg:svgBlip xmlns:asvg="http://schemas.microsoft.com/office/drawing/2016/SVG/main" r:embed="rId129"/>
              </a:ext>
            </a:extLst>
          </a:blip>
          <a:stretch>
            <a:fillRect/>
          </a:stretch>
        </p:blipFill>
        <p:spPr>
          <a:xfrm>
            <a:off x="5969989" y="920293"/>
            <a:ext cx="240000" cy="320000"/>
          </a:xfrm>
          <a:prstGeom prst="rect">
            <a:avLst/>
          </a:prstGeom>
        </p:spPr>
      </p:pic>
      <p:pic>
        <p:nvPicPr>
          <p:cNvPr id="118" name="Grafik 117">
            <a:extLst>
              <a:ext uri="{FF2B5EF4-FFF2-40B4-BE49-F238E27FC236}">
                <a16:creationId xmlns:a16="http://schemas.microsoft.com/office/drawing/2014/main" id="{36DF682A-4283-E762-B029-A49A2C948300}"/>
              </a:ext>
            </a:extLst>
          </p:cNvPr>
          <p:cNvPicPr>
            <a:picLocks noChangeAspect="1"/>
          </p:cNvPicPr>
          <p:nvPr userDrawn="1"/>
        </p:nvPicPr>
        <p:blipFill>
          <a:blip r:embed="rId130">
            <a:extLst>
              <a:ext uri="{96DAC541-7B7A-43D3-8B79-37D633B846F1}">
                <asvg:svgBlip xmlns:asvg="http://schemas.microsoft.com/office/drawing/2016/SVG/main" r:embed="rId131"/>
              </a:ext>
            </a:extLst>
          </a:blip>
          <a:stretch>
            <a:fillRect/>
          </a:stretch>
        </p:blipFill>
        <p:spPr>
          <a:xfrm>
            <a:off x="5489991" y="3480284"/>
            <a:ext cx="240000" cy="320000"/>
          </a:xfrm>
          <a:prstGeom prst="rect">
            <a:avLst/>
          </a:prstGeom>
        </p:spPr>
      </p:pic>
      <p:pic>
        <p:nvPicPr>
          <p:cNvPr id="119" name="Grafik 118">
            <a:extLst>
              <a:ext uri="{FF2B5EF4-FFF2-40B4-BE49-F238E27FC236}">
                <a16:creationId xmlns:a16="http://schemas.microsoft.com/office/drawing/2014/main" id="{A5F849AE-0C3B-4565-F44B-E1B985888327}"/>
              </a:ext>
            </a:extLst>
          </p:cNvPr>
          <p:cNvPicPr>
            <a:picLocks noChangeAspect="1"/>
          </p:cNvPicPr>
          <p:nvPr userDrawn="1"/>
        </p:nvPicPr>
        <p:blipFill>
          <a:blip r:embed="rId132">
            <a:extLst>
              <a:ext uri="{96DAC541-7B7A-43D3-8B79-37D633B846F1}">
                <asvg:svgBlip xmlns:asvg="http://schemas.microsoft.com/office/drawing/2016/SVG/main" r:embed="rId133"/>
              </a:ext>
            </a:extLst>
          </a:blip>
          <a:stretch>
            <a:fillRect/>
          </a:stretch>
        </p:blipFill>
        <p:spPr>
          <a:xfrm>
            <a:off x="5969992" y="3480284"/>
            <a:ext cx="240000" cy="320000"/>
          </a:xfrm>
          <a:prstGeom prst="rect">
            <a:avLst/>
          </a:prstGeom>
        </p:spPr>
      </p:pic>
    </p:spTree>
    <p:extLst>
      <p:ext uri="{BB962C8B-B14F-4D97-AF65-F5344CB8AC3E}">
        <p14:creationId xmlns:p14="http://schemas.microsoft.com/office/powerpoint/2010/main" val="349795215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Vergleich">
    <p:spTree>
      <p:nvGrpSpPr>
        <p:cNvPr id="1" name=""/>
        <p:cNvGrpSpPr/>
        <p:nvPr/>
      </p:nvGrpSpPr>
      <p:grpSpPr>
        <a:xfrm>
          <a:off x="0" y="0"/>
          <a:ext cx="0" cy="0"/>
          <a:chOff x="0" y="0"/>
          <a:chExt cx="0" cy="0"/>
        </a:xfrm>
      </p:grpSpPr>
      <p:sp>
        <p:nvSpPr>
          <p:cNvPr id="3" name="Textplatzhalter 2">
            <a:extLst>
              <a:ext uri="{FF2B5EF4-FFF2-40B4-BE49-F238E27FC236}">
                <a16:creationId xmlns:a16="http://schemas.microsoft.com/office/drawing/2014/main" id="{A9AB1EA8-A76D-6FC9-BE02-B0DC39801CEE}"/>
              </a:ext>
            </a:extLst>
          </p:cNvPr>
          <p:cNvSpPr>
            <a:spLocks noGrp="1"/>
          </p:cNvSpPr>
          <p:nvPr>
            <p:ph type="body" idx="1"/>
          </p:nvPr>
        </p:nvSpPr>
        <p:spPr>
          <a:xfrm>
            <a:off x="210013" y="1957685"/>
            <a:ext cx="3539133" cy="371897"/>
          </a:xfrm>
        </p:spPr>
        <p:txBody>
          <a:bodyPr wrap="square" anchor="b">
            <a:spAutoFit/>
          </a:bodyPr>
          <a:lstStyle>
            <a:lvl1pPr marL="0" indent="0">
              <a:buNone/>
              <a:defRPr sz="1667" b="1"/>
            </a:lvl1pPr>
            <a:lvl2pPr marL="380985" indent="0">
              <a:buNone/>
              <a:defRPr sz="1667" b="1"/>
            </a:lvl2pPr>
            <a:lvl3pPr marL="761970" indent="0">
              <a:buNone/>
              <a:defRPr sz="1500" b="1"/>
            </a:lvl3pPr>
            <a:lvl4pPr marL="1142954" indent="0">
              <a:buNone/>
              <a:defRPr sz="1333" b="1"/>
            </a:lvl4pPr>
            <a:lvl5pPr marL="1523939" indent="0">
              <a:buNone/>
              <a:defRPr sz="1333" b="1"/>
            </a:lvl5pPr>
            <a:lvl6pPr marL="1904924" indent="0">
              <a:buNone/>
              <a:defRPr sz="1333" b="1"/>
            </a:lvl6pPr>
            <a:lvl7pPr marL="2285909" indent="0">
              <a:buNone/>
              <a:defRPr sz="1333" b="1"/>
            </a:lvl7pPr>
            <a:lvl8pPr marL="2666893" indent="0">
              <a:buNone/>
              <a:defRPr sz="1333" b="1"/>
            </a:lvl8pPr>
            <a:lvl9pPr marL="3047878" indent="0">
              <a:buNone/>
              <a:defRPr sz="1333" b="1"/>
            </a:lvl9pPr>
          </a:lstStyle>
          <a:p>
            <a:pPr lvl="0"/>
            <a:r>
              <a:rPr lang="de-DE" dirty="0"/>
              <a:t>Mastertextformat bearbeiten</a:t>
            </a:r>
          </a:p>
        </p:txBody>
      </p:sp>
      <p:sp>
        <p:nvSpPr>
          <p:cNvPr id="4" name="Inhaltsplatzhalter 3">
            <a:extLst>
              <a:ext uri="{FF2B5EF4-FFF2-40B4-BE49-F238E27FC236}">
                <a16:creationId xmlns:a16="http://schemas.microsoft.com/office/drawing/2014/main" id="{F351981F-B01D-9B44-213C-BF3FF086CDAC}"/>
              </a:ext>
            </a:extLst>
          </p:cNvPr>
          <p:cNvSpPr>
            <a:spLocks noGrp="1"/>
          </p:cNvSpPr>
          <p:nvPr>
            <p:ph sz="half" idx="2"/>
          </p:nvPr>
        </p:nvSpPr>
        <p:spPr>
          <a:xfrm>
            <a:off x="210013" y="2416353"/>
            <a:ext cx="3539133" cy="2741258"/>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8" name="Fußzeilenplatzhalter 7">
            <a:extLst>
              <a:ext uri="{FF2B5EF4-FFF2-40B4-BE49-F238E27FC236}">
                <a16:creationId xmlns:a16="http://schemas.microsoft.com/office/drawing/2014/main" id="{2EE62ED5-9BCC-C01D-7334-8EE3C62A96B5}"/>
              </a:ext>
            </a:extLst>
          </p:cNvPr>
          <p:cNvSpPr>
            <a:spLocks noGrp="1"/>
          </p:cNvSpPr>
          <p:nvPr>
            <p:ph type="ftr" sz="quarter" idx="11"/>
          </p:nvPr>
        </p:nvSpPr>
        <p:spPr/>
        <p:txBody>
          <a:bodyPr/>
          <a:lstStyle/>
          <a:p>
            <a:r>
              <a:rPr lang="de-DE"/>
              <a:t>TUM School of Computation, Information and Technology | Technische Universität München</a:t>
            </a:r>
          </a:p>
        </p:txBody>
      </p:sp>
      <p:sp>
        <p:nvSpPr>
          <p:cNvPr id="9" name="Foliennummernplatzhalter 8">
            <a:extLst>
              <a:ext uri="{FF2B5EF4-FFF2-40B4-BE49-F238E27FC236}">
                <a16:creationId xmlns:a16="http://schemas.microsoft.com/office/drawing/2014/main" id="{A6394066-0896-FE0E-142D-B198D144AE52}"/>
              </a:ext>
            </a:extLst>
          </p:cNvPr>
          <p:cNvSpPr>
            <a:spLocks noGrp="1"/>
          </p:cNvSpPr>
          <p:nvPr>
            <p:ph type="sldNum" sz="quarter" idx="12"/>
          </p:nvPr>
        </p:nvSpPr>
        <p:spPr/>
        <p:txBody>
          <a:bodyPr/>
          <a:lstStyle/>
          <a:p>
            <a:fld id="{7BC6339C-EBB9-4F99-9F6F-F0910A22596F}" type="slidenum">
              <a:rPr lang="de-DE" smtClean="0"/>
              <a:t>‹#›</a:t>
            </a:fld>
            <a:endParaRPr lang="de-DE"/>
          </a:p>
        </p:txBody>
      </p:sp>
      <p:sp>
        <p:nvSpPr>
          <p:cNvPr id="11" name="Textplatzhalter 2">
            <a:extLst>
              <a:ext uri="{FF2B5EF4-FFF2-40B4-BE49-F238E27FC236}">
                <a16:creationId xmlns:a16="http://schemas.microsoft.com/office/drawing/2014/main" id="{96F43E34-F482-DF98-410C-BA6CC331A238}"/>
              </a:ext>
            </a:extLst>
          </p:cNvPr>
          <p:cNvSpPr>
            <a:spLocks noGrp="1"/>
          </p:cNvSpPr>
          <p:nvPr>
            <p:ph type="body" idx="13"/>
          </p:nvPr>
        </p:nvSpPr>
        <p:spPr>
          <a:xfrm>
            <a:off x="3870854" y="1956834"/>
            <a:ext cx="3539133" cy="371897"/>
          </a:xfrm>
        </p:spPr>
        <p:txBody>
          <a:bodyPr wrap="square" anchor="b">
            <a:spAutoFit/>
          </a:bodyPr>
          <a:lstStyle>
            <a:lvl1pPr marL="0" indent="0">
              <a:buNone/>
              <a:defRPr sz="1667" b="1"/>
            </a:lvl1pPr>
            <a:lvl2pPr marL="380985" indent="0">
              <a:buNone/>
              <a:defRPr sz="1667" b="1"/>
            </a:lvl2pPr>
            <a:lvl3pPr marL="761970" indent="0">
              <a:buNone/>
              <a:defRPr sz="1500" b="1"/>
            </a:lvl3pPr>
            <a:lvl4pPr marL="1142954" indent="0">
              <a:buNone/>
              <a:defRPr sz="1333" b="1"/>
            </a:lvl4pPr>
            <a:lvl5pPr marL="1523939" indent="0">
              <a:buNone/>
              <a:defRPr sz="1333" b="1"/>
            </a:lvl5pPr>
            <a:lvl6pPr marL="1904924" indent="0">
              <a:buNone/>
              <a:defRPr sz="1333" b="1"/>
            </a:lvl6pPr>
            <a:lvl7pPr marL="2285909" indent="0">
              <a:buNone/>
              <a:defRPr sz="1333" b="1"/>
            </a:lvl7pPr>
            <a:lvl8pPr marL="2666893" indent="0">
              <a:buNone/>
              <a:defRPr sz="1333" b="1"/>
            </a:lvl8pPr>
            <a:lvl9pPr marL="3047878" indent="0">
              <a:buNone/>
              <a:defRPr sz="1333" b="1"/>
            </a:lvl9pPr>
          </a:lstStyle>
          <a:p>
            <a:pPr lvl="0"/>
            <a:r>
              <a:rPr lang="de-DE" dirty="0"/>
              <a:t>Mastertextformat bearbeiten</a:t>
            </a:r>
          </a:p>
        </p:txBody>
      </p:sp>
      <p:sp>
        <p:nvSpPr>
          <p:cNvPr id="12" name="Inhaltsplatzhalter 3">
            <a:extLst>
              <a:ext uri="{FF2B5EF4-FFF2-40B4-BE49-F238E27FC236}">
                <a16:creationId xmlns:a16="http://schemas.microsoft.com/office/drawing/2014/main" id="{AE25C5BE-4189-9A5B-50C4-452EF36E04C0}"/>
              </a:ext>
            </a:extLst>
          </p:cNvPr>
          <p:cNvSpPr>
            <a:spLocks noGrp="1"/>
          </p:cNvSpPr>
          <p:nvPr>
            <p:ph sz="half" idx="14"/>
          </p:nvPr>
        </p:nvSpPr>
        <p:spPr>
          <a:xfrm>
            <a:off x="3870854" y="2416353"/>
            <a:ext cx="3539133" cy="2741258"/>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4" name="Titel 13">
            <a:extLst>
              <a:ext uri="{FF2B5EF4-FFF2-40B4-BE49-F238E27FC236}">
                <a16:creationId xmlns:a16="http://schemas.microsoft.com/office/drawing/2014/main" id="{960566BC-C912-337F-D79E-B5AD863054E7}"/>
              </a:ext>
            </a:extLst>
          </p:cNvPr>
          <p:cNvSpPr>
            <a:spLocks noGrp="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122829828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4F4A0-50BD-4154-8E12-ACC409D3F36A}"/>
              </a:ext>
            </a:extLst>
          </p:cNvPr>
          <p:cNvSpPr>
            <a:spLocks noGrp="1"/>
          </p:cNvSpPr>
          <p:nvPr>
            <p:ph type="title"/>
          </p:nvPr>
        </p:nvSpPr>
        <p:spPr/>
        <p:txBody>
          <a:bodyPr/>
          <a:lstStyle/>
          <a:p>
            <a:r>
              <a:rPr lang="en-US"/>
              <a:t>Click to edit Master title style</a:t>
            </a:r>
            <a:endParaRPr lang="en-DE"/>
          </a:p>
        </p:txBody>
      </p:sp>
      <p:sp>
        <p:nvSpPr>
          <p:cNvPr id="3" name="Footer Placeholder 2">
            <a:extLst>
              <a:ext uri="{FF2B5EF4-FFF2-40B4-BE49-F238E27FC236}">
                <a16:creationId xmlns:a16="http://schemas.microsoft.com/office/drawing/2014/main" id="{698CCCFD-B5DA-4C3F-B15B-8E4DFA5BA444}"/>
              </a:ext>
            </a:extLst>
          </p:cNvPr>
          <p:cNvSpPr>
            <a:spLocks noGrp="1"/>
          </p:cNvSpPr>
          <p:nvPr>
            <p:ph type="ftr" sz="quarter" idx="10"/>
          </p:nvPr>
        </p:nvSpPr>
        <p:spPr/>
        <p:txBody>
          <a:bodyPr/>
          <a:lstStyle/>
          <a:p>
            <a:r>
              <a:rPr lang="de-DE"/>
              <a:t>TUM School of Computation, Information and Technology | Technische Universität München</a:t>
            </a:r>
            <a:endParaRPr lang="de-DE" dirty="0"/>
          </a:p>
        </p:txBody>
      </p:sp>
      <p:sp>
        <p:nvSpPr>
          <p:cNvPr id="4" name="Slide Number Placeholder 3">
            <a:extLst>
              <a:ext uri="{FF2B5EF4-FFF2-40B4-BE49-F238E27FC236}">
                <a16:creationId xmlns:a16="http://schemas.microsoft.com/office/drawing/2014/main" id="{0AA6F509-C33E-4076-8952-6B178DEAF5A7}"/>
              </a:ext>
            </a:extLst>
          </p:cNvPr>
          <p:cNvSpPr>
            <a:spLocks noGrp="1"/>
          </p:cNvSpPr>
          <p:nvPr>
            <p:ph type="sldNum" sz="quarter" idx="11"/>
          </p:nvPr>
        </p:nvSpPr>
        <p:spPr/>
        <p:txBody>
          <a:bodyPr/>
          <a:lstStyle/>
          <a:p>
            <a:fld id="{7BC6339C-EBB9-4F99-9F6F-F0910A22596F}" type="slidenum">
              <a:rPr lang="de-DE" smtClean="0"/>
              <a:pPr/>
              <a:t>‹#›</a:t>
            </a:fld>
            <a:endParaRPr lang="de-DE" dirty="0"/>
          </a:p>
        </p:txBody>
      </p:sp>
    </p:spTree>
    <p:extLst>
      <p:ext uri="{BB962C8B-B14F-4D97-AF65-F5344CB8AC3E}">
        <p14:creationId xmlns:p14="http://schemas.microsoft.com/office/powerpoint/2010/main" val="310876725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1_Titel und Inhalt">
    <p:spTree>
      <p:nvGrpSpPr>
        <p:cNvPr id="1" name=""/>
        <p:cNvGrpSpPr/>
        <p:nvPr/>
      </p:nvGrpSpPr>
      <p:grpSpPr>
        <a:xfrm>
          <a:off x="0" y="0"/>
          <a:ext cx="0" cy="0"/>
          <a:chOff x="0" y="0"/>
          <a:chExt cx="0" cy="0"/>
        </a:xfrm>
      </p:grpSpPr>
      <p:sp>
        <p:nvSpPr>
          <p:cNvPr id="9" name="Titel 8"/>
          <p:cNvSpPr>
            <a:spLocks noGrp="1"/>
          </p:cNvSpPr>
          <p:nvPr>
            <p:ph type="title"/>
          </p:nvPr>
        </p:nvSpPr>
        <p:spPr/>
        <p:txBody>
          <a:bodyPr/>
          <a:lstStyle/>
          <a:p>
            <a:r>
              <a:rPr lang="de-DE" dirty="0"/>
              <a:t>Titelmasterformat durch Klicken bearbeiten</a:t>
            </a:r>
          </a:p>
        </p:txBody>
      </p:sp>
      <p:sp>
        <p:nvSpPr>
          <p:cNvPr id="8" name="Textplatzhalter 7"/>
          <p:cNvSpPr>
            <a:spLocks noGrp="1"/>
          </p:cNvSpPr>
          <p:nvPr>
            <p:ph type="body" sz="quarter" idx="13" hasCustomPrompt="1"/>
          </p:nvPr>
        </p:nvSpPr>
        <p:spPr>
          <a:xfrm>
            <a:off x="390000" y="716405"/>
            <a:ext cx="6840000" cy="276225"/>
          </a:xfrm>
        </p:spPr>
        <p:txBody>
          <a:bodyPr lIns="0" tIns="0" rIns="0" bIns="0"/>
          <a:lstStyle>
            <a:lvl1pPr marL="0" indent="0">
              <a:buNone/>
              <a:defRPr sz="1800" baseline="0"/>
            </a:lvl1pPr>
          </a:lstStyle>
          <a:p>
            <a:pPr lvl="0"/>
            <a:r>
              <a:rPr lang="de-DE" dirty="0"/>
              <a:t>Untertitel durch Klicken bearbeiten</a:t>
            </a:r>
          </a:p>
        </p:txBody>
      </p:sp>
      <p:sp>
        <p:nvSpPr>
          <p:cNvPr id="3" name="Content Placeholder 2"/>
          <p:cNvSpPr>
            <a:spLocks noGrp="1"/>
          </p:cNvSpPr>
          <p:nvPr>
            <p:ph idx="1"/>
          </p:nvPr>
        </p:nvSpPr>
        <p:spPr>
          <a:xfrm>
            <a:off x="390263" y="1381125"/>
            <a:ext cx="6839479" cy="3708400"/>
          </a:xfrm>
        </p:spPr>
        <p:txBody>
          <a:bodyPr/>
          <a:lstStyle>
            <a:lvl1pPr>
              <a:defRPr sz="1600"/>
            </a:lvl1pPr>
            <a:lvl2pPr>
              <a:defRPr sz="1600"/>
            </a:lvl2pPr>
            <a:lvl3pPr>
              <a:defRPr sz="1400"/>
            </a:lvl3pPr>
            <a:lvl4pPr>
              <a:defRPr sz="1400"/>
            </a:lvl4pPr>
            <a:lvl5pPr>
              <a:defRPr sz="1400"/>
            </a:lvl5p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e Placeholder 3">
            <a:extLst>
              <a:ext uri="{C183D7F6-B498-43B3-948B-1728B52AA6E4}">
                <adec:decorative xmlns:adec="http://schemas.microsoft.com/office/drawing/2017/decorative" val="1"/>
              </a:ext>
            </a:extLst>
          </p:cNvPr>
          <p:cNvSpPr>
            <a:spLocks noGrp="1"/>
          </p:cNvSpPr>
          <p:nvPr>
            <p:ph type="dt" sz="half" idx="10"/>
          </p:nvPr>
        </p:nvSpPr>
        <p:spPr/>
        <p:txBody>
          <a:bodyPr/>
          <a:lstStyle/>
          <a:p>
            <a:r>
              <a:rPr lang="en-DE"/>
              <a:t>08/20/2020</a:t>
            </a:r>
            <a:endParaRPr lang="de-DE" dirty="0"/>
          </a:p>
        </p:txBody>
      </p:sp>
      <p:sp>
        <p:nvSpPr>
          <p:cNvPr id="6" name="Slide Number Placeholder 5">
            <a:extLst>
              <a:ext uri="{C183D7F6-B498-43B3-948B-1728B52AA6E4}">
                <adec:decorative xmlns:adec="http://schemas.microsoft.com/office/drawing/2017/decorative" val="1"/>
              </a:ext>
            </a:extLst>
          </p:cNvPr>
          <p:cNvSpPr>
            <a:spLocks noGrp="1"/>
          </p:cNvSpPr>
          <p:nvPr>
            <p:ph type="sldNum" sz="quarter" idx="12"/>
          </p:nvPr>
        </p:nvSpPr>
        <p:spPr/>
        <p:txBody>
          <a:bodyPr/>
          <a:lstStyle/>
          <a:p>
            <a:fld id="{9E82CC3C-1DC0-4FDA-9590-6CC506AB67F8}" type="slidenum">
              <a:rPr lang="de-DE" smtClean="0"/>
              <a:t>‹#›</a:t>
            </a:fld>
            <a:endParaRPr lang="de-DE" dirty="0"/>
          </a:p>
        </p:txBody>
      </p:sp>
    </p:spTree>
    <p:extLst>
      <p:ext uri="{BB962C8B-B14F-4D97-AF65-F5344CB8AC3E}">
        <p14:creationId xmlns:p14="http://schemas.microsoft.com/office/powerpoint/2010/main" val="38992369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2_Titel und Inhalt">
    <p:spTree>
      <p:nvGrpSpPr>
        <p:cNvPr id="1" name=""/>
        <p:cNvGrpSpPr/>
        <p:nvPr/>
      </p:nvGrpSpPr>
      <p:grpSpPr>
        <a:xfrm>
          <a:off x="0" y="0"/>
          <a:ext cx="0" cy="0"/>
          <a:chOff x="0" y="0"/>
          <a:chExt cx="0" cy="0"/>
        </a:xfrm>
      </p:grpSpPr>
      <p:sp>
        <p:nvSpPr>
          <p:cNvPr id="9" name="Titel 8"/>
          <p:cNvSpPr>
            <a:spLocks noGrp="1"/>
          </p:cNvSpPr>
          <p:nvPr>
            <p:ph type="title"/>
          </p:nvPr>
        </p:nvSpPr>
        <p:spPr/>
        <p:txBody>
          <a:bodyPr/>
          <a:lstStyle/>
          <a:p>
            <a:r>
              <a:rPr lang="de-DE" dirty="0"/>
              <a:t>Titelmasterformat durch Klicken bearbeiten</a:t>
            </a:r>
          </a:p>
        </p:txBody>
      </p:sp>
      <p:sp>
        <p:nvSpPr>
          <p:cNvPr id="8" name="Textplatzhalter 7"/>
          <p:cNvSpPr>
            <a:spLocks noGrp="1"/>
          </p:cNvSpPr>
          <p:nvPr>
            <p:ph type="body" sz="quarter" idx="13" hasCustomPrompt="1"/>
          </p:nvPr>
        </p:nvSpPr>
        <p:spPr>
          <a:xfrm>
            <a:off x="390000" y="716405"/>
            <a:ext cx="6840000" cy="276225"/>
          </a:xfrm>
        </p:spPr>
        <p:txBody>
          <a:bodyPr lIns="0" tIns="0" rIns="0" bIns="0"/>
          <a:lstStyle>
            <a:lvl1pPr marL="0" indent="0">
              <a:buNone/>
              <a:defRPr sz="1800" baseline="0"/>
            </a:lvl1pPr>
          </a:lstStyle>
          <a:p>
            <a:pPr lvl="0"/>
            <a:r>
              <a:rPr lang="de-DE" dirty="0"/>
              <a:t>Untertitel durch Klicken bearbeiten</a:t>
            </a:r>
          </a:p>
        </p:txBody>
      </p:sp>
      <p:sp>
        <p:nvSpPr>
          <p:cNvPr id="3" name="Content Placeholder 2"/>
          <p:cNvSpPr>
            <a:spLocks noGrp="1"/>
          </p:cNvSpPr>
          <p:nvPr>
            <p:ph idx="1"/>
          </p:nvPr>
        </p:nvSpPr>
        <p:spPr>
          <a:xfrm>
            <a:off x="390263" y="1381125"/>
            <a:ext cx="6839479" cy="3708400"/>
          </a:xfrm>
        </p:spPr>
        <p:txBody>
          <a:bodyPr/>
          <a:lstStyle>
            <a:lvl1pPr>
              <a:defRPr sz="1600"/>
            </a:lvl1pPr>
            <a:lvl2pPr>
              <a:defRPr sz="1600"/>
            </a:lvl2pPr>
            <a:lvl3pPr>
              <a:defRPr sz="1400"/>
            </a:lvl3pPr>
            <a:lvl4pPr>
              <a:defRPr sz="1400"/>
            </a:lvl4pPr>
            <a:lvl5pPr>
              <a:defRPr sz="1400"/>
            </a:lvl5p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e Placeholder 3">
            <a:extLst>
              <a:ext uri="{C183D7F6-B498-43B3-948B-1728B52AA6E4}">
                <adec:decorative xmlns:adec="http://schemas.microsoft.com/office/drawing/2017/decorative" val="1"/>
              </a:ext>
            </a:extLst>
          </p:cNvPr>
          <p:cNvSpPr>
            <a:spLocks noGrp="1"/>
          </p:cNvSpPr>
          <p:nvPr>
            <p:ph type="dt" sz="half" idx="10"/>
          </p:nvPr>
        </p:nvSpPr>
        <p:spPr/>
        <p:txBody>
          <a:bodyPr/>
          <a:lstStyle/>
          <a:p>
            <a:r>
              <a:rPr lang="en-DE"/>
              <a:t>08/20/2020</a:t>
            </a:r>
            <a:endParaRPr lang="de-DE" dirty="0"/>
          </a:p>
        </p:txBody>
      </p:sp>
      <p:sp>
        <p:nvSpPr>
          <p:cNvPr id="6" name="Slide Number Placeholder 5">
            <a:extLst>
              <a:ext uri="{C183D7F6-B498-43B3-948B-1728B52AA6E4}">
                <adec:decorative xmlns:adec="http://schemas.microsoft.com/office/drawing/2017/decorative" val="1"/>
              </a:ext>
            </a:extLst>
          </p:cNvPr>
          <p:cNvSpPr>
            <a:spLocks noGrp="1"/>
          </p:cNvSpPr>
          <p:nvPr>
            <p:ph type="sldNum" sz="quarter" idx="12"/>
          </p:nvPr>
        </p:nvSpPr>
        <p:spPr/>
        <p:txBody>
          <a:bodyPr/>
          <a:lstStyle/>
          <a:p>
            <a:fld id="{9E82CC3C-1DC0-4FDA-9590-6CC506AB67F8}" type="slidenum">
              <a:rPr lang="de-DE" smtClean="0"/>
              <a:t>‹#›</a:t>
            </a:fld>
            <a:endParaRPr lang="de-DE" dirty="0"/>
          </a:p>
        </p:txBody>
      </p:sp>
    </p:spTree>
    <p:extLst>
      <p:ext uri="{BB962C8B-B14F-4D97-AF65-F5344CB8AC3E}">
        <p14:creationId xmlns:p14="http://schemas.microsoft.com/office/powerpoint/2010/main" val="8879013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3_Titel und Inhalt">
    <p:spTree>
      <p:nvGrpSpPr>
        <p:cNvPr id="1" name=""/>
        <p:cNvGrpSpPr/>
        <p:nvPr/>
      </p:nvGrpSpPr>
      <p:grpSpPr>
        <a:xfrm>
          <a:off x="0" y="0"/>
          <a:ext cx="0" cy="0"/>
          <a:chOff x="0" y="0"/>
          <a:chExt cx="0" cy="0"/>
        </a:xfrm>
      </p:grpSpPr>
      <p:sp>
        <p:nvSpPr>
          <p:cNvPr id="9" name="Titel 8"/>
          <p:cNvSpPr>
            <a:spLocks noGrp="1"/>
          </p:cNvSpPr>
          <p:nvPr>
            <p:ph type="title"/>
          </p:nvPr>
        </p:nvSpPr>
        <p:spPr/>
        <p:txBody>
          <a:bodyPr/>
          <a:lstStyle/>
          <a:p>
            <a:r>
              <a:rPr lang="de-DE" dirty="0"/>
              <a:t>Titelmasterformat durch Klicken bearbeiten</a:t>
            </a:r>
          </a:p>
        </p:txBody>
      </p:sp>
      <p:sp>
        <p:nvSpPr>
          <p:cNvPr id="8" name="Textplatzhalter 7"/>
          <p:cNvSpPr>
            <a:spLocks noGrp="1"/>
          </p:cNvSpPr>
          <p:nvPr>
            <p:ph type="body" sz="quarter" idx="13" hasCustomPrompt="1"/>
          </p:nvPr>
        </p:nvSpPr>
        <p:spPr>
          <a:xfrm>
            <a:off x="390000" y="716405"/>
            <a:ext cx="6840000" cy="276225"/>
          </a:xfrm>
        </p:spPr>
        <p:txBody>
          <a:bodyPr lIns="0" tIns="0" rIns="0" bIns="0"/>
          <a:lstStyle>
            <a:lvl1pPr marL="0" indent="0">
              <a:buNone/>
              <a:defRPr sz="1800" baseline="0"/>
            </a:lvl1pPr>
          </a:lstStyle>
          <a:p>
            <a:pPr lvl="0"/>
            <a:r>
              <a:rPr lang="de-DE" dirty="0"/>
              <a:t>Untertitel durch Klicken bearbeiten</a:t>
            </a:r>
          </a:p>
        </p:txBody>
      </p:sp>
      <p:sp>
        <p:nvSpPr>
          <p:cNvPr id="3" name="Content Placeholder 2"/>
          <p:cNvSpPr>
            <a:spLocks noGrp="1"/>
          </p:cNvSpPr>
          <p:nvPr>
            <p:ph idx="1"/>
          </p:nvPr>
        </p:nvSpPr>
        <p:spPr>
          <a:xfrm>
            <a:off x="390263" y="1381125"/>
            <a:ext cx="6839479" cy="3708400"/>
          </a:xfrm>
        </p:spPr>
        <p:txBody>
          <a:bodyPr/>
          <a:lstStyle>
            <a:lvl1pPr>
              <a:defRPr sz="1600"/>
            </a:lvl1pPr>
            <a:lvl2pPr>
              <a:defRPr sz="1600"/>
            </a:lvl2pPr>
            <a:lvl3pPr>
              <a:defRPr sz="1400"/>
            </a:lvl3pPr>
            <a:lvl4pPr>
              <a:defRPr sz="1400"/>
            </a:lvl4pPr>
            <a:lvl5pPr>
              <a:defRPr sz="1400"/>
            </a:lvl5p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e Placeholder 3">
            <a:extLst>
              <a:ext uri="{C183D7F6-B498-43B3-948B-1728B52AA6E4}">
                <adec:decorative xmlns:adec="http://schemas.microsoft.com/office/drawing/2017/decorative" val="1"/>
              </a:ext>
            </a:extLst>
          </p:cNvPr>
          <p:cNvSpPr>
            <a:spLocks noGrp="1"/>
          </p:cNvSpPr>
          <p:nvPr>
            <p:ph type="dt" sz="half" idx="10"/>
          </p:nvPr>
        </p:nvSpPr>
        <p:spPr/>
        <p:txBody>
          <a:bodyPr/>
          <a:lstStyle/>
          <a:p>
            <a:r>
              <a:rPr lang="en-DE"/>
              <a:t>08/20/2020</a:t>
            </a:r>
            <a:endParaRPr lang="de-DE" dirty="0"/>
          </a:p>
        </p:txBody>
      </p:sp>
      <p:sp>
        <p:nvSpPr>
          <p:cNvPr id="6" name="Slide Number Placeholder 5">
            <a:extLst>
              <a:ext uri="{C183D7F6-B498-43B3-948B-1728B52AA6E4}">
                <adec:decorative xmlns:adec="http://schemas.microsoft.com/office/drawing/2017/decorative" val="1"/>
              </a:ext>
            </a:extLst>
          </p:cNvPr>
          <p:cNvSpPr>
            <a:spLocks noGrp="1"/>
          </p:cNvSpPr>
          <p:nvPr>
            <p:ph type="sldNum" sz="quarter" idx="12"/>
          </p:nvPr>
        </p:nvSpPr>
        <p:spPr/>
        <p:txBody>
          <a:bodyPr/>
          <a:lstStyle/>
          <a:p>
            <a:fld id="{9E82CC3C-1DC0-4FDA-9590-6CC506AB67F8}" type="slidenum">
              <a:rPr lang="de-DE" smtClean="0"/>
              <a:t>‹#›</a:t>
            </a:fld>
            <a:endParaRPr lang="de-DE" dirty="0"/>
          </a:p>
        </p:txBody>
      </p:sp>
    </p:spTree>
    <p:extLst>
      <p:ext uri="{BB962C8B-B14F-4D97-AF65-F5344CB8AC3E}">
        <p14:creationId xmlns:p14="http://schemas.microsoft.com/office/powerpoint/2010/main" val="280414619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4_Titel und Inhalt">
    <p:spTree>
      <p:nvGrpSpPr>
        <p:cNvPr id="1" name=""/>
        <p:cNvGrpSpPr/>
        <p:nvPr/>
      </p:nvGrpSpPr>
      <p:grpSpPr>
        <a:xfrm>
          <a:off x="0" y="0"/>
          <a:ext cx="0" cy="0"/>
          <a:chOff x="0" y="0"/>
          <a:chExt cx="0" cy="0"/>
        </a:xfrm>
      </p:grpSpPr>
      <p:sp>
        <p:nvSpPr>
          <p:cNvPr id="9" name="Titel 8"/>
          <p:cNvSpPr>
            <a:spLocks noGrp="1"/>
          </p:cNvSpPr>
          <p:nvPr>
            <p:ph type="title"/>
          </p:nvPr>
        </p:nvSpPr>
        <p:spPr/>
        <p:txBody>
          <a:bodyPr/>
          <a:lstStyle/>
          <a:p>
            <a:r>
              <a:rPr lang="de-DE" dirty="0"/>
              <a:t>Titelmasterformat durch Klicken bearbeiten</a:t>
            </a:r>
          </a:p>
        </p:txBody>
      </p:sp>
      <p:sp>
        <p:nvSpPr>
          <p:cNvPr id="8" name="Textplatzhalter 7"/>
          <p:cNvSpPr>
            <a:spLocks noGrp="1"/>
          </p:cNvSpPr>
          <p:nvPr>
            <p:ph type="body" sz="quarter" idx="13" hasCustomPrompt="1"/>
          </p:nvPr>
        </p:nvSpPr>
        <p:spPr>
          <a:xfrm>
            <a:off x="390000" y="716405"/>
            <a:ext cx="6840000" cy="276225"/>
          </a:xfrm>
        </p:spPr>
        <p:txBody>
          <a:bodyPr lIns="0" tIns="0" rIns="0" bIns="0"/>
          <a:lstStyle>
            <a:lvl1pPr marL="0" indent="0">
              <a:buNone/>
              <a:defRPr sz="1800" baseline="0"/>
            </a:lvl1pPr>
          </a:lstStyle>
          <a:p>
            <a:pPr lvl="0"/>
            <a:r>
              <a:rPr lang="de-DE" dirty="0"/>
              <a:t>Untertitel durch Klicken bearbeiten</a:t>
            </a:r>
          </a:p>
        </p:txBody>
      </p:sp>
      <p:sp>
        <p:nvSpPr>
          <p:cNvPr id="3" name="Content Placeholder 2"/>
          <p:cNvSpPr>
            <a:spLocks noGrp="1"/>
          </p:cNvSpPr>
          <p:nvPr>
            <p:ph idx="1"/>
          </p:nvPr>
        </p:nvSpPr>
        <p:spPr>
          <a:xfrm>
            <a:off x="390263" y="1381125"/>
            <a:ext cx="6839479" cy="3708400"/>
          </a:xfrm>
        </p:spPr>
        <p:txBody>
          <a:bodyPr/>
          <a:lstStyle>
            <a:lvl1pPr>
              <a:defRPr sz="1600"/>
            </a:lvl1pPr>
            <a:lvl2pPr>
              <a:defRPr sz="1600"/>
            </a:lvl2pPr>
            <a:lvl3pPr>
              <a:defRPr sz="1400"/>
            </a:lvl3pPr>
            <a:lvl4pPr>
              <a:defRPr sz="1400"/>
            </a:lvl4pPr>
            <a:lvl5pPr>
              <a:defRPr sz="1400"/>
            </a:lvl5p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e Placeholder 3">
            <a:extLst>
              <a:ext uri="{C183D7F6-B498-43B3-948B-1728B52AA6E4}">
                <adec:decorative xmlns:adec="http://schemas.microsoft.com/office/drawing/2017/decorative" val="1"/>
              </a:ext>
            </a:extLst>
          </p:cNvPr>
          <p:cNvSpPr>
            <a:spLocks noGrp="1"/>
          </p:cNvSpPr>
          <p:nvPr>
            <p:ph type="dt" sz="half" idx="10"/>
          </p:nvPr>
        </p:nvSpPr>
        <p:spPr/>
        <p:txBody>
          <a:bodyPr/>
          <a:lstStyle/>
          <a:p>
            <a:r>
              <a:rPr lang="en-DE"/>
              <a:t>08/20/2020</a:t>
            </a:r>
            <a:endParaRPr lang="de-DE" dirty="0"/>
          </a:p>
        </p:txBody>
      </p:sp>
      <p:sp>
        <p:nvSpPr>
          <p:cNvPr id="6" name="Slide Number Placeholder 5">
            <a:extLst>
              <a:ext uri="{C183D7F6-B498-43B3-948B-1728B52AA6E4}">
                <adec:decorative xmlns:adec="http://schemas.microsoft.com/office/drawing/2017/decorative" val="1"/>
              </a:ext>
            </a:extLst>
          </p:cNvPr>
          <p:cNvSpPr>
            <a:spLocks noGrp="1"/>
          </p:cNvSpPr>
          <p:nvPr>
            <p:ph type="sldNum" sz="quarter" idx="12"/>
          </p:nvPr>
        </p:nvSpPr>
        <p:spPr/>
        <p:txBody>
          <a:bodyPr/>
          <a:lstStyle/>
          <a:p>
            <a:fld id="{9E82CC3C-1DC0-4FDA-9590-6CC506AB67F8}" type="slidenum">
              <a:rPr lang="de-DE" smtClean="0"/>
              <a:t>‹#›</a:t>
            </a:fld>
            <a:endParaRPr lang="de-DE" dirty="0"/>
          </a:p>
        </p:txBody>
      </p:sp>
    </p:spTree>
    <p:extLst>
      <p:ext uri="{BB962C8B-B14F-4D97-AF65-F5344CB8AC3E}">
        <p14:creationId xmlns:p14="http://schemas.microsoft.com/office/powerpoint/2010/main" val="369100790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5_Titel und Inhalt">
    <p:spTree>
      <p:nvGrpSpPr>
        <p:cNvPr id="1" name=""/>
        <p:cNvGrpSpPr/>
        <p:nvPr/>
      </p:nvGrpSpPr>
      <p:grpSpPr>
        <a:xfrm>
          <a:off x="0" y="0"/>
          <a:ext cx="0" cy="0"/>
          <a:chOff x="0" y="0"/>
          <a:chExt cx="0" cy="0"/>
        </a:xfrm>
      </p:grpSpPr>
      <p:sp>
        <p:nvSpPr>
          <p:cNvPr id="9" name="Titel 8"/>
          <p:cNvSpPr>
            <a:spLocks noGrp="1"/>
          </p:cNvSpPr>
          <p:nvPr>
            <p:ph type="title"/>
          </p:nvPr>
        </p:nvSpPr>
        <p:spPr/>
        <p:txBody>
          <a:bodyPr/>
          <a:lstStyle/>
          <a:p>
            <a:r>
              <a:rPr lang="de-DE" dirty="0"/>
              <a:t>Titelmasterformat durch Klicken bearbeiten</a:t>
            </a:r>
          </a:p>
        </p:txBody>
      </p:sp>
      <p:sp>
        <p:nvSpPr>
          <p:cNvPr id="8" name="Textplatzhalter 7"/>
          <p:cNvSpPr>
            <a:spLocks noGrp="1"/>
          </p:cNvSpPr>
          <p:nvPr>
            <p:ph type="body" sz="quarter" idx="13" hasCustomPrompt="1"/>
          </p:nvPr>
        </p:nvSpPr>
        <p:spPr>
          <a:xfrm>
            <a:off x="390000" y="716405"/>
            <a:ext cx="6840000" cy="276225"/>
          </a:xfrm>
        </p:spPr>
        <p:txBody>
          <a:bodyPr lIns="0" tIns="0" rIns="0" bIns="0"/>
          <a:lstStyle>
            <a:lvl1pPr marL="0" indent="0">
              <a:buNone/>
              <a:defRPr sz="1800" baseline="0"/>
            </a:lvl1pPr>
          </a:lstStyle>
          <a:p>
            <a:pPr lvl="0"/>
            <a:r>
              <a:rPr lang="de-DE" dirty="0"/>
              <a:t>Untertitel durch Klicken bearbeiten</a:t>
            </a:r>
          </a:p>
        </p:txBody>
      </p:sp>
      <p:sp>
        <p:nvSpPr>
          <p:cNvPr id="3" name="Content Placeholder 2"/>
          <p:cNvSpPr>
            <a:spLocks noGrp="1"/>
          </p:cNvSpPr>
          <p:nvPr>
            <p:ph idx="1"/>
          </p:nvPr>
        </p:nvSpPr>
        <p:spPr>
          <a:xfrm>
            <a:off x="390263" y="1381125"/>
            <a:ext cx="6839479" cy="3708400"/>
          </a:xfrm>
        </p:spPr>
        <p:txBody>
          <a:bodyPr/>
          <a:lstStyle>
            <a:lvl1pPr>
              <a:defRPr sz="1600"/>
            </a:lvl1pPr>
            <a:lvl2pPr>
              <a:defRPr sz="1600"/>
            </a:lvl2pPr>
            <a:lvl3pPr>
              <a:defRPr sz="1400"/>
            </a:lvl3pPr>
            <a:lvl4pPr>
              <a:defRPr sz="1400"/>
            </a:lvl4pPr>
            <a:lvl5pPr>
              <a:defRPr sz="1400"/>
            </a:lvl5p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e Placeholder 3">
            <a:extLst>
              <a:ext uri="{C183D7F6-B498-43B3-948B-1728B52AA6E4}">
                <adec:decorative xmlns:adec="http://schemas.microsoft.com/office/drawing/2017/decorative" val="1"/>
              </a:ext>
            </a:extLst>
          </p:cNvPr>
          <p:cNvSpPr>
            <a:spLocks noGrp="1"/>
          </p:cNvSpPr>
          <p:nvPr>
            <p:ph type="dt" sz="half" idx="10"/>
          </p:nvPr>
        </p:nvSpPr>
        <p:spPr/>
        <p:txBody>
          <a:bodyPr/>
          <a:lstStyle/>
          <a:p>
            <a:r>
              <a:rPr lang="en-DE"/>
              <a:t>08/20/2020</a:t>
            </a:r>
            <a:endParaRPr lang="de-DE" dirty="0"/>
          </a:p>
        </p:txBody>
      </p:sp>
      <p:sp>
        <p:nvSpPr>
          <p:cNvPr id="6" name="Slide Number Placeholder 5">
            <a:extLst>
              <a:ext uri="{C183D7F6-B498-43B3-948B-1728B52AA6E4}">
                <adec:decorative xmlns:adec="http://schemas.microsoft.com/office/drawing/2017/decorative" val="1"/>
              </a:ext>
            </a:extLst>
          </p:cNvPr>
          <p:cNvSpPr>
            <a:spLocks noGrp="1"/>
          </p:cNvSpPr>
          <p:nvPr>
            <p:ph type="sldNum" sz="quarter" idx="12"/>
          </p:nvPr>
        </p:nvSpPr>
        <p:spPr/>
        <p:txBody>
          <a:bodyPr/>
          <a:lstStyle/>
          <a:p>
            <a:fld id="{9E82CC3C-1DC0-4FDA-9590-6CC506AB67F8}" type="slidenum">
              <a:rPr lang="de-DE" smtClean="0"/>
              <a:t>‹#›</a:t>
            </a:fld>
            <a:endParaRPr lang="de-DE" dirty="0"/>
          </a:p>
        </p:txBody>
      </p:sp>
    </p:spTree>
    <p:extLst>
      <p:ext uri="{BB962C8B-B14F-4D97-AF65-F5344CB8AC3E}">
        <p14:creationId xmlns:p14="http://schemas.microsoft.com/office/powerpoint/2010/main" val="418884639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6_Titel und Inhalt">
    <p:spTree>
      <p:nvGrpSpPr>
        <p:cNvPr id="1" name=""/>
        <p:cNvGrpSpPr/>
        <p:nvPr/>
      </p:nvGrpSpPr>
      <p:grpSpPr>
        <a:xfrm>
          <a:off x="0" y="0"/>
          <a:ext cx="0" cy="0"/>
          <a:chOff x="0" y="0"/>
          <a:chExt cx="0" cy="0"/>
        </a:xfrm>
      </p:grpSpPr>
      <p:sp>
        <p:nvSpPr>
          <p:cNvPr id="9" name="Titel 8"/>
          <p:cNvSpPr>
            <a:spLocks noGrp="1"/>
          </p:cNvSpPr>
          <p:nvPr>
            <p:ph type="title"/>
          </p:nvPr>
        </p:nvSpPr>
        <p:spPr/>
        <p:txBody>
          <a:bodyPr/>
          <a:lstStyle/>
          <a:p>
            <a:r>
              <a:rPr lang="de-DE" dirty="0"/>
              <a:t>Titelmasterformat durch Klicken bearbeiten</a:t>
            </a:r>
          </a:p>
        </p:txBody>
      </p:sp>
      <p:sp>
        <p:nvSpPr>
          <p:cNvPr id="8" name="Textplatzhalter 7"/>
          <p:cNvSpPr>
            <a:spLocks noGrp="1"/>
          </p:cNvSpPr>
          <p:nvPr>
            <p:ph type="body" sz="quarter" idx="13" hasCustomPrompt="1"/>
          </p:nvPr>
        </p:nvSpPr>
        <p:spPr>
          <a:xfrm>
            <a:off x="390000" y="716405"/>
            <a:ext cx="6840000" cy="276225"/>
          </a:xfrm>
        </p:spPr>
        <p:txBody>
          <a:bodyPr lIns="0" tIns="0" rIns="0" bIns="0"/>
          <a:lstStyle>
            <a:lvl1pPr marL="0" indent="0">
              <a:buNone/>
              <a:defRPr sz="1800" baseline="0"/>
            </a:lvl1pPr>
          </a:lstStyle>
          <a:p>
            <a:pPr lvl="0"/>
            <a:r>
              <a:rPr lang="de-DE" dirty="0"/>
              <a:t>Untertitel durch Klicken bearbeiten</a:t>
            </a:r>
          </a:p>
        </p:txBody>
      </p:sp>
      <p:sp>
        <p:nvSpPr>
          <p:cNvPr id="3" name="Content Placeholder 2"/>
          <p:cNvSpPr>
            <a:spLocks noGrp="1"/>
          </p:cNvSpPr>
          <p:nvPr>
            <p:ph idx="1"/>
          </p:nvPr>
        </p:nvSpPr>
        <p:spPr>
          <a:xfrm>
            <a:off x="390263" y="1381125"/>
            <a:ext cx="6839479" cy="3708400"/>
          </a:xfrm>
        </p:spPr>
        <p:txBody>
          <a:bodyPr/>
          <a:lstStyle>
            <a:lvl1pPr>
              <a:defRPr sz="1600"/>
            </a:lvl1pPr>
            <a:lvl2pPr>
              <a:defRPr sz="1600"/>
            </a:lvl2pPr>
            <a:lvl3pPr>
              <a:defRPr sz="1400"/>
            </a:lvl3pPr>
            <a:lvl4pPr>
              <a:defRPr sz="1400"/>
            </a:lvl4pPr>
            <a:lvl5pPr>
              <a:defRPr sz="1400"/>
            </a:lvl5p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e Placeholder 3">
            <a:extLst>
              <a:ext uri="{C183D7F6-B498-43B3-948B-1728B52AA6E4}">
                <adec:decorative xmlns:adec="http://schemas.microsoft.com/office/drawing/2017/decorative" val="1"/>
              </a:ext>
            </a:extLst>
          </p:cNvPr>
          <p:cNvSpPr>
            <a:spLocks noGrp="1"/>
          </p:cNvSpPr>
          <p:nvPr>
            <p:ph type="dt" sz="half" idx="10"/>
          </p:nvPr>
        </p:nvSpPr>
        <p:spPr/>
        <p:txBody>
          <a:bodyPr/>
          <a:lstStyle/>
          <a:p>
            <a:r>
              <a:rPr lang="en-DE"/>
              <a:t>08/20/2020</a:t>
            </a:r>
            <a:endParaRPr lang="de-DE" dirty="0"/>
          </a:p>
        </p:txBody>
      </p:sp>
      <p:sp>
        <p:nvSpPr>
          <p:cNvPr id="6" name="Slide Number Placeholder 5">
            <a:extLst>
              <a:ext uri="{C183D7F6-B498-43B3-948B-1728B52AA6E4}">
                <adec:decorative xmlns:adec="http://schemas.microsoft.com/office/drawing/2017/decorative" val="1"/>
              </a:ext>
            </a:extLst>
          </p:cNvPr>
          <p:cNvSpPr>
            <a:spLocks noGrp="1"/>
          </p:cNvSpPr>
          <p:nvPr>
            <p:ph type="sldNum" sz="quarter" idx="12"/>
          </p:nvPr>
        </p:nvSpPr>
        <p:spPr/>
        <p:txBody>
          <a:bodyPr/>
          <a:lstStyle/>
          <a:p>
            <a:fld id="{9E82CC3C-1DC0-4FDA-9590-6CC506AB67F8}" type="slidenum">
              <a:rPr lang="de-DE" smtClean="0"/>
              <a:t>‹#›</a:t>
            </a:fld>
            <a:endParaRPr lang="de-DE" dirty="0"/>
          </a:p>
        </p:txBody>
      </p:sp>
    </p:spTree>
    <p:extLst>
      <p:ext uri="{BB962C8B-B14F-4D97-AF65-F5344CB8AC3E}">
        <p14:creationId xmlns:p14="http://schemas.microsoft.com/office/powerpoint/2010/main" val="428302614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7_Titel und Inhalt">
    <p:spTree>
      <p:nvGrpSpPr>
        <p:cNvPr id="1" name=""/>
        <p:cNvGrpSpPr/>
        <p:nvPr/>
      </p:nvGrpSpPr>
      <p:grpSpPr>
        <a:xfrm>
          <a:off x="0" y="0"/>
          <a:ext cx="0" cy="0"/>
          <a:chOff x="0" y="0"/>
          <a:chExt cx="0" cy="0"/>
        </a:xfrm>
      </p:grpSpPr>
      <p:sp>
        <p:nvSpPr>
          <p:cNvPr id="9" name="Titel 8"/>
          <p:cNvSpPr>
            <a:spLocks noGrp="1"/>
          </p:cNvSpPr>
          <p:nvPr>
            <p:ph type="title"/>
          </p:nvPr>
        </p:nvSpPr>
        <p:spPr/>
        <p:txBody>
          <a:bodyPr/>
          <a:lstStyle/>
          <a:p>
            <a:r>
              <a:rPr lang="de-DE" dirty="0"/>
              <a:t>Titelmasterformat durch Klicken bearbeiten</a:t>
            </a:r>
          </a:p>
        </p:txBody>
      </p:sp>
      <p:sp>
        <p:nvSpPr>
          <p:cNvPr id="8" name="Textplatzhalter 7"/>
          <p:cNvSpPr>
            <a:spLocks noGrp="1"/>
          </p:cNvSpPr>
          <p:nvPr>
            <p:ph type="body" sz="quarter" idx="13" hasCustomPrompt="1"/>
          </p:nvPr>
        </p:nvSpPr>
        <p:spPr>
          <a:xfrm>
            <a:off x="390000" y="716405"/>
            <a:ext cx="6840000" cy="276225"/>
          </a:xfrm>
        </p:spPr>
        <p:txBody>
          <a:bodyPr lIns="0" tIns="0" rIns="0" bIns="0"/>
          <a:lstStyle>
            <a:lvl1pPr marL="0" indent="0">
              <a:buNone/>
              <a:defRPr sz="1800" baseline="0"/>
            </a:lvl1pPr>
          </a:lstStyle>
          <a:p>
            <a:pPr lvl="0"/>
            <a:r>
              <a:rPr lang="de-DE" dirty="0"/>
              <a:t>Untertitel durch Klicken bearbeiten</a:t>
            </a:r>
          </a:p>
        </p:txBody>
      </p:sp>
      <p:sp>
        <p:nvSpPr>
          <p:cNvPr id="3" name="Content Placeholder 2"/>
          <p:cNvSpPr>
            <a:spLocks noGrp="1"/>
          </p:cNvSpPr>
          <p:nvPr>
            <p:ph idx="1"/>
          </p:nvPr>
        </p:nvSpPr>
        <p:spPr>
          <a:xfrm>
            <a:off x="390263" y="1381125"/>
            <a:ext cx="6839479" cy="3708400"/>
          </a:xfrm>
        </p:spPr>
        <p:txBody>
          <a:bodyPr/>
          <a:lstStyle>
            <a:lvl1pPr>
              <a:defRPr sz="1600"/>
            </a:lvl1pPr>
            <a:lvl2pPr>
              <a:defRPr sz="1600"/>
            </a:lvl2pPr>
            <a:lvl3pPr>
              <a:defRPr sz="1400"/>
            </a:lvl3pPr>
            <a:lvl4pPr>
              <a:defRPr sz="1400"/>
            </a:lvl4pPr>
            <a:lvl5pPr>
              <a:defRPr sz="1400"/>
            </a:lvl5p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e Placeholder 3">
            <a:extLst>
              <a:ext uri="{C183D7F6-B498-43B3-948B-1728B52AA6E4}">
                <adec:decorative xmlns:adec="http://schemas.microsoft.com/office/drawing/2017/decorative" val="1"/>
              </a:ext>
            </a:extLst>
          </p:cNvPr>
          <p:cNvSpPr>
            <a:spLocks noGrp="1"/>
          </p:cNvSpPr>
          <p:nvPr>
            <p:ph type="dt" sz="half" idx="10"/>
          </p:nvPr>
        </p:nvSpPr>
        <p:spPr/>
        <p:txBody>
          <a:bodyPr/>
          <a:lstStyle/>
          <a:p>
            <a:r>
              <a:rPr lang="en-DE"/>
              <a:t>08/20/2020</a:t>
            </a:r>
            <a:endParaRPr lang="de-DE" dirty="0"/>
          </a:p>
        </p:txBody>
      </p:sp>
      <p:sp>
        <p:nvSpPr>
          <p:cNvPr id="6" name="Slide Number Placeholder 5">
            <a:extLst>
              <a:ext uri="{C183D7F6-B498-43B3-948B-1728B52AA6E4}">
                <adec:decorative xmlns:adec="http://schemas.microsoft.com/office/drawing/2017/decorative" val="1"/>
              </a:ext>
            </a:extLst>
          </p:cNvPr>
          <p:cNvSpPr>
            <a:spLocks noGrp="1"/>
          </p:cNvSpPr>
          <p:nvPr>
            <p:ph type="sldNum" sz="quarter" idx="12"/>
          </p:nvPr>
        </p:nvSpPr>
        <p:spPr/>
        <p:txBody>
          <a:bodyPr/>
          <a:lstStyle/>
          <a:p>
            <a:fld id="{9E82CC3C-1DC0-4FDA-9590-6CC506AB67F8}" type="slidenum">
              <a:rPr lang="de-DE" smtClean="0"/>
              <a:t>‹#›</a:t>
            </a:fld>
            <a:endParaRPr lang="de-DE" dirty="0"/>
          </a:p>
        </p:txBody>
      </p:sp>
    </p:spTree>
    <p:extLst>
      <p:ext uri="{BB962C8B-B14F-4D97-AF65-F5344CB8AC3E}">
        <p14:creationId xmlns:p14="http://schemas.microsoft.com/office/powerpoint/2010/main" val="70615818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8_Titel und Inhalt">
    <p:spTree>
      <p:nvGrpSpPr>
        <p:cNvPr id="1" name=""/>
        <p:cNvGrpSpPr/>
        <p:nvPr/>
      </p:nvGrpSpPr>
      <p:grpSpPr>
        <a:xfrm>
          <a:off x="0" y="0"/>
          <a:ext cx="0" cy="0"/>
          <a:chOff x="0" y="0"/>
          <a:chExt cx="0" cy="0"/>
        </a:xfrm>
      </p:grpSpPr>
      <p:sp>
        <p:nvSpPr>
          <p:cNvPr id="9" name="Titel 8"/>
          <p:cNvSpPr>
            <a:spLocks noGrp="1"/>
          </p:cNvSpPr>
          <p:nvPr>
            <p:ph type="title"/>
          </p:nvPr>
        </p:nvSpPr>
        <p:spPr/>
        <p:txBody>
          <a:bodyPr/>
          <a:lstStyle/>
          <a:p>
            <a:r>
              <a:rPr lang="de-DE" dirty="0"/>
              <a:t>Titelmasterformat durch Klicken bearbeiten</a:t>
            </a:r>
          </a:p>
        </p:txBody>
      </p:sp>
      <p:sp>
        <p:nvSpPr>
          <p:cNvPr id="8" name="Textplatzhalter 7"/>
          <p:cNvSpPr>
            <a:spLocks noGrp="1"/>
          </p:cNvSpPr>
          <p:nvPr>
            <p:ph type="body" sz="quarter" idx="13" hasCustomPrompt="1"/>
          </p:nvPr>
        </p:nvSpPr>
        <p:spPr>
          <a:xfrm>
            <a:off x="390000" y="716405"/>
            <a:ext cx="6840000" cy="276225"/>
          </a:xfrm>
        </p:spPr>
        <p:txBody>
          <a:bodyPr lIns="0" tIns="0" rIns="0" bIns="0"/>
          <a:lstStyle>
            <a:lvl1pPr marL="0" indent="0">
              <a:buNone/>
              <a:defRPr sz="1800" baseline="0"/>
            </a:lvl1pPr>
          </a:lstStyle>
          <a:p>
            <a:pPr lvl="0"/>
            <a:r>
              <a:rPr lang="de-DE" dirty="0"/>
              <a:t>Untertitel durch Klicken bearbeiten</a:t>
            </a:r>
          </a:p>
        </p:txBody>
      </p:sp>
      <p:sp>
        <p:nvSpPr>
          <p:cNvPr id="3" name="Content Placeholder 2"/>
          <p:cNvSpPr>
            <a:spLocks noGrp="1"/>
          </p:cNvSpPr>
          <p:nvPr>
            <p:ph idx="1"/>
          </p:nvPr>
        </p:nvSpPr>
        <p:spPr>
          <a:xfrm>
            <a:off x="390263" y="1381125"/>
            <a:ext cx="6839479" cy="3708400"/>
          </a:xfrm>
        </p:spPr>
        <p:txBody>
          <a:bodyPr/>
          <a:lstStyle>
            <a:lvl1pPr>
              <a:defRPr sz="1600"/>
            </a:lvl1pPr>
            <a:lvl2pPr>
              <a:defRPr sz="1600"/>
            </a:lvl2pPr>
            <a:lvl3pPr>
              <a:defRPr sz="1400"/>
            </a:lvl3pPr>
            <a:lvl4pPr>
              <a:defRPr sz="1400"/>
            </a:lvl4pPr>
            <a:lvl5pPr>
              <a:defRPr sz="1400"/>
            </a:lvl5p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e Placeholder 3">
            <a:extLst>
              <a:ext uri="{C183D7F6-B498-43B3-948B-1728B52AA6E4}">
                <adec:decorative xmlns:adec="http://schemas.microsoft.com/office/drawing/2017/decorative" val="1"/>
              </a:ext>
            </a:extLst>
          </p:cNvPr>
          <p:cNvSpPr>
            <a:spLocks noGrp="1"/>
          </p:cNvSpPr>
          <p:nvPr>
            <p:ph type="dt" sz="half" idx="10"/>
          </p:nvPr>
        </p:nvSpPr>
        <p:spPr/>
        <p:txBody>
          <a:bodyPr/>
          <a:lstStyle/>
          <a:p>
            <a:r>
              <a:rPr lang="en-DE"/>
              <a:t>08/20/2020</a:t>
            </a:r>
            <a:endParaRPr lang="de-DE" dirty="0"/>
          </a:p>
        </p:txBody>
      </p:sp>
      <p:sp>
        <p:nvSpPr>
          <p:cNvPr id="5" name="Footer Placeholder 4">
            <a:extLst>
              <a:ext uri="{C183D7F6-B498-43B3-948B-1728B52AA6E4}">
                <adec:decorative xmlns:adec="http://schemas.microsoft.com/office/drawing/2017/decorative" val="1"/>
              </a:ext>
            </a:extLst>
          </p:cNvPr>
          <p:cNvSpPr>
            <a:spLocks noGrp="1"/>
          </p:cNvSpPr>
          <p:nvPr>
            <p:ph type="ftr" sz="quarter" idx="11"/>
          </p:nvPr>
        </p:nvSpPr>
        <p:spPr/>
        <p:txBody>
          <a:bodyPr/>
          <a:lstStyle/>
          <a:p>
            <a:r>
              <a:rPr lang="de-DE"/>
              <a:t>University of Stuttgart</a:t>
            </a:r>
            <a:endParaRPr lang="de-DE" dirty="0"/>
          </a:p>
        </p:txBody>
      </p:sp>
      <p:sp>
        <p:nvSpPr>
          <p:cNvPr id="6" name="Slide Number Placeholder 5">
            <a:extLst>
              <a:ext uri="{C183D7F6-B498-43B3-948B-1728B52AA6E4}">
                <adec:decorative xmlns:adec="http://schemas.microsoft.com/office/drawing/2017/decorative" val="1"/>
              </a:ext>
            </a:extLst>
          </p:cNvPr>
          <p:cNvSpPr>
            <a:spLocks noGrp="1"/>
          </p:cNvSpPr>
          <p:nvPr>
            <p:ph type="sldNum" sz="quarter" idx="12"/>
          </p:nvPr>
        </p:nvSpPr>
        <p:spPr/>
        <p:txBody>
          <a:bodyPr/>
          <a:lstStyle/>
          <a:p>
            <a:fld id="{9E82CC3C-1DC0-4FDA-9590-6CC506AB67F8}" type="slidenum">
              <a:rPr lang="de-DE" smtClean="0"/>
              <a:t>‹#›</a:t>
            </a:fld>
            <a:endParaRPr lang="de-DE" dirty="0"/>
          </a:p>
        </p:txBody>
      </p:sp>
    </p:spTree>
    <p:extLst>
      <p:ext uri="{BB962C8B-B14F-4D97-AF65-F5344CB8AC3E}">
        <p14:creationId xmlns:p14="http://schemas.microsoft.com/office/powerpoint/2010/main" val="261296305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9_Titel und Inhalt">
    <p:spTree>
      <p:nvGrpSpPr>
        <p:cNvPr id="1" name=""/>
        <p:cNvGrpSpPr/>
        <p:nvPr/>
      </p:nvGrpSpPr>
      <p:grpSpPr>
        <a:xfrm>
          <a:off x="0" y="0"/>
          <a:ext cx="0" cy="0"/>
          <a:chOff x="0" y="0"/>
          <a:chExt cx="0" cy="0"/>
        </a:xfrm>
      </p:grpSpPr>
      <p:sp>
        <p:nvSpPr>
          <p:cNvPr id="9" name="Titel 8"/>
          <p:cNvSpPr>
            <a:spLocks noGrp="1"/>
          </p:cNvSpPr>
          <p:nvPr>
            <p:ph type="title"/>
          </p:nvPr>
        </p:nvSpPr>
        <p:spPr/>
        <p:txBody>
          <a:bodyPr/>
          <a:lstStyle/>
          <a:p>
            <a:r>
              <a:rPr lang="de-DE" dirty="0"/>
              <a:t>Titelmasterformat durch Klicken bearbeiten</a:t>
            </a:r>
          </a:p>
        </p:txBody>
      </p:sp>
      <p:sp>
        <p:nvSpPr>
          <p:cNvPr id="8" name="Textplatzhalter 7"/>
          <p:cNvSpPr>
            <a:spLocks noGrp="1"/>
          </p:cNvSpPr>
          <p:nvPr>
            <p:ph type="body" sz="quarter" idx="13" hasCustomPrompt="1"/>
          </p:nvPr>
        </p:nvSpPr>
        <p:spPr>
          <a:xfrm>
            <a:off x="390000" y="716405"/>
            <a:ext cx="6840000" cy="276225"/>
          </a:xfrm>
        </p:spPr>
        <p:txBody>
          <a:bodyPr lIns="0" tIns="0" rIns="0" bIns="0"/>
          <a:lstStyle>
            <a:lvl1pPr marL="0" indent="0">
              <a:buNone/>
              <a:defRPr sz="1800" baseline="0"/>
            </a:lvl1pPr>
          </a:lstStyle>
          <a:p>
            <a:pPr lvl="0"/>
            <a:r>
              <a:rPr lang="de-DE" dirty="0"/>
              <a:t>Untertitel durch Klicken bearbeiten</a:t>
            </a:r>
          </a:p>
        </p:txBody>
      </p:sp>
      <p:sp>
        <p:nvSpPr>
          <p:cNvPr id="3" name="Content Placeholder 2"/>
          <p:cNvSpPr>
            <a:spLocks noGrp="1"/>
          </p:cNvSpPr>
          <p:nvPr>
            <p:ph idx="1"/>
          </p:nvPr>
        </p:nvSpPr>
        <p:spPr>
          <a:xfrm>
            <a:off x="390263" y="1381125"/>
            <a:ext cx="6839479" cy="3708400"/>
          </a:xfrm>
        </p:spPr>
        <p:txBody>
          <a:bodyPr/>
          <a:lstStyle>
            <a:lvl1pPr>
              <a:defRPr sz="1600"/>
            </a:lvl1pPr>
            <a:lvl2pPr>
              <a:defRPr sz="1600"/>
            </a:lvl2pPr>
            <a:lvl3pPr>
              <a:defRPr sz="1400"/>
            </a:lvl3pPr>
            <a:lvl4pPr>
              <a:defRPr sz="1400"/>
            </a:lvl4pPr>
            <a:lvl5pPr>
              <a:defRPr sz="1400"/>
            </a:lvl5p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e Placeholder 3">
            <a:extLst>
              <a:ext uri="{C183D7F6-B498-43B3-948B-1728B52AA6E4}">
                <adec:decorative xmlns:adec="http://schemas.microsoft.com/office/drawing/2017/decorative" val="1"/>
              </a:ext>
            </a:extLst>
          </p:cNvPr>
          <p:cNvSpPr>
            <a:spLocks noGrp="1"/>
          </p:cNvSpPr>
          <p:nvPr>
            <p:ph type="dt" sz="half" idx="10"/>
          </p:nvPr>
        </p:nvSpPr>
        <p:spPr/>
        <p:txBody>
          <a:bodyPr/>
          <a:lstStyle/>
          <a:p>
            <a:r>
              <a:rPr lang="en-DE"/>
              <a:t>08/20/2020</a:t>
            </a:r>
            <a:endParaRPr lang="de-DE" dirty="0"/>
          </a:p>
        </p:txBody>
      </p:sp>
      <p:sp>
        <p:nvSpPr>
          <p:cNvPr id="5" name="Footer Placeholder 4">
            <a:extLst>
              <a:ext uri="{C183D7F6-B498-43B3-948B-1728B52AA6E4}">
                <adec:decorative xmlns:adec="http://schemas.microsoft.com/office/drawing/2017/decorative" val="1"/>
              </a:ext>
            </a:extLst>
          </p:cNvPr>
          <p:cNvSpPr>
            <a:spLocks noGrp="1"/>
          </p:cNvSpPr>
          <p:nvPr>
            <p:ph type="ftr" sz="quarter" idx="11"/>
          </p:nvPr>
        </p:nvSpPr>
        <p:spPr/>
        <p:txBody>
          <a:bodyPr/>
          <a:lstStyle/>
          <a:p>
            <a:r>
              <a:rPr lang="de-DE"/>
              <a:t>University of Stuttgart</a:t>
            </a:r>
            <a:endParaRPr lang="de-DE" dirty="0"/>
          </a:p>
        </p:txBody>
      </p:sp>
      <p:sp>
        <p:nvSpPr>
          <p:cNvPr id="6" name="Slide Number Placeholder 5">
            <a:extLst>
              <a:ext uri="{C183D7F6-B498-43B3-948B-1728B52AA6E4}">
                <adec:decorative xmlns:adec="http://schemas.microsoft.com/office/drawing/2017/decorative" val="1"/>
              </a:ext>
            </a:extLst>
          </p:cNvPr>
          <p:cNvSpPr>
            <a:spLocks noGrp="1"/>
          </p:cNvSpPr>
          <p:nvPr>
            <p:ph type="sldNum" sz="quarter" idx="12"/>
          </p:nvPr>
        </p:nvSpPr>
        <p:spPr/>
        <p:txBody>
          <a:bodyPr/>
          <a:lstStyle/>
          <a:p>
            <a:fld id="{9E82CC3C-1DC0-4FDA-9590-6CC506AB67F8}" type="slidenum">
              <a:rPr lang="de-DE" smtClean="0"/>
              <a:t>‹#›</a:t>
            </a:fld>
            <a:endParaRPr lang="de-DE" dirty="0"/>
          </a:p>
        </p:txBody>
      </p:sp>
    </p:spTree>
    <p:extLst>
      <p:ext uri="{BB962C8B-B14F-4D97-AF65-F5344CB8AC3E}">
        <p14:creationId xmlns:p14="http://schemas.microsoft.com/office/powerpoint/2010/main" val="275372161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10_Titel und Inhalt">
    <p:spTree>
      <p:nvGrpSpPr>
        <p:cNvPr id="1" name=""/>
        <p:cNvGrpSpPr/>
        <p:nvPr/>
      </p:nvGrpSpPr>
      <p:grpSpPr>
        <a:xfrm>
          <a:off x="0" y="0"/>
          <a:ext cx="0" cy="0"/>
          <a:chOff x="0" y="0"/>
          <a:chExt cx="0" cy="0"/>
        </a:xfrm>
      </p:grpSpPr>
      <p:sp>
        <p:nvSpPr>
          <p:cNvPr id="9" name="Titel 8"/>
          <p:cNvSpPr>
            <a:spLocks noGrp="1"/>
          </p:cNvSpPr>
          <p:nvPr>
            <p:ph type="title"/>
          </p:nvPr>
        </p:nvSpPr>
        <p:spPr/>
        <p:txBody>
          <a:bodyPr/>
          <a:lstStyle/>
          <a:p>
            <a:r>
              <a:rPr lang="de-DE" dirty="0"/>
              <a:t>Titelmasterformat durch Klicken bearbeiten</a:t>
            </a:r>
          </a:p>
        </p:txBody>
      </p:sp>
      <p:sp>
        <p:nvSpPr>
          <p:cNvPr id="8" name="Textplatzhalter 7"/>
          <p:cNvSpPr>
            <a:spLocks noGrp="1"/>
          </p:cNvSpPr>
          <p:nvPr>
            <p:ph type="body" sz="quarter" idx="13" hasCustomPrompt="1"/>
          </p:nvPr>
        </p:nvSpPr>
        <p:spPr>
          <a:xfrm>
            <a:off x="390000" y="716405"/>
            <a:ext cx="6840000" cy="276225"/>
          </a:xfrm>
        </p:spPr>
        <p:txBody>
          <a:bodyPr lIns="0" tIns="0" rIns="0" bIns="0"/>
          <a:lstStyle>
            <a:lvl1pPr marL="0" indent="0">
              <a:buNone/>
              <a:defRPr sz="1800" baseline="0"/>
            </a:lvl1pPr>
          </a:lstStyle>
          <a:p>
            <a:pPr lvl="0"/>
            <a:r>
              <a:rPr lang="de-DE" dirty="0"/>
              <a:t>Untertitel durch Klicken bearbeiten</a:t>
            </a:r>
          </a:p>
        </p:txBody>
      </p:sp>
      <p:sp>
        <p:nvSpPr>
          <p:cNvPr id="3" name="Content Placeholder 2"/>
          <p:cNvSpPr>
            <a:spLocks noGrp="1"/>
          </p:cNvSpPr>
          <p:nvPr>
            <p:ph idx="1"/>
          </p:nvPr>
        </p:nvSpPr>
        <p:spPr>
          <a:xfrm>
            <a:off x="390263" y="1381125"/>
            <a:ext cx="6839479" cy="3708400"/>
          </a:xfrm>
        </p:spPr>
        <p:txBody>
          <a:bodyPr/>
          <a:lstStyle>
            <a:lvl1pPr>
              <a:defRPr sz="1600"/>
            </a:lvl1pPr>
            <a:lvl2pPr>
              <a:defRPr sz="1600"/>
            </a:lvl2pPr>
            <a:lvl3pPr>
              <a:defRPr sz="1400"/>
            </a:lvl3pPr>
            <a:lvl4pPr>
              <a:defRPr sz="1400"/>
            </a:lvl4pPr>
            <a:lvl5pPr>
              <a:defRPr sz="1400"/>
            </a:lvl5p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e Placeholder 3">
            <a:extLst>
              <a:ext uri="{C183D7F6-B498-43B3-948B-1728B52AA6E4}">
                <adec:decorative xmlns:adec="http://schemas.microsoft.com/office/drawing/2017/decorative" val="1"/>
              </a:ext>
            </a:extLst>
          </p:cNvPr>
          <p:cNvSpPr>
            <a:spLocks noGrp="1"/>
          </p:cNvSpPr>
          <p:nvPr>
            <p:ph type="dt" sz="half" idx="10"/>
          </p:nvPr>
        </p:nvSpPr>
        <p:spPr/>
        <p:txBody>
          <a:bodyPr/>
          <a:lstStyle/>
          <a:p>
            <a:r>
              <a:rPr lang="en-DE"/>
              <a:t>08/20/2020</a:t>
            </a:r>
            <a:endParaRPr lang="de-DE" dirty="0"/>
          </a:p>
        </p:txBody>
      </p:sp>
      <p:sp>
        <p:nvSpPr>
          <p:cNvPr id="5" name="Footer Placeholder 4">
            <a:extLst>
              <a:ext uri="{C183D7F6-B498-43B3-948B-1728B52AA6E4}">
                <adec:decorative xmlns:adec="http://schemas.microsoft.com/office/drawing/2017/decorative" val="1"/>
              </a:ext>
            </a:extLst>
          </p:cNvPr>
          <p:cNvSpPr>
            <a:spLocks noGrp="1"/>
          </p:cNvSpPr>
          <p:nvPr>
            <p:ph type="ftr" sz="quarter" idx="11"/>
          </p:nvPr>
        </p:nvSpPr>
        <p:spPr/>
        <p:txBody>
          <a:bodyPr/>
          <a:lstStyle/>
          <a:p>
            <a:r>
              <a:rPr lang="de-DE"/>
              <a:t>University of Stuttgart</a:t>
            </a:r>
            <a:endParaRPr lang="de-DE" dirty="0"/>
          </a:p>
        </p:txBody>
      </p:sp>
      <p:sp>
        <p:nvSpPr>
          <p:cNvPr id="6" name="Slide Number Placeholder 5">
            <a:extLst>
              <a:ext uri="{C183D7F6-B498-43B3-948B-1728B52AA6E4}">
                <adec:decorative xmlns:adec="http://schemas.microsoft.com/office/drawing/2017/decorative" val="1"/>
              </a:ext>
            </a:extLst>
          </p:cNvPr>
          <p:cNvSpPr>
            <a:spLocks noGrp="1"/>
          </p:cNvSpPr>
          <p:nvPr>
            <p:ph type="sldNum" sz="quarter" idx="12"/>
          </p:nvPr>
        </p:nvSpPr>
        <p:spPr/>
        <p:txBody>
          <a:bodyPr/>
          <a:lstStyle/>
          <a:p>
            <a:fld id="{9E82CC3C-1DC0-4FDA-9590-6CC506AB67F8}" type="slidenum">
              <a:rPr lang="de-DE" smtClean="0"/>
              <a:t>‹#›</a:t>
            </a:fld>
            <a:endParaRPr lang="de-DE" dirty="0"/>
          </a:p>
        </p:txBody>
      </p:sp>
    </p:spTree>
    <p:extLst>
      <p:ext uri="{BB962C8B-B14F-4D97-AF65-F5344CB8AC3E}">
        <p14:creationId xmlns:p14="http://schemas.microsoft.com/office/powerpoint/2010/main" val="396755693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image" Target="../media/image1.emf"/><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1DB14EBB-969D-902B-9104-2ED5E95C4215}"/>
              </a:ext>
            </a:extLst>
          </p:cNvPr>
          <p:cNvSpPr/>
          <p:nvPr userDrawn="1"/>
        </p:nvSpPr>
        <p:spPr>
          <a:xfrm>
            <a:off x="-6007" y="5401504"/>
            <a:ext cx="7626007" cy="313496"/>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dirty="0"/>
          </a:p>
        </p:txBody>
      </p:sp>
      <p:sp>
        <p:nvSpPr>
          <p:cNvPr id="9" name="Rechteck 8">
            <a:extLst>
              <a:ext uri="{FF2B5EF4-FFF2-40B4-BE49-F238E27FC236}">
                <a16:creationId xmlns:a16="http://schemas.microsoft.com/office/drawing/2014/main" id="{6F988E99-0E6C-21CE-4F99-CF2F3420EA8E}"/>
              </a:ext>
            </a:extLst>
          </p:cNvPr>
          <p:cNvSpPr/>
          <p:nvPr userDrawn="1"/>
        </p:nvSpPr>
        <p:spPr>
          <a:xfrm>
            <a:off x="0" y="1"/>
            <a:ext cx="7626007" cy="96150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170" dirty="0"/>
          </a:p>
        </p:txBody>
      </p:sp>
      <p:sp>
        <p:nvSpPr>
          <p:cNvPr id="2" name="Titelplatzhalter 1">
            <a:extLst>
              <a:ext uri="{FF2B5EF4-FFF2-40B4-BE49-F238E27FC236}">
                <a16:creationId xmlns:a16="http://schemas.microsoft.com/office/drawing/2014/main" id="{12B40A62-AD17-B060-2498-EA53DF38BA79}"/>
              </a:ext>
            </a:extLst>
          </p:cNvPr>
          <p:cNvSpPr>
            <a:spLocks noGrp="1"/>
          </p:cNvSpPr>
          <p:nvPr>
            <p:ph type="title"/>
          </p:nvPr>
        </p:nvSpPr>
        <p:spPr>
          <a:xfrm>
            <a:off x="210013" y="961503"/>
            <a:ext cx="7199975" cy="936000"/>
          </a:xfrm>
          <a:prstGeom prst="rect">
            <a:avLst/>
          </a:prstGeom>
        </p:spPr>
        <p:txBody>
          <a:bodyPr vert="horz" lIns="91440" tIns="45720" rIns="91440" bIns="45720" rtlCol="0" anchor="ctr">
            <a:noAutofit/>
          </a:bodyPr>
          <a:lstStyle/>
          <a:p>
            <a:r>
              <a:rPr lang="de-DE" dirty="0"/>
              <a:t>Mastertitelformat bearbeiten </a:t>
            </a:r>
          </a:p>
        </p:txBody>
      </p:sp>
      <p:sp>
        <p:nvSpPr>
          <p:cNvPr id="3" name="Textplatzhalter 2">
            <a:extLst>
              <a:ext uri="{FF2B5EF4-FFF2-40B4-BE49-F238E27FC236}">
                <a16:creationId xmlns:a16="http://schemas.microsoft.com/office/drawing/2014/main" id="{03740108-45D4-EB50-B52C-634C2643D845}"/>
              </a:ext>
            </a:extLst>
          </p:cNvPr>
          <p:cNvSpPr>
            <a:spLocks noGrp="1"/>
          </p:cNvSpPr>
          <p:nvPr>
            <p:ph type="body" idx="1"/>
          </p:nvPr>
        </p:nvSpPr>
        <p:spPr>
          <a:xfrm>
            <a:off x="210013" y="1897503"/>
            <a:ext cx="7199975" cy="3201178"/>
          </a:xfrm>
          <a:prstGeom prst="rect">
            <a:avLst/>
          </a:prstGeom>
        </p:spPr>
        <p:txBody>
          <a:bodyPr vert="horz" lIns="91440" tIns="45720" rIns="91440" bIns="45720" rtlCol="0">
            <a:norm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 name="Fußzeilenplatzhalter 4">
            <a:extLst>
              <a:ext uri="{FF2B5EF4-FFF2-40B4-BE49-F238E27FC236}">
                <a16:creationId xmlns:a16="http://schemas.microsoft.com/office/drawing/2014/main" id="{2223FB57-4C94-0D4B-F082-F67FB6387ED0}"/>
              </a:ext>
            </a:extLst>
          </p:cNvPr>
          <p:cNvSpPr>
            <a:spLocks noGrp="1"/>
          </p:cNvSpPr>
          <p:nvPr>
            <p:ph type="ftr" sz="quarter" idx="3"/>
          </p:nvPr>
        </p:nvSpPr>
        <p:spPr>
          <a:xfrm>
            <a:off x="210013" y="5426939"/>
            <a:ext cx="6652961" cy="188513"/>
          </a:xfrm>
          <a:prstGeom prst="rect">
            <a:avLst/>
          </a:prstGeom>
        </p:spPr>
        <p:txBody>
          <a:bodyPr vert="horz" wrap="square" lIns="91440" tIns="45720" rIns="91440" bIns="45720" rtlCol="0" anchor="ctr">
            <a:spAutoFit/>
          </a:bodyPr>
          <a:lstStyle>
            <a:lvl1pPr algn="l">
              <a:defRPr sz="625">
                <a:solidFill>
                  <a:schemeClr val="bg1"/>
                </a:solidFill>
              </a:defRPr>
            </a:lvl1pPr>
          </a:lstStyle>
          <a:p>
            <a:r>
              <a:rPr lang="de-DE"/>
              <a:t>TUM School of Computation, Information and Technology | Technische Universität München</a:t>
            </a:r>
            <a:endParaRPr lang="de-DE" dirty="0"/>
          </a:p>
        </p:txBody>
      </p:sp>
      <p:sp>
        <p:nvSpPr>
          <p:cNvPr id="6" name="Foliennummernplatzhalter 5">
            <a:extLst>
              <a:ext uri="{FF2B5EF4-FFF2-40B4-BE49-F238E27FC236}">
                <a16:creationId xmlns:a16="http://schemas.microsoft.com/office/drawing/2014/main" id="{8E5518F8-12E7-E9AA-0BB5-91EE87D05A95}"/>
              </a:ext>
            </a:extLst>
          </p:cNvPr>
          <p:cNvSpPr>
            <a:spLocks noGrp="1"/>
          </p:cNvSpPr>
          <p:nvPr>
            <p:ph type="sldNum" sz="quarter" idx="4"/>
          </p:nvPr>
        </p:nvSpPr>
        <p:spPr>
          <a:xfrm>
            <a:off x="6912029" y="5426939"/>
            <a:ext cx="497959" cy="188513"/>
          </a:xfrm>
          <a:prstGeom prst="rect">
            <a:avLst/>
          </a:prstGeom>
        </p:spPr>
        <p:txBody>
          <a:bodyPr vert="horz" wrap="square" lIns="91440" tIns="45720" rIns="91440" bIns="45720" rtlCol="0" anchor="ctr">
            <a:spAutoFit/>
          </a:bodyPr>
          <a:lstStyle>
            <a:lvl1pPr algn="r">
              <a:defRPr lang="de-DE" sz="625" kern="1200" smtClean="0">
                <a:solidFill>
                  <a:schemeClr val="bg1"/>
                </a:solidFill>
                <a:latin typeface="Arial" charset="0"/>
                <a:ea typeface="+mn-ea"/>
                <a:cs typeface="Arial" charset="0"/>
              </a:defRPr>
            </a:lvl1pPr>
          </a:lstStyle>
          <a:p>
            <a:fld id="{7BC6339C-EBB9-4F99-9F6F-F0910A22596F}" type="slidenum">
              <a:rPr lang="de-DE" smtClean="0"/>
              <a:pPr/>
              <a:t>‹#›</a:t>
            </a:fld>
            <a:endParaRPr lang="de-DE" dirty="0"/>
          </a:p>
        </p:txBody>
      </p:sp>
      <p:sp>
        <p:nvSpPr>
          <p:cNvPr id="12" name="Textfeld 11">
            <a:extLst>
              <a:ext uri="{FF2B5EF4-FFF2-40B4-BE49-F238E27FC236}">
                <a16:creationId xmlns:a16="http://schemas.microsoft.com/office/drawing/2014/main" id="{9A32DAE5-EFD2-1046-6AFC-05E9B87FDFEE}"/>
              </a:ext>
            </a:extLst>
          </p:cNvPr>
          <p:cNvSpPr txBox="1"/>
          <p:nvPr userDrawn="1"/>
        </p:nvSpPr>
        <p:spPr>
          <a:xfrm>
            <a:off x="210013" y="436474"/>
            <a:ext cx="2605605" cy="284693"/>
          </a:xfrm>
          <a:prstGeom prst="rect">
            <a:avLst/>
          </a:prstGeom>
          <a:noFill/>
        </p:spPr>
        <p:txBody>
          <a:bodyPr wrap="square" rtlCol="0" anchor="b">
            <a:spAutoFit/>
          </a:bodyPr>
          <a:lstStyle/>
          <a:p>
            <a:pPr>
              <a:lnSpc>
                <a:spcPct val="100000"/>
              </a:lnSpc>
            </a:pPr>
            <a:r>
              <a:rPr lang="en-US" sz="625" dirty="0">
                <a:solidFill>
                  <a:schemeClr val="bg1"/>
                </a:solidFill>
              </a:rPr>
              <a:t>TUM School of Computation, Information and Technology</a:t>
            </a:r>
          </a:p>
          <a:p>
            <a:pPr>
              <a:lnSpc>
                <a:spcPct val="100000"/>
              </a:lnSpc>
            </a:pPr>
            <a:r>
              <a:rPr lang="de-DE" sz="625" noProof="0" dirty="0">
                <a:solidFill>
                  <a:schemeClr val="bg1"/>
                </a:solidFill>
              </a:rPr>
              <a:t>Technische</a:t>
            </a:r>
            <a:r>
              <a:rPr lang="en-US" sz="625" dirty="0">
                <a:solidFill>
                  <a:schemeClr val="bg1"/>
                </a:solidFill>
              </a:rPr>
              <a:t> Universität München</a:t>
            </a:r>
            <a:endParaRPr lang="de-DE" sz="625" dirty="0">
              <a:solidFill>
                <a:schemeClr val="bg1"/>
              </a:solidFill>
            </a:endParaRPr>
          </a:p>
        </p:txBody>
      </p:sp>
      <p:pic>
        <p:nvPicPr>
          <p:cNvPr id="13" name="Bild 6" descr="20150416 tum logo blau png final.png">
            <a:extLst>
              <a:ext uri="{FF2B5EF4-FFF2-40B4-BE49-F238E27FC236}">
                <a16:creationId xmlns:a16="http://schemas.microsoft.com/office/drawing/2014/main" id="{C3899475-F394-488A-BE65-0164B0C2202C}"/>
              </a:ext>
            </a:extLst>
          </p:cNvPr>
          <p:cNvPicPr>
            <a:picLocks noChangeAspect="1"/>
          </p:cNvPicPr>
          <p:nvPr userDrawn="1"/>
        </p:nvPicPr>
        <p:blipFill>
          <a:blip r:embed="rId46"/>
          <a:stretch>
            <a:fillRect/>
          </a:stretch>
        </p:blipFill>
        <p:spPr>
          <a:xfrm>
            <a:off x="6835272" y="316049"/>
            <a:ext cx="599513" cy="320288"/>
          </a:xfrm>
          <a:prstGeom prst="rect">
            <a:avLst/>
          </a:prstGeom>
        </p:spPr>
      </p:pic>
    </p:spTree>
    <p:extLst>
      <p:ext uri="{BB962C8B-B14F-4D97-AF65-F5344CB8AC3E}">
        <p14:creationId xmlns:p14="http://schemas.microsoft.com/office/powerpoint/2010/main" val="1015718396"/>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 id="2147483710" r:id="rId16"/>
    <p:sldLayoutId id="2147483711" r:id="rId17"/>
    <p:sldLayoutId id="2147483712" r:id="rId18"/>
    <p:sldLayoutId id="2147483713" r:id="rId19"/>
    <p:sldLayoutId id="2147483714" r:id="rId20"/>
    <p:sldLayoutId id="2147483715" r:id="rId21"/>
    <p:sldLayoutId id="2147483716" r:id="rId22"/>
    <p:sldLayoutId id="2147483717" r:id="rId23"/>
    <p:sldLayoutId id="2147483718" r:id="rId24"/>
    <p:sldLayoutId id="2147483719" r:id="rId25"/>
    <p:sldLayoutId id="2147483720" r:id="rId26"/>
    <p:sldLayoutId id="2147483721" r:id="rId27"/>
    <p:sldLayoutId id="2147483722" r:id="rId28"/>
    <p:sldLayoutId id="2147483723" r:id="rId29"/>
    <p:sldLayoutId id="2147483724" r:id="rId30"/>
    <p:sldLayoutId id="2147483725" r:id="rId31"/>
    <p:sldLayoutId id="2147483727" r:id="rId32"/>
    <p:sldLayoutId id="2147483726" r:id="rId33"/>
    <p:sldLayoutId id="2147483739" r:id="rId34"/>
    <p:sldLayoutId id="2147483728" r:id="rId35"/>
    <p:sldLayoutId id="2147483729" r:id="rId36"/>
    <p:sldLayoutId id="2147483730" r:id="rId37"/>
    <p:sldLayoutId id="2147483731" r:id="rId38"/>
    <p:sldLayoutId id="2147483732" r:id="rId39"/>
    <p:sldLayoutId id="2147483733" r:id="rId40"/>
    <p:sldLayoutId id="2147483734" r:id="rId41"/>
    <p:sldLayoutId id="2147483735" r:id="rId42"/>
    <p:sldLayoutId id="2147483736" r:id="rId43"/>
    <p:sldLayoutId id="2147483737" r:id="rId44"/>
  </p:sldLayoutIdLst>
  <p:hf hdr="0" dt="0"/>
  <p:txStyles>
    <p:titleStyle>
      <a:lvl1pPr algn="l" defTabSz="761970" rtl="0" eaLnBrk="1" latinLnBrk="0" hangingPunct="1">
        <a:lnSpc>
          <a:spcPct val="90000"/>
        </a:lnSpc>
        <a:spcBef>
          <a:spcPct val="0"/>
        </a:spcBef>
        <a:buNone/>
        <a:defRPr sz="2500" b="1" kern="1200">
          <a:solidFill>
            <a:schemeClr val="tx1"/>
          </a:solidFill>
          <a:latin typeface="+mj-lt"/>
          <a:ea typeface="+mj-ea"/>
          <a:cs typeface="+mj-cs"/>
        </a:defRPr>
      </a:lvl1pPr>
    </p:titleStyle>
    <p:bodyStyle>
      <a:lvl1pPr marL="238115" indent="-238115" algn="l" defTabSz="761970" rtl="0" eaLnBrk="1" latinLnBrk="0" hangingPunct="1">
        <a:lnSpc>
          <a:spcPct val="120000"/>
        </a:lnSpc>
        <a:spcBef>
          <a:spcPts val="500"/>
        </a:spcBef>
        <a:buClr>
          <a:schemeClr val="bg2"/>
        </a:buClr>
        <a:buFont typeface="Wingdings" panose="05000000000000000000" pitchFamily="2" charset="2"/>
        <a:buChar char="§"/>
        <a:defRPr sz="1167" kern="1200">
          <a:solidFill>
            <a:schemeClr val="tx1"/>
          </a:solidFill>
          <a:latin typeface="+mn-lt"/>
          <a:ea typeface="+mn-ea"/>
          <a:cs typeface="+mn-cs"/>
        </a:defRPr>
      </a:lvl1pPr>
      <a:lvl2pPr marL="619100" indent="-238115" algn="l" defTabSz="761970" rtl="0" eaLnBrk="1" latinLnBrk="0" hangingPunct="1">
        <a:lnSpc>
          <a:spcPct val="120000"/>
        </a:lnSpc>
        <a:spcBef>
          <a:spcPts val="500"/>
        </a:spcBef>
        <a:buClr>
          <a:schemeClr val="bg2"/>
        </a:buClr>
        <a:buFont typeface="Wingdings" panose="05000000000000000000" pitchFamily="2" charset="2"/>
        <a:buChar char="§"/>
        <a:defRPr sz="1167" kern="1200">
          <a:solidFill>
            <a:schemeClr val="tx1"/>
          </a:solidFill>
          <a:latin typeface="+mn-lt"/>
          <a:ea typeface="+mn-ea"/>
          <a:cs typeface="+mn-cs"/>
        </a:defRPr>
      </a:lvl2pPr>
      <a:lvl3pPr marL="1000085" indent="-238115" algn="l" defTabSz="761970" rtl="0" eaLnBrk="1" latinLnBrk="0" hangingPunct="1">
        <a:lnSpc>
          <a:spcPct val="120000"/>
        </a:lnSpc>
        <a:spcBef>
          <a:spcPts val="500"/>
        </a:spcBef>
        <a:buClr>
          <a:schemeClr val="bg2"/>
        </a:buClr>
        <a:buFont typeface="Wingdings" panose="05000000000000000000" pitchFamily="2" charset="2"/>
        <a:buChar char="§"/>
        <a:defRPr sz="1167" kern="1200">
          <a:solidFill>
            <a:schemeClr val="tx1"/>
          </a:solidFill>
          <a:latin typeface="+mn-lt"/>
          <a:ea typeface="+mn-ea"/>
          <a:cs typeface="+mn-cs"/>
        </a:defRPr>
      </a:lvl3pPr>
      <a:lvl4pPr marL="1381070" indent="-238115" algn="l" defTabSz="761970" rtl="0" eaLnBrk="1" latinLnBrk="0" hangingPunct="1">
        <a:lnSpc>
          <a:spcPct val="120000"/>
        </a:lnSpc>
        <a:spcBef>
          <a:spcPts val="500"/>
        </a:spcBef>
        <a:buClr>
          <a:schemeClr val="bg2"/>
        </a:buClr>
        <a:buFont typeface="Wingdings" panose="05000000000000000000" pitchFamily="2" charset="2"/>
        <a:buChar char="§"/>
        <a:defRPr sz="1167" kern="1200">
          <a:solidFill>
            <a:schemeClr val="tx1"/>
          </a:solidFill>
          <a:latin typeface="+mn-lt"/>
          <a:ea typeface="+mn-ea"/>
          <a:cs typeface="+mn-cs"/>
        </a:defRPr>
      </a:lvl4pPr>
      <a:lvl5pPr marL="1762055" indent="-238115" algn="l" defTabSz="761970" rtl="0" eaLnBrk="1" latinLnBrk="0" hangingPunct="1">
        <a:lnSpc>
          <a:spcPct val="120000"/>
        </a:lnSpc>
        <a:spcBef>
          <a:spcPts val="500"/>
        </a:spcBef>
        <a:buClr>
          <a:schemeClr val="bg2"/>
        </a:buClr>
        <a:buFont typeface="Wingdings" panose="05000000000000000000" pitchFamily="2" charset="2"/>
        <a:buChar char="§"/>
        <a:defRPr sz="1167" kern="1200">
          <a:solidFill>
            <a:schemeClr val="tx1"/>
          </a:solidFill>
          <a:latin typeface="+mn-lt"/>
          <a:ea typeface="+mn-ea"/>
          <a:cs typeface="+mn-cs"/>
        </a:defRPr>
      </a:lvl5pPr>
      <a:lvl6pPr marL="2095416" indent="-190492" algn="l" defTabSz="761970" rtl="0" eaLnBrk="1" latinLnBrk="0" hangingPunct="1">
        <a:lnSpc>
          <a:spcPct val="90000"/>
        </a:lnSpc>
        <a:spcBef>
          <a:spcPts val="417"/>
        </a:spcBef>
        <a:buFont typeface="Arial" panose="020B0604020202020204" pitchFamily="34" charset="0"/>
        <a:buChar char="•"/>
        <a:defRPr sz="1500" kern="1200">
          <a:solidFill>
            <a:schemeClr val="tx1"/>
          </a:solidFill>
          <a:latin typeface="+mn-lt"/>
          <a:ea typeface="+mn-ea"/>
          <a:cs typeface="+mn-cs"/>
        </a:defRPr>
      </a:lvl6pPr>
      <a:lvl7pPr marL="2476401" indent="-190492" algn="l" defTabSz="761970" rtl="0" eaLnBrk="1" latinLnBrk="0" hangingPunct="1">
        <a:lnSpc>
          <a:spcPct val="90000"/>
        </a:lnSpc>
        <a:spcBef>
          <a:spcPts val="417"/>
        </a:spcBef>
        <a:buFont typeface="Arial" panose="020B0604020202020204" pitchFamily="34" charset="0"/>
        <a:buChar char="•"/>
        <a:defRPr sz="1500" kern="1200">
          <a:solidFill>
            <a:schemeClr val="tx1"/>
          </a:solidFill>
          <a:latin typeface="+mn-lt"/>
          <a:ea typeface="+mn-ea"/>
          <a:cs typeface="+mn-cs"/>
        </a:defRPr>
      </a:lvl7pPr>
      <a:lvl8pPr marL="2857386" indent="-190492" algn="l" defTabSz="761970" rtl="0" eaLnBrk="1" latinLnBrk="0" hangingPunct="1">
        <a:lnSpc>
          <a:spcPct val="90000"/>
        </a:lnSpc>
        <a:spcBef>
          <a:spcPts val="417"/>
        </a:spcBef>
        <a:buFont typeface="Arial" panose="020B0604020202020204" pitchFamily="34" charset="0"/>
        <a:buChar char="•"/>
        <a:defRPr sz="1500" kern="1200">
          <a:solidFill>
            <a:schemeClr val="tx1"/>
          </a:solidFill>
          <a:latin typeface="+mn-lt"/>
          <a:ea typeface="+mn-ea"/>
          <a:cs typeface="+mn-cs"/>
        </a:defRPr>
      </a:lvl8pPr>
      <a:lvl9pPr marL="3238370" indent="-190492" algn="l" defTabSz="761970" rtl="0" eaLnBrk="1" latinLnBrk="0" hangingPunct="1">
        <a:lnSpc>
          <a:spcPct val="90000"/>
        </a:lnSpc>
        <a:spcBef>
          <a:spcPts val="417"/>
        </a:spcBef>
        <a:buFont typeface="Arial" panose="020B0604020202020204" pitchFamily="34" charset="0"/>
        <a:buChar char="•"/>
        <a:defRPr sz="1500" kern="1200">
          <a:solidFill>
            <a:schemeClr val="tx1"/>
          </a:solidFill>
          <a:latin typeface="+mn-lt"/>
          <a:ea typeface="+mn-ea"/>
          <a:cs typeface="+mn-cs"/>
        </a:defRPr>
      </a:lvl9pPr>
    </p:bodyStyle>
    <p:otherStyle>
      <a:defPPr>
        <a:defRPr lang="de-DE"/>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62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3" Type="http://schemas.microsoft.com/office/2018/10/relationships/comments" Target="../comments/modernComment_12B_6FD4C911.xm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mailto:lucas.mauser@daimlertruck.com" TargetMode="External"/><Relationship Id="rId2" Type="http://schemas.openxmlformats.org/officeDocument/2006/relationships/hyperlink" Target="mailto:umme.habiba@tum.de" TargetMode="External"/><Relationship Id="rId1" Type="http://schemas.openxmlformats.org/officeDocument/2006/relationships/slideLayout" Target="../slideLayouts/slideLayout35.xml"/><Relationship Id="rId6" Type="http://schemas.openxmlformats.org/officeDocument/2006/relationships/hyperlink" Target="mailto:stefan.wagner@tum.de" TargetMode="External"/><Relationship Id="rId5" Type="http://schemas.openxmlformats.org/officeDocument/2006/relationships/hyperlink" Target="mailto:j.bogner@vu.nl" TargetMode="External"/><Relationship Id="rId4" Type="http://schemas.openxmlformats.org/officeDocument/2006/relationships/hyperlink" Target="mailto:jonas.fritzsch@iste.uni-stuttgart.de" TargetMode="External"/></Relationships>
</file>

<file path=ppt/slides/_rels/slide3.xml.rels><?xml version="1.0" encoding="UTF-8" standalone="yes"?>
<Relationships xmlns="http://schemas.openxmlformats.org/package/2006/relationships"><Relationship Id="rId8" Type="http://schemas.openxmlformats.org/officeDocument/2006/relationships/image" Target="../media/image147.png"/><Relationship Id="rId13" Type="http://schemas.openxmlformats.org/officeDocument/2006/relationships/image" Target="../media/image152.svg"/><Relationship Id="rId18" Type="http://schemas.microsoft.com/office/2018/10/relationships/comments" Target="../comments/modernComment_120_AEF4E05A.xml"/><Relationship Id="rId3" Type="http://schemas.openxmlformats.org/officeDocument/2006/relationships/image" Target="../media/image142.svg"/><Relationship Id="rId7" Type="http://schemas.openxmlformats.org/officeDocument/2006/relationships/image" Target="../media/image146.svg"/><Relationship Id="rId12" Type="http://schemas.openxmlformats.org/officeDocument/2006/relationships/image" Target="../media/image151.png"/><Relationship Id="rId17" Type="http://schemas.openxmlformats.org/officeDocument/2006/relationships/image" Target="../media/image156.svg"/><Relationship Id="rId2" Type="http://schemas.openxmlformats.org/officeDocument/2006/relationships/image" Target="../media/image141.png"/><Relationship Id="rId16" Type="http://schemas.openxmlformats.org/officeDocument/2006/relationships/image" Target="../media/image155.png"/><Relationship Id="rId1" Type="http://schemas.openxmlformats.org/officeDocument/2006/relationships/slideLayout" Target="../slideLayouts/slideLayout36.xml"/><Relationship Id="rId6" Type="http://schemas.openxmlformats.org/officeDocument/2006/relationships/image" Target="../media/image145.png"/><Relationship Id="rId11" Type="http://schemas.openxmlformats.org/officeDocument/2006/relationships/image" Target="../media/image150.svg"/><Relationship Id="rId5" Type="http://schemas.openxmlformats.org/officeDocument/2006/relationships/image" Target="../media/image144.svg"/><Relationship Id="rId15" Type="http://schemas.openxmlformats.org/officeDocument/2006/relationships/image" Target="../media/image154.svg"/><Relationship Id="rId10" Type="http://schemas.openxmlformats.org/officeDocument/2006/relationships/image" Target="../media/image149.png"/><Relationship Id="rId4" Type="http://schemas.openxmlformats.org/officeDocument/2006/relationships/image" Target="../media/image143.png"/><Relationship Id="rId9" Type="http://schemas.openxmlformats.org/officeDocument/2006/relationships/image" Target="../media/image148.svg"/><Relationship Id="rId14" Type="http://schemas.openxmlformats.org/officeDocument/2006/relationships/image" Target="../media/image153.png"/></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7" Type="http://schemas.microsoft.com/office/2018/10/relationships/comments" Target="../comments/modernComment_12E_D02EBCF8.xml"/><Relationship Id="rId2" Type="http://schemas.openxmlformats.org/officeDocument/2006/relationships/diagramData" Target="../diagrams/data1.xml"/><Relationship Id="rId1" Type="http://schemas.openxmlformats.org/officeDocument/2006/relationships/slideLayout" Target="../slideLayouts/slideLayout3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notesSlide" Target="../notesSlides/notesSlide2.xml"/><Relationship Id="rId1" Type="http://schemas.openxmlformats.org/officeDocument/2006/relationships/slideLayout" Target="../slideLayouts/slideLayout37.xml"/><Relationship Id="rId4" Type="http://schemas.microsoft.com/office/2018/10/relationships/comments" Target="../comments/modernComment_144_14350F82.xml"/></Relationships>
</file>

<file path=ppt/slides/_rels/slide6.xml.rels><?xml version="1.0" encoding="UTF-8" standalone="yes"?>
<Relationships xmlns="http://schemas.openxmlformats.org/package/2006/relationships"><Relationship Id="rId2" Type="http://schemas.microsoft.com/office/2018/10/relationships/comments" Target="../comments/modernComment_145_412BA2A8.xml"/><Relationship Id="rId1" Type="http://schemas.openxmlformats.org/officeDocument/2006/relationships/slideLayout" Target="../slideLayouts/slideLayout3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9.xml.rels><?xml version="1.0" encoding="UTF-8" standalone="yes"?>
<Relationships xmlns="http://schemas.openxmlformats.org/package/2006/relationships"><Relationship Id="rId3" Type="http://schemas.microsoft.com/office/2018/10/relationships/comments" Target="../comments/modernComment_103_D7C51B82.xml"/><Relationship Id="rId2" Type="http://schemas.openxmlformats.org/officeDocument/2006/relationships/notesSlide" Target="../notesSlides/notesSlide3.xml"/><Relationship Id="rId1" Type="http://schemas.openxmlformats.org/officeDocument/2006/relationships/slideLayout" Target="../slideLayouts/slideLayout38.xml"/></Relationships>
</file>

<file path=ppt/slides/_rels/slide10.xml.rels><?xml version="1.0" encoding="UTF-8" standalone="yes"?>
<Relationships xmlns="http://schemas.openxmlformats.org/package/2006/relationships"><Relationship Id="rId2" Type="http://schemas.openxmlformats.org/officeDocument/2006/relationships/image" Target="../media/image162.png"/><Relationship Id="rId1" Type="http://schemas.openxmlformats.org/officeDocument/2006/relationships/slideLayout" Target="../slideLayouts/slideLayout39.xml"/></Relationships>
</file>

<file path=ppt/slides/_rels/slide11.xml.rels><?xml version="1.0" encoding="UTF-8" standalone="yes"?>
<Relationships xmlns="http://schemas.openxmlformats.org/package/2006/relationships"><Relationship Id="rId2" Type="http://schemas.openxmlformats.org/officeDocument/2006/relationships/image" Target="../media/image163.png"/><Relationship Id="rId1" Type="http://schemas.openxmlformats.org/officeDocument/2006/relationships/slideLayout" Target="../slideLayouts/slideLayout4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1.xml"/></Relationships>
</file>

<file path=ppt/slides/_rels/slide13.xml.rels><?xml version="1.0" encoding="UTF-8" standalone="yes"?>
<Relationships xmlns="http://schemas.openxmlformats.org/package/2006/relationships"><Relationship Id="rId3" Type="http://schemas.microsoft.com/office/2018/10/relationships/comments" Target="../comments/modernComment_146_878702EB.xml"/><Relationship Id="rId2" Type="http://schemas.openxmlformats.org/officeDocument/2006/relationships/notesSlide" Target="../notesSlides/notesSlide5.xml"/><Relationship Id="rId1" Type="http://schemas.openxmlformats.org/officeDocument/2006/relationships/slideLayout" Target="../slideLayouts/slideLayout4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4.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4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93D82DD-53CB-6F94-D9AF-3C54FDA8592A}"/>
              </a:ext>
            </a:extLst>
          </p:cNvPr>
          <p:cNvSpPr>
            <a:spLocks noGrp="1"/>
          </p:cNvSpPr>
          <p:nvPr>
            <p:ph type="ctrTitle"/>
          </p:nvPr>
        </p:nvSpPr>
        <p:spPr>
          <a:xfrm>
            <a:off x="883748" y="1232864"/>
            <a:ext cx="5715000" cy="2165103"/>
          </a:xfrm>
        </p:spPr>
        <p:txBody>
          <a:bodyPr/>
          <a:lstStyle/>
          <a:p>
            <a:r>
              <a:rPr lang="en-US" sz="4000" dirty="0"/>
              <a:t>Requirements Engineering Practices in the Context of Explainable AI:</a:t>
            </a:r>
            <a:endParaRPr lang="de-DE" sz="4000" dirty="0"/>
          </a:p>
        </p:txBody>
      </p:sp>
      <p:sp>
        <p:nvSpPr>
          <p:cNvPr id="3" name="Untertitel 2">
            <a:extLst>
              <a:ext uri="{FF2B5EF4-FFF2-40B4-BE49-F238E27FC236}">
                <a16:creationId xmlns:a16="http://schemas.microsoft.com/office/drawing/2014/main" id="{815868ED-5126-DA7D-911B-868186A94DB6}"/>
              </a:ext>
            </a:extLst>
          </p:cNvPr>
          <p:cNvSpPr>
            <a:spLocks noGrp="1"/>
          </p:cNvSpPr>
          <p:nvPr>
            <p:ph type="subTitle" idx="1"/>
          </p:nvPr>
        </p:nvSpPr>
        <p:spPr>
          <a:xfrm>
            <a:off x="1014376" y="3453701"/>
            <a:ext cx="5715000" cy="938177"/>
          </a:xfrm>
        </p:spPr>
        <p:txBody>
          <a:bodyPr/>
          <a:lstStyle/>
          <a:p>
            <a:r>
              <a:rPr lang="en-US" sz="2000" dirty="0"/>
              <a:t>A User Evaluation Study</a:t>
            </a:r>
            <a:endParaRPr lang="en-DE" sz="2000" dirty="0"/>
          </a:p>
          <a:p>
            <a:endParaRPr lang="de-DE" dirty="0"/>
          </a:p>
        </p:txBody>
      </p:sp>
    </p:spTree>
    <p:extLst>
      <p:ext uri="{BB962C8B-B14F-4D97-AF65-F5344CB8AC3E}">
        <p14:creationId xmlns:p14="http://schemas.microsoft.com/office/powerpoint/2010/main" val="1876216081"/>
      </p:ext>
    </p:extLst>
  </p:cSld>
  <p:clrMapOvr>
    <a:masterClrMapping/>
  </p:clrMapOvr>
  <p:extLst>
    <p:ext uri="{6950BFC3-D8DA-4A85-94F7-54DA5524770B}">
      <p188:commentRel xmlns:p188="http://schemas.microsoft.com/office/powerpoint/2018/8/main" xmlns="" r:id="rId3"/>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7D632-517F-4685-B547-090CE1E84F55}"/>
              </a:ext>
            </a:extLst>
          </p:cNvPr>
          <p:cNvSpPr>
            <a:spLocks noGrp="1"/>
          </p:cNvSpPr>
          <p:nvPr>
            <p:ph type="title"/>
          </p:nvPr>
        </p:nvSpPr>
        <p:spPr>
          <a:xfrm>
            <a:off x="210013" y="961503"/>
            <a:ext cx="7199975" cy="709168"/>
          </a:xfrm>
        </p:spPr>
        <p:txBody>
          <a:bodyPr/>
          <a:lstStyle/>
          <a:p>
            <a:r>
              <a:rPr lang="en-US" dirty="0"/>
              <a:t>Conducted by</a:t>
            </a:r>
            <a:endParaRPr lang="en-DE" dirty="0"/>
          </a:p>
        </p:txBody>
      </p:sp>
      <p:sp>
        <p:nvSpPr>
          <p:cNvPr id="5" name="Slide Number Placeholder 4">
            <a:extLst>
              <a:ext uri="{FF2B5EF4-FFF2-40B4-BE49-F238E27FC236}">
                <a16:creationId xmlns:a16="http://schemas.microsoft.com/office/drawing/2014/main" id="{067FB2AD-36AE-40BB-8F8D-5088AF9C6C66}"/>
              </a:ext>
            </a:extLst>
          </p:cNvPr>
          <p:cNvSpPr>
            <a:spLocks noGrp="1"/>
          </p:cNvSpPr>
          <p:nvPr>
            <p:ph type="sldNum" sz="quarter" idx="12"/>
          </p:nvPr>
        </p:nvSpPr>
        <p:spPr/>
        <p:txBody>
          <a:bodyPr/>
          <a:lstStyle/>
          <a:p>
            <a:fld id="{9E82CC3C-1DC0-4FDA-9590-6CC506AB67F8}" type="slidenum">
              <a:rPr lang="de-DE" smtClean="0"/>
              <a:t>2</a:t>
            </a:fld>
            <a:endParaRPr lang="de-DE" dirty="0"/>
          </a:p>
        </p:txBody>
      </p:sp>
      <p:graphicFrame>
        <p:nvGraphicFramePr>
          <p:cNvPr id="10" name="Content Placeholder 9">
            <a:extLst>
              <a:ext uri="{FF2B5EF4-FFF2-40B4-BE49-F238E27FC236}">
                <a16:creationId xmlns:a16="http://schemas.microsoft.com/office/drawing/2014/main" id="{C5F99A33-B05D-438D-A3D5-DFC0B90E086F}"/>
              </a:ext>
            </a:extLst>
          </p:cNvPr>
          <p:cNvGraphicFramePr>
            <a:graphicFrameLocks noGrp="1"/>
          </p:cNvGraphicFramePr>
          <p:nvPr>
            <p:ph idx="1"/>
            <p:extLst>
              <p:ext uri="{D42A27DB-BD31-4B8C-83A1-F6EECF244321}">
                <p14:modId xmlns:p14="http://schemas.microsoft.com/office/powerpoint/2010/main" val="1190242011"/>
              </p:ext>
            </p:extLst>
          </p:nvPr>
        </p:nvGraphicFramePr>
        <p:xfrm>
          <a:off x="210012" y="1670671"/>
          <a:ext cx="7287700" cy="3164214"/>
        </p:xfrm>
        <a:graphic>
          <a:graphicData uri="http://schemas.openxmlformats.org/drawingml/2006/table">
            <a:tbl>
              <a:tblPr firstRow="1" firstCol="1" bandRow="1">
                <a:tableStyleId>{5C22544A-7EE6-4342-B048-85BDC9FD1C3A}</a:tableStyleId>
              </a:tblPr>
              <a:tblGrid>
                <a:gridCol w="3777221">
                  <a:extLst>
                    <a:ext uri="{9D8B030D-6E8A-4147-A177-3AD203B41FA5}">
                      <a16:colId xmlns:a16="http://schemas.microsoft.com/office/drawing/2014/main" val="2109994784"/>
                    </a:ext>
                  </a:extLst>
                </a:gridCol>
                <a:gridCol w="3510479">
                  <a:extLst>
                    <a:ext uri="{9D8B030D-6E8A-4147-A177-3AD203B41FA5}">
                      <a16:colId xmlns:a16="http://schemas.microsoft.com/office/drawing/2014/main" val="3228434028"/>
                    </a:ext>
                  </a:extLst>
                </a:gridCol>
              </a:tblGrid>
              <a:tr h="588369">
                <a:tc>
                  <a:txBody>
                    <a:bodyPr/>
                    <a:lstStyle/>
                    <a:p>
                      <a:pPr>
                        <a:lnSpc>
                          <a:spcPct val="107000"/>
                        </a:lnSpc>
                        <a:spcAft>
                          <a:spcPts val="0"/>
                        </a:spcAft>
                      </a:pPr>
                      <a:r>
                        <a:rPr lang="de-DE" sz="1800" b="0" dirty="0" err="1">
                          <a:solidFill>
                            <a:schemeClr val="tx1"/>
                          </a:solidFill>
                          <a:effectLst/>
                        </a:rPr>
                        <a:t>Umm</a:t>
                      </a:r>
                      <a:r>
                        <a:rPr lang="de-DE" sz="1800" b="0" dirty="0">
                          <a:solidFill>
                            <a:schemeClr val="tx1"/>
                          </a:solidFill>
                          <a:effectLst/>
                        </a:rPr>
                        <a:t>-e- Habiba (TU München)</a:t>
                      </a:r>
                      <a:endParaRPr lang="en-DE"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ct val="107000"/>
                        </a:lnSpc>
                        <a:spcAft>
                          <a:spcPts val="0"/>
                        </a:spcAft>
                      </a:pPr>
                      <a:r>
                        <a:rPr lang="de-DE" sz="1600" b="0" dirty="0">
                          <a:solidFill>
                            <a:schemeClr val="tx1"/>
                          </a:solidFill>
                          <a:effectLst/>
                          <a:hlinkClick r:id="rId2"/>
                        </a:rPr>
                        <a:t>umme.habiba@tum.de</a:t>
                      </a:r>
                      <a:endParaRPr lang="en-DE" sz="16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84379221"/>
                  </a:ext>
                </a:extLst>
              </a:tr>
              <a:tr h="618780">
                <a:tc>
                  <a:txBody>
                    <a:bodyPr/>
                    <a:lstStyle/>
                    <a:p>
                      <a:pPr>
                        <a:lnSpc>
                          <a:spcPct val="107000"/>
                        </a:lnSpc>
                        <a:spcAft>
                          <a:spcPts val="0"/>
                        </a:spcAft>
                      </a:pPr>
                      <a:r>
                        <a:rPr lang="de-DE" sz="1800" b="0" dirty="0">
                          <a:solidFill>
                            <a:schemeClr val="tx1"/>
                          </a:solidFill>
                          <a:effectLst/>
                        </a:rPr>
                        <a:t>Lucas Mauser (Daimler Truck)</a:t>
                      </a:r>
                      <a:endParaRPr lang="en-DE"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ct val="107000"/>
                        </a:lnSpc>
                        <a:spcAft>
                          <a:spcPts val="0"/>
                        </a:spcAft>
                      </a:pPr>
                      <a:r>
                        <a:rPr lang="de-DE" sz="1600" b="0" dirty="0">
                          <a:solidFill>
                            <a:schemeClr val="tx1"/>
                          </a:solidFill>
                          <a:effectLst/>
                          <a:hlinkClick r:id="rId3"/>
                        </a:rPr>
                        <a:t>lucas.mauser@daimlertruck.com</a:t>
                      </a:r>
                      <a:endParaRPr lang="de-DE" sz="1600" b="0" dirty="0">
                        <a:solidFill>
                          <a:schemeClr val="tx1"/>
                        </a:solidFill>
                        <a:effectLst/>
                      </a:endParaRPr>
                    </a:p>
                    <a:p>
                      <a:pPr>
                        <a:lnSpc>
                          <a:spcPct val="107000"/>
                        </a:lnSpc>
                        <a:spcAft>
                          <a:spcPts val="0"/>
                        </a:spcAft>
                      </a:pPr>
                      <a:endParaRPr lang="en-DE" sz="16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69846625"/>
                  </a:ext>
                </a:extLst>
              </a:tr>
              <a:tr h="618780">
                <a:tc>
                  <a:txBody>
                    <a:bodyPr/>
                    <a:lstStyle/>
                    <a:p>
                      <a:pPr>
                        <a:lnSpc>
                          <a:spcPct val="107000"/>
                        </a:lnSpc>
                        <a:spcAft>
                          <a:spcPts val="0"/>
                        </a:spcAft>
                      </a:pPr>
                      <a:r>
                        <a:rPr lang="de-DE" sz="1800" b="0" dirty="0">
                          <a:solidFill>
                            <a:schemeClr val="tx1"/>
                          </a:solidFill>
                          <a:effectLst/>
                        </a:rPr>
                        <a:t>Dr. Jonas Fritzsch (University </a:t>
                      </a:r>
                      <a:r>
                        <a:rPr lang="de-DE" sz="1800" b="0" dirty="0" err="1">
                          <a:solidFill>
                            <a:schemeClr val="tx1"/>
                          </a:solidFill>
                          <a:effectLst/>
                        </a:rPr>
                        <a:t>of</a:t>
                      </a:r>
                      <a:r>
                        <a:rPr lang="de-DE" sz="1800" b="0" dirty="0">
                          <a:solidFill>
                            <a:schemeClr val="tx1"/>
                          </a:solidFill>
                          <a:effectLst/>
                        </a:rPr>
                        <a:t> Stuttgart)</a:t>
                      </a:r>
                      <a:endParaRPr lang="en-DE"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ct val="107000"/>
                        </a:lnSpc>
                        <a:spcAft>
                          <a:spcPts val="0"/>
                        </a:spcAft>
                      </a:pPr>
                      <a:r>
                        <a:rPr lang="en-DE" sz="1600" b="0" dirty="0">
                          <a:solidFill>
                            <a:schemeClr val="tx1"/>
                          </a:solidFill>
                          <a:effectLst/>
                          <a:hlinkClick r:id="rId4"/>
                        </a:rPr>
                        <a:t>jonas.fritzsch@iste.uni-stuttgart.de</a:t>
                      </a:r>
                      <a:endParaRPr lang="en-DE" sz="16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45273197"/>
                  </a:ext>
                </a:extLst>
              </a:tr>
              <a:tr h="719505">
                <a:tc>
                  <a:txBody>
                    <a:bodyPr/>
                    <a:lstStyle/>
                    <a:p>
                      <a:pPr>
                        <a:lnSpc>
                          <a:spcPct val="107000"/>
                        </a:lnSpc>
                        <a:spcAft>
                          <a:spcPts val="0"/>
                        </a:spcAft>
                      </a:pPr>
                      <a:r>
                        <a:rPr lang="de-DE" sz="1800" b="0" dirty="0">
                          <a:solidFill>
                            <a:schemeClr val="tx1"/>
                          </a:solidFill>
                          <a:effectLst/>
                        </a:rPr>
                        <a:t>Dr. Justus Bogner (</a:t>
                      </a:r>
                      <a:r>
                        <a:rPr lang="de-DE" sz="1800" b="0" dirty="0" err="1">
                          <a:solidFill>
                            <a:schemeClr val="tx1"/>
                          </a:solidFill>
                          <a:effectLst/>
                        </a:rPr>
                        <a:t>Vrije</a:t>
                      </a:r>
                      <a:r>
                        <a:rPr lang="de-DE" sz="1800" b="0" dirty="0">
                          <a:solidFill>
                            <a:schemeClr val="tx1"/>
                          </a:solidFill>
                          <a:effectLst/>
                        </a:rPr>
                        <a:t> </a:t>
                      </a:r>
                      <a:r>
                        <a:rPr lang="de-DE" sz="1800" b="0" dirty="0" err="1">
                          <a:solidFill>
                            <a:schemeClr val="tx1"/>
                          </a:solidFill>
                          <a:effectLst/>
                        </a:rPr>
                        <a:t>Universiteit</a:t>
                      </a:r>
                      <a:r>
                        <a:rPr lang="de-DE" sz="1800" b="0" dirty="0">
                          <a:solidFill>
                            <a:schemeClr val="tx1"/>
                          </a:solidFill>
                          <a:effectLst/>
                        </a:rPr>
                        <a:t> Amsterdam)</a:t>
                      </a:r>
                      <a:endParaRPr lang="en-DE"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ct val="107000"/>
                        </a:lnSpc>
                        <a:spcAft>
                          <a:spcPts val="0"/>
                        </a:spcAft>
                      </a:pPr>
                      <a:r>
                        <a:rPr lang="de-DE" sz="1600" b="0" dirty="0">
                          <a:solidFill>
                            <a:schemeClr val="tx1"/>
                          </a:solidFill>
                          <a:effectLst/>
                          <a:hlinkClick r:id="rId5"/>
                        </a:rPr>
                        <a:t>j.bogner@vu.nl</a:t>
                      </a:r>
                      <a:endParaRPr lang="en-DE" sz="16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09794935"/>
                  </a:ext>
                </a:extLst>
              </a:tr>
              <a:tr h="618780">
                <a:tc>
                  <a:txBody>
                    <a:bodyPr/>
                    <a:lstStyle/>
                    <a:p>
                      <a:pPr>
                        <a:lnSpc>
                          <a:spcPct val="107000"/>
                        </a:lnSpc>
                        <a:spcAft>
                          <a:spcPts val="0"/>
                        </a:spcAft>
                      </a:pPr>
                      <a:r>
                        <a:rPr lang="de-DE" sz="1800" b="0" dirty="0">
                          <a:solidFill>
                            <a:schemeClr val="tx1"/>
                          </a:solidFill>
                          <a:effectLst/>
                        </a:rPr>
                        <a:t>Prof. Dr. Stefan Wagner (TU München)</a:t>
                      </a:r>
                      <a:endParaRPr lang="en-DE"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ct val="107000"/>
                        </a:lnSpc>
                        <a:spcAft>
                          <a:spcPts val="0"/>
                        </a:spcAft>
                      </a:pPr>
                      <a:r>
                        <a:rPr lang="de-DE" sz="1600" b="0" dirty="0">
                          <a:solidFill>
                            <a:schemeClr val="tx1"/>
                          </a:solidFill>
                          <a:effectLst/>
                          <a:hlinkClick r:id="rId6"/>
                        </a:rPr>
                        <a:t>stefan.wagner@tum.de</a:t>
                      </a:r>
                      <a:endParaRPr lang="en-DE" sz="16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64047415"/>
                  </a:ext>
                </a:extLst>
              </a:tr>
            </a:tbl>
          </a:graphicData>
        </a:graphic>
      </p:graphicFrame>
    </p:spTree>
    <p:extLst>
      <p:ext uri="{BB962C8B-B14F-4D97-AF65-F5344CB8AC3E}">
        <p14:creationId xmlns:p14="http://schemas.microsoft.com/office/powerpoint/2010/main" val="6966326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0F4C5D9-F530-4D28-9A30-5D2CC5A685E9}"/>
              </a:ext>
            </a:extLst>
          </p:cNvPr>
          <p:cNvSpPr>
            <a:spLocks noGrp="1"/>
          </p:cNvSpPr>
          <p:nvPr>
            <p:ph type="sldNum" sz="quarter" idx="12"/>
          </p:nvPr>
        </p:nvSpPr>
        <p:spPr>
          <a:xfrm>
            <a:off x="6967687" y="5415015"/>
            <a:ext cx="463356" cy="203964"/>
          </a:xfrm>
        </p:spPr>
        <p:txBody>
          <a:bodyPr/>
          <a:lstStyle/>
          <a:p>
            <a:fld id="{9E82CC3C-1DC0-4FDA-9590-6CC506AB67F8}" type="slidenum">
              <a:rPr lang="de-DE" smtClean="0"/>
              <a:t>3</a:t>
            </a:fld>
            <a:endParaRPr lang="de-DE" dirty="0"/>
          </a:p>
        </p:txBody>
      </p:sp>
      <p:sp>
        <p:nvSpPr>
          <p:cNvPr id="24" name="Title 2">
            <a:extLst>
              <a:ext uri="{FF2B5EF4-FFF2-40B4-BE49-F238E27FC236}">
                <a16:creationId xmlns:a16="http://schemas.microsoft.com/office/drawing/2014/main" id="{1C3A19B2-C843-47C5-9644-0260B49657DA}"/>
              </a:ext>
            </a:extLst>
          </p:cNvPr>
          <p:cNvSpPr>
            <a:spLocks noGrp="1"/>
          </p:cNvSpPr>
          <p:nvPr>
            <p:ph type="title"/>
          </p:nvPr>
        </p:nvSpPr>
        <p:spPr>
          <a:xfrm>
            <a:off x="261635" y="1041572"/>
            <a:ext cx="5613682" cy="398945"/>
          </a:xfrm>
        </p:spPr>
        <p:txBody>
          <a:bodyPr/>
          <a:lstStyle/>
          <a:p>
            <a:r>
              <a:rPr lang="en-GB" dirty="0"/>
              <a:t>Why Explainable AI (XAI)?</a:t>
            </a:r>
            <a:endParaRPr lang="en-DE" dirty="0"/>
          </a:p>
        </p:txBody>
      </p:sp>
      <p:sp>
        <p:nvSpPr>
          <p:cNvPr id="25" name="Rectangle 24">
            <a:extLst>
              <a:ext uri="{FF2B5EF4-FFF2-40B4-BE49-F238E27FC236}">
                <a16:creationId xmlns:a16="http://schemas.microsoft.com/office/drawing/2014/main" id="{A74EDB33-8DD8-42E5-B8F4-D9AF070A7A2D}"/>
              </a:ext>
            </a:extLst>
          </p:cNvPr>
          <p:cNvSpPr/>
          <p:nvPr/>
        </p:nvSpPr>
        <p:spPr>
          <a:xfrm>
            <a:off x="843914" y="1444499"/>
            <a:ext cx="5045437" cy="338554"/>
          </a:xfrm>
          <a:prstGeom prst="rect">
            <a:avLst/>
          </a:prstGeom>
        </p:spPr>
        <p:txBody>
          <a:bodyPr wrap="square">
            <a:spAutoFit/>
          </a:bodyPr>
          <a:lstStyle/>
          <a:p>
            <a:r>
              <a:rPr lang="en-US" sz="1600" dirty="0">
                <a:solidFill>
                  <a:schemeClr val="tx2"/>
                </a:solidFill>
                <a:latin typeface="Arial" panose="020B0604020202020204" pitchFamily="34" charset="0"/>
              </a:rPr>
              <a:t>Making AI systems more understandable to humans</a:t>
            </a:r>
          </a:p>
        </p:txBody>
      </p:sp>
      <p:grpSp>
        <p:nvGrpSpPr>
          <p:cNvPr id="26" name="Group 25">
            <a:extLst>
              <a:ext uri="{FF2B5EF4-FFF2-40B4-BE49-F238E27FC236}">
                <a16:creationId xmlns:a16="http://schemas.microsoft.com/office/drawing/2014/main" id="{2D089649-8241-49CA-A3C1-962E81A73F78}"/>
              </a:ext>
            </a:extLst>
          </p:cNvPr>
          <p:cNvGrpSpPr/>
          <p:nvPr/>
        </p:nvGrpSpPr>
        <p:grpSpPr>
          <a:xfrm>
            <a:off x="1350555" y="2880296"/>
            <a:ext cx="3467523" cy="1968128"/>
            <a:chOff x="2377884" y="2735647"/>
            <a:chExt cx="5455929" cy="2663246"/>
          </a:xfrm>
        </p:grpSpPr>
        <p:pic>
          <p:nvPicPr>
            <p:cNvPr id="27" name="Graphic 26" descr="Explainability&#10;">
              <a:extLst>
                <a:ext uri="{FF2B5EF4-FFF2-40B4-BE49-F238E27FC236}">
                  <a16:creationId xmlns:a16="http://schemas.microsoft.com/office/drawing/2014/main" id="{E17CDAA1-5A8E-4997-A966-689AF0CAC1C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380823" y="3998692"/>
              <a:ext cx="1400201" cy="1400201"/>
            </a:xfrm>
            <a:prstGeom prst="rect">
              <a:avLst/>
            </a:prstGeom>
          </p:spPr>
        </p:pic>
        <p:pic>
          <p:nvPicPr>
            <p:cNvPr id="28" name="Graphic 27" descr="Bridge scene">
              <a:extLst>
                <a:ext uri="{FF2B5EF4-FFF2-40B4-BE49-F238E27FC236}">
                  <a16:creationId xmlns:a16="http://schemas.microsoft.com/office/drawing/2014/main" id="{4443B98E-1517-4680-9B33-FC0E6E0D498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377884" y="2735647"/>
              <a:ext cx="5455929" cy="1292627"/>
            </a:xfrm>
            <a:prstGeom prst="rect">
              <a:avLst/>
            </a:prstGeom>
          </p:spPr>
        </p:pic>
      </p:grpSp>
      <p:grpSp>
        <p:nvGrpSpPr>
          <p:cNvPr id="29" name="Group 28">
            <a:extLst>
              <a:ext uri="{FF2B5EF4-FFF2-40B4-BE49-F238E27FC236}">
                <a16:creationId xmlns:a16="http://schemas.microsoft.com/office/drawing/2014/main" id="{DC912B0F-F35E-472B-87FE-018D67F1B4FA}"/>
              </a:ext>
            </a:extLst>
          </p:cNvPr>
          <p:cNvGrpSpPr/>
          <p:nvPr/>
        </p:nvGrpSpPr>
        <p:grpSpPr>
          <a:xfrm>
            <a:off x="39125" y="1783053"/>
            <a:ext cx="1836641" cy="1635645"/>
            <a:chOff x="-121702" y="2250624"/>
            <a:chExt cx="2889840" cy="2150614"/>
          </a:xfrm>
        </p:grpSpPr>
        <p:pic>
          <p:nvPicPr>
            <p:cNvPr id="30" name="Graphic 29" descr="Robot">
              <a:extLst>
                <a:ext uri="{FF2B5EF4-FFF2-40B4-BE49-F238E27FC236}">
                  <a16:creationId xmlns:a16="http://schemas.microsoft.com/office/drawing/2014/main" id="{5C6CD9F2-0ADF-49FB-86AD-2B453AAA778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1702" y="2628072"/>
              <a:ext cx="1773166" cy="1773166"/>
            </a:xfrm>
            <a:prstGeom prst="rect">
              <a:avLst/>
            </a:prstGeom>
          </p:spPr>
        </p:pic>
        <p:pic>
          <p:nvPicPr>
            <p:cNvPr id="31" name="Graphic 30" descr="Questions">
              <a:extLst>
                <a:ext uri="{FF2B5EF4-FFF2-40B4-BE49-F238E27FC236}">
                  <a16:creationId xmlns:a16="http://schemas.microsoft.com/office/drawing/2014/main" id="{C05A1D18-F02C-49F7-B28E-0CB341BAB3D2}"/>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572524" y="2250624"/>
              <a:ext cx="1195614" cy="1195614"/>
            </a:xfrm>
            <a:prstGeom prst="rect">
              <a:avLst/>
            </a:prstGeom>
          </p:spPr>
        </p:pic>
      </p:grpSp>
      <p:pic>
        <p:nvPicPr>
          <p:cNvPr id="32" name="Graphic 31" descr="Gears">
            <a:extLst>
              <a:ext uri="{FF2B5EF4-FFF2-40B4-BE49-F238E27FC236}">
                <a16:creationId xmlns:a16="http://schemas.microsoft.com/office/drawing/2014/main" id="{1A9D302B-8F4B-44F1-835E-A0547F5DB1C8}"/>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46041" y="1997863"/>
            <a:ext cx="369059" cy="369059"/>
          </a:xfrm>
          <a:prstGeom prst="rect">
            <a:avLst/>
          </a:prstGeom>
        </p:spPr>
      </p:pic>
      <p:sp>
        <p:nvSpPr>
          <p:cNvPr id="33" name="Rectangle 32">
            <a:extLst>
              <a:ext uri="{FF2B5EF4-FFF2-40B4-BE49-F238E27FC236}">
                <a16:creationId xmlns:a16="http://schemas.microsoft.com/office/drawing/2014/main" id="{F7E69ADF-9A41-4443-835E-336C1C39B4D8}"/>
              </a:ext>
            </a:extLst>
          </p:cNvPr>
          <p:cNvSpPr/>
          <p:nvPr/>
        </p:nvSpPr>
        <p:spPr>
          <a:xfrm>
            <a:off x="336319" y="4800169"/>
            <a:ext cx="7175829" cy="584775"/>
          </a:xfrm>
          <a:prstGeom prst="rect">
            <a:avLst/>
          </a:prstGeom>
        </p:spPr>
        <p:txBody>
          <a:bodyPr wrap="square">
            <a:spAutoFit/>
          </a:bodyPr>
          <a:lstStyle/>
          <a:p>
            <a:r>
              <a:rPr lang="en-US" sz="1600" dirty="0">
                <a:solidFill>
                  <a:schemeClr val="tx2"/>
                </a:solidFill>
                <a:latin typeface="Arial" panose="020B0604020202020204" pitchFamily="34" charset="0"/>
              </a:rPr>
              <a:t>The cornerstone for building user trust, enhancing system transparency, and fulfilling legal requirements</a:t>
            </a:r>
            <a:endParaRPr lang="en-US" sz="1600" dirty="0">
              <a:solidFill>
                <a:schemeClr val="tx2"/>
              </a:solidFill>
            </a:endParaRPr>
          </a:p>
        </p:txBody>
      </p:sp>
      <p:sp>
        <p:nvSpPr>
          <p:cNvPr id="34" name="Rectangle 33">
            <a:extLst>
              <a:ext uri="{FF2B5EF4-FFF2-40B4-BE49-F238E27FC236}">
                <a16:creationId xmlns:a16="http://schemas.microsoft.com/office/drawing/2014/main" id="{0E83367D-0215-4A7A-9702-30D76375A36B}"/>
              </a:ext>
            </a:extLst>
          </p:cNvPr>
          <p:cNvSpPr/>
          <p:nvPr/>
        </p:nvSpPr>
        <p:spPr>
          <a:xfrm>
            <a:off x="4786397" y="3357919"/>
            <a:ext cx="2723946" cy="584775"/>
          </a:xfrm>
          <a:prstGeom prst="rect">
            <a:avLst/>
          </a:prstGeom>
        </p:spPr>
        <p:txBody>
          <a:bodyPr wrap="square" lIns="91440" tIns="45720" rIns="91440" bIns="45720" anchor="t">
            <a:spAutoFit/>
          </a:bodyPr>
          <a:lstStyle/>
          <a:p>
            <a:r>
              <a:rPr lang="en-US" sz="1600" dirty="0">
                <a:solidFill>
                  <a:schemeClr val="tx2"/>
                </a:solidFill>
                <a:latin typeface="Arial"/>
                <a:cs typeface="Arial"/>
              </a:rPr>
              <a:t>Not a technical requirement but a multifaceted concept</a:t>
            </a:r>
            <a:endParaRPr lang="en-DE" sz="1600" dirty="0">
              <a:solidFill>
                <a:schemeClr val="tx2"/>
              </a:solidFill>
              <a:latin typeface="Arial"/>
              <a:cs typeface="Arial"/>
            </a:endParaRPr>
          </a:p>
        </p:txBody>
      </p:sp>
      <p:grpSp>
        <p:nvGrpSpPr>
          <p:cNvPr id="35" name="Group 34">
            <a:extLst>
              <a:ext uri="{FF2B5EF4-FFF2-40B4-BE49-F238E27FC236}">
                <a16:creationId xmlns:a16="http://schemas.microsoft.com/office/drawing/2014/main" id="{29AF1D63-2EC0-4B35-8882-B40DB2A99587}"/>
              </a:ext>
            </a:extLst>
          </p:cNvPr>
          <p:cNvGrpSpPr/>
          <p:nvPr/>
        </p:nvGrpSpPr>
        <p:grpSpPr>
          <a:xfrm>
            <a:off x="4925706" y="1026952"/>
            <a:ext cx="2261947" cy="2398697"/>
            <a:chOff x="2908909" y="-43982"/>
            <a:chExt cx="3135496" cy="3245887"/>
          </a:xfrm>
        </p:grpSpPr>
        <p:pic>
          <p:nvPicPr>
            <p:cNvPr id="36" name="Graphic 35" descr="Group brainstorm">
              <a:extLst>
                <a:ext uri="{FF2B5EF4-FFF2-40B4-BE49-F238E27FC236}">
                  <a16:creationId xmlns:a16="http://schemas.microsoft.com/office/drawing/2014/main" id="{CAB0CC4E-8D28-41DD-B6A8-85CA055DEC02}"/>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042022" y="-43982"/>
              <a:ext cx="2753877" cy="2753876"/>
            </a:xfrm>
            <a:prstGeom prst="rect">
              <a:avLst/>
            </a:prstGeom>
          </p:spPr>
        </p:pic>
        <p:pic>
          <p:nvPicPr>
            <p:cNvPr id="37" name="Graphic 36" descr="Family with boy with solid fill">
              <a:extLst>
                <a:ext uri="{FF2B5EF4-FFF2-40B4-BE49-F238E27FC236}">
                  <a16:creationId xmlns:a16="http://schemas.microsoft.com/office/drawing/2014/main" id="{40E09821-DF72-482F-A818-9D5190436438}"/>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2908909" y="2555658"/>
              <a:ext cx="468000" cy="467999"/>
            </a:xfrm>
            <a:prstGeom prst="rect">
              <a:avLst/>
            </a:prstGeom>
          </p:spPr>
        </p:pic>
        <p:pic>
          <p:nvPicPr>
            <p:cNvPr id="38" name="Graphic 37" descr="Scales of justice">
              <a:extLst>
                <a:ext uri="{FF2B5EF4-FFF2-40B4-BE49-F238E27FC236}">
                  <a16:creationId xmlns:a16="http://schemas.microsoft.com/office/drawing/2014/main" id="{DB3F864A-1B70-454F-908D-3C3C76AD9AE9}"/>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244708" y="2604892"/>
              <a:ext cx="597013" cy="597013"/>
            </a:xfrm>
            <a:prstGeom prst="rect">
              <a:avLst/>
            </a:prstGeom>
          </p:spPr>
        </p:pic>
        <p:sp>
          <p:nvSpPr>
            <p:cNvPr id="39" name="Rectangle 38">
              <a:extLst>
                <a:ext uri="{FF2B5EF4-FFF2-40B4-BE49-F238E27FC236}">
                  <a16:creationId xmlns:a16="http://schemas.microsoft.com/office/drawing/2014/main" id="{7A858558-F492-4ABD-9254-49685EC97548}"/>
                </a:ext>
              </a:extLst>
            </p:cNvPr>
            <p:cNvSpPr/>
            <p:nvPr/>
          </p:nvSpPr>
          <p:spPr>
            <a:xfrm>
              <a:off x="5151697" y="2719497"/>
              <a:ext cx="892708" cy="20301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DE" sz="1600" b="1" dirty="0">
                  <a:solidFill>
                    <a:sysClr val="windowText" lastClr="000000"/>
                  </a:solidFill>
                </a:rPr>
                <a:t>&lt;</a:t>
              </a:r>
              <a:r>
                <a:rPr lang="en-DE" sz="1600" dirty="0">
                  <a:solidFill>
                    <a:sysClr val="windowText" lastClr="000000"/>
                  </a:solidFill>
                </a:rPr>
                <a:t> / &gt; </a:t>
              </a:r>
            </a:p>
          </p:txBody>
        </p:sp>
      </p:grpSp>
    </p:spTree>
    <p:extLst>
      <p:ext uri="{BB962C8B-B14F-4D97-AF65-F5344CB8AC3E}">
        <p14:creationId xmlns:p14="http://schemas.microsoft.com/office/powerpoint/2010/main" val="2935283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p:cTn id="7" dur="500" fill="hold"/>
                                        <p:tgtEl>
                                          <p:spTgt spid="29"/>
                                        </p:tgtEl>
                                        <p:attrNameLst>
                                          <p:attrName>ppt_w</p:attrName>
                                        </p:attrNameLst>
                                      </p:cBhvr>
                                      <p:tavLst>
                                        <p:tav tm="0">
                                          <p:val>
                                            <p:fltVal val="0"/>
                                          </p:val>
                                        </p:tav>
                                        <p:tav tm="100000">
                                          <p:val>
                                            <p:strVal val="#ppt_w"/>
                                          </p:val>
                                        </p:tav>
                                      </p:tavLst>
                                    </p:anim>
                                    <p:anim calcmode="lin" valueType="num">
                                      <p:cBhvr>
                                        <p:cTn id="8" dur="500" fill="hold"/>
                                        <p:tgtEl>
                                          <p:spTgt spid="29"/>
                                        </p:tgtEl>
                                        <p:attrNameLst>
                                          <p:attrName>ppt_h</p:attrName>
                                        </p:attrNameLst>
                                      </p:cBhvr>
                                      <p:tavLst>
                                        <p:tav tm="0">
                                          <p:val>
                                            <p:fltVal val="0"/>
                                          </p:val>
                                        </p:tav>
                                        <p:tav tm="100000">
                                          <p:val>
                                            <p:strVal val="#ppt_h"/>
                                          </p:val>
                                        </p:tav>
                                      </p:tavLst>
                                    </p:anim>
                                    <p:animEffect transition="in" filter="fade">
                                      <p:cBhvr>
                                        <p:cTn id="9" dur="500"/>
                                        <p:tgtEl>
                                          <p:spTgt spid="29"/>
                                        </p:tgtEl>
                                      </p:cBhvr>
                                    </p:animEffect>
                                  </p:childTnLst>
                                </p:cTn>
                              </p:par>
                              <p:par>
                                <p:cTn id="10" presetID="53" presetClass="entr" presetSubtype="16" fill="hold" nodeType="withEffect">
                                  <p:stCondLst>
                                    <p:cond delay="0"/>
                                  </p:stCondLst>
                                  <p:childTnLst>
                                    <p:set>
                                      <p:cBhvr>
                                        <p:cTn id="11" dur="1" fill="hold">
                                          <p:stCondLst>
                                            <p:cond delay="0"/>
                                          </p:stCondLst>
                                        </p:cTn>
                                        <p:tgtEl>
                                          <p:spTgt spid="32"/>
                                        </p:tgtEl>
                                        <p:attrNameLst>
                                          <p:attrName>style.visibility</p:attrName>
                                        </p:attrNameLst>
                                      </p:cBhvr>
                                      <p:to>
                                        <p:strVal val="visible"/>
                                      </p:to>
                                    </p:set>
                                    <p:anim calcmode="lin" valueType="num">
                                      <p:cBhvr>
                                        <p:cTn id="12" dur="500" fill="hold"/>
                                        <p:tgtEl>
                                          <p:spTgt spid="32"/>
                                        </p:tgtEl>
                                        <p:attrNameLst>
                                          <p:attrName>ppt_w</p:attrName>
                                        </p:attrNameLst>
                                      </p:cBhvr>
                                      <p:tavLst>
                                        <p:tav tm="0">
                                          <p:val>
                                            <p:fltVal val="0"/>
                                          </p:val>
                                        </p:tav>
                                        <p:tav tm="100000">
                                          <p:val>
                                            <p:strVal val="#ppt_w"/>
                                          </p:val>
                                        </p:tav>
                                      </p:tavLst>
                                    </p:anim>
                                    <p:anim calcmode="lin" valueType="num">
                                      <p:cBhvr>
                                        <p:cTn id="13" dur="500" fill="hold"/>
                                        <p:tgtEl>
                                          <p:spTgt spid="32"/>
                                        </p:tgtEl>
                                        <p:attrNameLst>
                                          <p:attrName>ppt_h</p:attrName>
                                        </p:attrNameLst>
                                      </p:cBhvr>
                                      <p:tavLst>
                                        <p:tav tm="0">
                                          <p:val>
                                            <p:fltVal val="0"/>
                                          </p:val>
                                        </p:tav>
                                        <p:tav tm="100000">
                                          <p:val>
                                            <p:strVal val="#ppt_h"/>
                                          </p:val>
                                        </p:tav>
                                      </p:tavLst>
                                    </p:anim>
                                    <p:animEffect transition="in" filter="fade">
                                      <p:cBhvr>
                                        <p:cTn id="14" dur="500"/>
                                        <p:tgtEl>
                                          <p:spTgt spid="32"/>
                                        </p:tgtEl>
                                      </p:cBhvr>
                                    </p:animEffect>
                                  </p:childTnLst>
                                </p:cTn>
                              </p:par>
                            </p:childTnLst>
                          </p:cTn>
                        </p:par>
                        <p:par>
                          <p:cTn id="15" fill="hold">
                            <p:stCondLst>
                              <p:cond delay="500"/>
                            </p:stCondLst>
                            <p:childTnLst>
                              <p:par>
                                <p:cTn id="16" presetID="53" presetClass="entr" presetSubtype="16" fill="hold" grpId="0" nodeType="afterEffect">
                                  <p:stCondLst>
                                    <p:cond delay="0"/>
                                  </p:stCondLst>
                                  <p:childTnLst>
                                    <p:set>
                                      <p:cBhvr>
                                        <p:cTn id="17" dur="1" fill="hold">
                                          <p:stCondLst>
                                            <p:cond delay="0"/>
                                          </p:stCondLst>
                                        </p:cTn>
                                        <p:tgtEl>
                                          <p:spTgt spid="25"/>
                                        </p:tgtEl>
                                        <p:attrNameLst>
                                          <p:attrName>style.visibility</p:attrName>
                                        </p:attrNameLst>
                                      </p:cBhvr>
                                      <p:to>
                                        <p:strVal val="visible"/>
                                      </p:to>
                                    </p:set>
                                    <p:anim calcmode="lin" valueType="num">
                                      <p:cBhvr>
                                        <p:cTn id="18" dur="500" fill="hold"/>
                                        <p:tgtEl>
                                          <p:spTgt spid="25"/>
                                        </p:tgtEl>
                                        <p:attrNameLst>
                                          <p:attrName>ppt_w</p:attrName>
                                        </p:attrNameLst>
                                      </p:cBhvr>
                                      <p:tavLst>
                                        <p:tav tm="0">
                                          <p:val>
                                            <p:fltVal val="0"/>
                                          </p:val>
                                        </p:tav>
                                        <p:tav tm="100000">
                                          <p:val>
                                            <p:strVal val="#ppt_w"/>
                                          </p:val>
                                        </p:tav>
                                      </p:tavLst>
                                    </p:anim>
                                    <p:anim calcmode="lin" valueType="num">
                                      <p:cBhvr>
                                        <p:cTn id="19" dur="500" fill="hold"/>
                                        <p:tgtEl>
                                          <p:spTgt spid="25"/>
                                        </p:tgtEl>
                                        <p:attrNameLst>
                                          <p:attrName>ppt_h</p:attrName>
                                        </p:attrNameLst>
                                      </p:cBhvr>
                                      <p:tavLst>
                                        <p:tav tm="0">
                                          <p:val>
                                            <p:fltVal val="0"/>
                                          </p:val>
                                        </p:tav>
                                        <p:tav tm="100000">
                                          <p:val>
                                            <p:strVal val="#ppt_h"/>
                                          </p:val>
                                        </p:tav>
                                      </p:tavLst>
                                    </p:anim>
                                    <p:animEffect transition="in" filter="fade">
                                      <p:cBhvr>
                                        <p:cTn id="20" dur="500"/>
                                        <p:tgtEl>
                                          <p:spTgt spid="25"/>
                                        </p:tgtEl>
                                      </p:cBhvr>
                                    </p:animEffect>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nodeType="clickEffect">
                                  <p:stCondLst>
                                    <p:cond delay="0"/>
                                  </p:stCondLst>
                                  <p:childTnLst>
                                    <p:set>
                                      <p:cBhvr>
                                        <p:cTn id="24" dur="1" fill="hold">
                                          <p:stCondLst>
                                            <p:cond delay="0"/>
                                          </p:stCondLst>
                                        </p:cTn>
                                        <p:tgtEl>
                                          <p:spTgt spid="26"/>
                                        </p:tgtEl>
                                        <p:attrNameLst>
                                          <p:attrName>style.visibility</p:attrName>
                                        </p:attrNameLst>
                                      </p:cBhvr>
                                      <p:to>
                                        <p:strVal val="visible"/>
                                      </p:to>
                                    </p:set>
                                    <p:anim calcmode="lin" valueType="num">
                                      <p:cBhvr>
                                        <p:cTn id="25" dur="500" fill="hold"/>
                                        <p:tgtEl>
                                          <p:spTgt spid="26"/>
                                        </p:tgtEl>
                                        <p:attrNameLst>
                                          <p:attrName>ppt_w</p:attrName>
                                        </p:attrNameLst>
                                      </p:cBhvr>
                                      <p:tavLst>
                                        <p:tav tm="0">
                                          <p:val>
                                            <p:fltVal val="0"/>
                                          </p:val>
                                        </p:tav>
                                        <p:tav tm="100000">
                                          <p:val>
                                            <p:strVal val="#ppt_w"/>
                                          </p:val>
                                        </p:tav>
                                      </p:tavLst>
                                    </p:anim>
                                    <p:anim calcmode="lin" valueType="num">
                                      <p:cBhvr>
                                        <p:cTn id="26" dur="500" fill="hold"/>
                                        <p:tgtEl>
                                          <p:spTgt spid="26"/>
                                        </p:tgtEl>
                                        <p:attrNameLst>
                                          <p:attrName>ppt_h</p:attrName>
                                        </p:attrNameLst>
                                      </p:cBhvr>
                                      <p:tavLst>
                                        <p:tav tm="0">
                                          <p:val>
                                            <p:fltVal val="0"/>
                                          </p:val>
                                        </p:tav>
                                        <p:tav tm="100000">
                                          <p:val>
                                            <p:strVal val="#ppt_h"/>
                                          </p:val>
                                        </p:tav>
                                      </p:tavLst>
                                    </p:anim>
                                    <p:animEffect transition="in" filter="fade">
                                      <p:cBhvr>
                                        <p:cTn id="27" dur="500"/>
                                        <p:tgtEl>
                                          <p:spTgt spid="26"/>
                                        </p:tgtEl>
                                      </p:cBhvr>
                                    </p:animEffect>
                                  </p:childTnLst>
                                </p:cTn>
                              </p:par>
                            </p:childTnLst>
                          </p:cTn>
                        </p:par>
                        <p:par>
                          <p:cTn id="28" fill="hold">
                            <p:stCondLst>
                              <p:cond delay="500"/>
                            </p:stCondLst>
                            <p:childTnLst>
                              <p:par>
                                <p:cTn id="29" presetID="53" presetClass="entr" presetSubtype="16" fill="hold" grpId="0" nodeType="afterEffect">
                                  <p:stCondLst>
                                    <p:cond delay="0"/>
                                  </p:stCondLst>
                                  <p:childTnLst>
                                    <p:set>
                                      <p:cBhvr>
                                        <p:cTn id="30" dur="1" fill="hold">
                                          <p:stCondLst>
                                            <p:cond delay="0"/>
                                          </p:stCondLst>
                                        </p:cTn>
                                        <p:tgtEl>
                                          <p:spTgt spid="33"/>
                                        </p:tgtEl>
                                        <p:attrNameLst>
                                          <p:attrName>style.visibility</p:attrName>
                                        </p:attrNameLst>
                                      </p:cBhvr>
                                      <p:to>
                                        <p:strVal val="visible"/>
                                      </p:to>
                                    </p:set>
                                    <p:anim calcmode="lin" valueType="num">
                                      <p:cBhvr>
                                        <p:cTn id="31" dur="500" fill="hold"/>
                                        <p:tgtEl>
                                          <p:spTgt spid="33"/>
                                        </p:tgtEl>
                                        <p:attrNameLst>
                                          <p:attrName>ppt_w</p:attrName>
                                        </p:attrNameLst>
                                      </p:cBhvr>
                                      <p:tavLst>
                                        <p:tav tm="0">
                                          <p:val>
                                            <p:fltVal val="0"/>
                                          </p:val>
                                        </p:tav>
                                        <p:tav tm="100000">
                                          <p:val>
                                            <p:strVal val="#ppt_w"/>
                                          </p:val>
                                        </p:tav>
                                      </p:tavLst>
                                    </p:anim>
                                    <p:anim calcmode="lin" valueType="num">
                                      <p:cBhvr>
                                        <p:cTn id="32" dur="500" fill="hold"/>
                                        <p:tgtEl>
                                          <p:spTgt spid="33"/>
                                        </p:tgtEl>
                                        <p:attrNameLst>
                                          <p:attrName>ppt_h</p:attrName>
                                        </p:attrNameLst>
                                      </p:cBhvr>
                                      <p:tavLst>
                                        <p:tav tm="0">
                                          <p:val>
                                            <p:fltVal val="0"/>
                                          </p:val>
                                        </p:tav>
                                        <p:tav tm="100000">
                                          <p:val>
                                            <p:strVal val="#ppt_h"/>
                                          </p:val>
                                        </p:tav>
                                      </p:tavLst>
                                    </p:anim>
                                    <p:animEffect transition="in" filter="fade">
                                      <p:cBhvr>
                                        <p:cTn id="33" dur="500"/>
                                        <p:tgtEl>
                                          <p:spTgt spid="33"/>
                                        </p:tgtEl>
                                      </p:cBhvr>
                                    </p:animEffect>
                                  </p:childTnLst>
                                </p:cTn>
                              </p:par>
                            </p:childTnLst>
                          </p:cTn>
                        </p:par>
                      </p:childTnLst>
                    </p:cTn>
                  </p:par>
                  <p:par>
                    <p:cTn id="34" fill="hold">
                      <p:stCondLst>
                        <p:cond delay="indefinite"/>
                      </p:stCondLst>
                      <p:childTnLst>
                        <p:par>
                          <p:cTn id="35" fill="hold">
                            <p:stCondLst>
                              <p:cond delay="0"/>
                            </p:stCondLst>
                            <p:childTnLst>
                              <p:par>
                                <p:cTn id="36" presetID="53" presetClass="entr" presetSubtype="16" fill="hold" nodeType="clickEffect">
                                  <p:stCondLst>
                                    <p:cond delay="0"/>
                                  </p:stCondLst>
                                  <p:childTnLst>
                                    <p:set>
                                      <p:cBhvr>
                                        <p:cTn id="37" dur="1" fill="hold">
                                          <p:stCondLst>
                                            <p:cond delay="0"/>
                                          </p:stCondLst>
                                        </p:cTn>
                                        <p:tgtEl>
                                          <p:spTgt spid="35"/>
                                        </p:tgtEl>
                                        <p:attrNameLst>
                                          <p:attrName>style.visibility</p:attrName>
                                        </p:attrNameLst>
                                      </p:cBhvr>
                                      <p:to>
                                        <p:strVal val="visible"/>
                                      </p:to>
                                    </p:set>
                                    <p:anim calcmode="lin" valueType="num">
                                      <p:cBhvr>
                                        <p:cTn id="38" dur="500" fill="hold"/>
                                        <p:tgtEl>
                                          <p:spTgt spid="35"/>
                                        </p:tgtEl>
                                        <p:attrNameLst>
                                          <p:attrName>ppt_w</p:attrName>
                                        </p:attrNameLst>
                                      </p:cBhvr>
                                      <p:tavLst>
                                        <p:tav tm="0">
                                          <p:val>
                                            <p:fltVal val="0"/>
                                          </p:val>
                                        </p:tav>
                                        <p:tav tm="100000">
                                          <p:val>
                                            <p:strVal val="#ppt_w"/>
                                          </p:val>
                                        </p:tav>
                                      </p:tavLst>
                                    </p:anim>
                                    <p:anim calcmode="lin" valueType="num">
                                      <p:cBhvr>
                                        <p:cTn id="39" dur="500" fill="hold"/>
                                        <p:tgtEl>
                                          <p:spTgt spid="35"/>
                                        </p:tgtEl>
                                        <p:attrNameLst>
                                          <p:attrName>ppt_h</p:attrName>
                                        </p:attrNameLst>
                                      </p:cBhvr>
                                      <p:tavLst>
                                        <p:tav tm="0">
                                          <p:val>
                                            <p:fltVal val="0"/>
                                          </p:val>
                                        </p:tav>
                                        <p:tav tm="100000">
                                          <p:val>
                                            <p:strVal val="#ppt_h"/>
                                          </p:val>
                                        </p:tav>
                                      </p:tavLst>
                                    </p:anim>
                                    <p:animEffect transition="in" filter="fade">
                                      <p:cBhvr>
                                        <p:cTn id="40" dur="500"/>
                                        <p:tgtEl>
                                          <p:spTgt spid="35"/>
                                        </p:tgtEl>
                                      </p:cBhvr>
                                    </p:animEffect>
                                  </p:childTnLst>
                                </p:cTn>
                              </p:par>
                            </p:childTnLst>
                          </p:cTn>
                        </p:par>
                        <p:par>
                          <p:cTn id="41" fill="hold">
                            <p:stCondLst>
                              <p:cond delay="500"/>
                            </p:stCondLst>
                            <p:childTnLst>
                              <p:par>
                                <p:cTn id="42" presetID="53" presetClass="entr" presetSubtype="16" fill="hold" grpId="0" nodeType="afterEffect">
                                  <p:stCondLst>
                                    <p:cond delay="0"/>
                                  </p:stCondLst>
                                  <p:childTnLst>
                                    <p:set>
                                      <p:cBhvr>
                                        <p:cTn id="43" dur="1" fill="hold">
                                          <p:stCondLst>
                                            <p:cond delay="0"/>
                                          </p:stCondLst>
                                        </p:cTn>
                                        <p:tgtEl>
                                          <p:spTgt spid="34"/>
                                        </p:tgtEl>
                                        <p:attrNameLst>
                                          <p:attrName>style.visibility</p:attrName>
                                        </p:attrNameLst>
                                      </p:cBhvr>
                                      <p:to>
                                        <p:strVal val="visible"/>
                                      </p:to>
                                    </p:set>
                                    <p:anim calcmode="lin" valueType="num">
                                      <p:cBhvr>
                                        <p:cTn id="44" dur="500" fill="hold"/>
                                        <p:tgtEl>
                                          <p:spTgt spid="34"/>
                                        </p:tgtEl>
                                        <p:attrNameLst>
                                          <p:attrName>ppt_w</p:attrName>
                                        </p:attrNameLst>
                                      </p:cBhvr>
                                      <p:tavLst>
                                        <p:tav tm="0">
                                          <p:val>
                                            <p:fltVal val="0"/>
                                          </p:val>
                                        </p:tav>
                                        <p:tav tm="100000">
                                          <p:val>
                                            <p:strVal val="#ppt_w"/>
                                          </p:val>
                                        </p:tav>
                                      </p:tavLst>
                                    </p:anim>
                                    <p:anim calcmode="lin" valueType="num">
                                      <p:cBhvr>
                                        <p:cTn id="45" dur="500" fill="hold"/>
                                        <p:tgtEl>
                                          <p:spTgt spid="34"/>
                                        </p:tgtEl>
                                        <p:attrNameLst>
                                          <p:attrName>ppt_h</p:attrName>
                                        </p:attrNameLst>
                                      </p:cBhvr>
                                      <p:tavLst>
                                        <p:tav tm="0">
                                          <p:val>
                                            <p:fltVal val="0"/>
                                          </p:val>
                                        </p:tav>
                                        <p:tav tm="100000">
                                          <p:val>
                                            <p:strVal val="#ppt_h"/>
                                          </p:val>
                                        </p:tav>
                                      </p:tavLst>
                                    </p:anim>
                                    <p:animEffect transition="in" filter="fade">
                                      <p:cBhvr>
                                        <p:cTn id="46"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33" grpId="0"/>
      <p:bldP spid="34" grpId="0"/>
    </p:bldLst>
  </p:timing>
  <p:extLst>
    <p:ext uri="{6950BFC3-D8DA-4A85-94F7-54DA5524770B}">
      <p188:commentRel xmlns:p188="http://schemas.microsoft.com/office/powerpoint/2018/8/main" xmlns="" r:id="rId18"/>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4F76B-FBEA-4F16-A455-BE184114B634}"/>
              </a:ext>
            </a:extLst>
          </p:cNvPr>
          <p:cNvSpPr>
            <a:spLocks noGrp="1"/>
          </p:cNvSpPr>
          <p:nvPr>
            <p:ph type="title"/>
          </p:nvPr>
        </p:nvSpPr>
        <p:spPr/>
        <p:txBody>
          <a:bodyPr/>
          <a:lstStyle/>
          <a:p>
            <a:r>
              <a:rPr lang="en-US" dirty="0"/>
              <a:t>Who are Key Stakeholder?</a:t>
            </a:r>
            <a:endParaRPr lang="en-DE" dirty="0"/>
          </a:p>
        </p:txBody>
      </p:sp>
      <p:sp>
        <p:nvSpPr>
          <p:cNvPr id="5" name="Slide Number Placeholder 4">
            <a:extLst>
              <a:ext uri="{FF2B5EF4-FFF2-40B4-BE49-F238E27FC236}">
                <a16:creationId xmlns:a16="http://schemas.microsoft.com/office/drawing/2014/main" id="{E93B9F6F-84E5-4D03-ACEA-A73FEC26D0A6}"/>
              </a:ext>
            </a:extLst>
          </p:cNvPr>
          <p:cNvSpPr>
            <a:spLocks noGrp="1"/>
          </p:cNvSpPr>
          <p:nvPr>
            <p:ph type="sldNum" sz="quarter" idx="12"/>
          </p:nvPr>
        </p:nvSpPr>
        <p:spPr/>
        <p:txBody>
          <a:bodyPr/>
          <a:lstStyle/>
          <a:p>
            <a:fld id="{9E82CC3C-1DC0-4FDA-9590-6CC506AB67F8}" type="slidenum">
              <a:rPr lang="de-DE" smtClean="0"/>
              <a:t>4</a:t>
            </a:fld>
            <a:endParaRPr lang="de-DE" dirty="0"/>
          </a:p>
        </p:txBody>
      </p:sp>
      <p:graphicFrame>
        <p:nvGraphicFramePr>
          <p:cNvPr id="6" name="Content Placeholder 5">
            <a:extLst>
              <a:ext uri="{FF2B5EF4-FFF2-40B4-BE49-F238E27FC236}">
                <a16:creationId xmlns:a16="http://schemas.microsoft.com/office/drawing/2014/main" id="{C6383BCE-055F-4AFD-AFA1-E6B2C327A207}"/>
              </a:ext>
            </a:extLst>
          </p:cNvPr>
          <p:cNvGraphicFramePr>
            <a:graphicFrameLocks noGrp="1"/>
          </p:cNvGraphicFramePr>
          <p:nvPr>
            <p:ph idx="1"/>
            <p:extLst>
              <p:ext uri="{D42A27DB-BD31-4B8C-83A1-F6EECF244321}">
                <p14:modId xmlns:p14="http://schemas.microsoft.com/office/powerpoint/2010/main" val="295907635"/>
              </p:ext>
            </p:extLst>
          </p:nvPr>
        </p:nvGraphicFramePr>
        <p:xfrm>
          <a:off x="195262" y="1429503"/>
          <a:ext cx="7229475" cy="404581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92723960"/>
      </p:ext>
    </p:extLst>
  </p:cSld>
  <p:clrMapOvr>
    <a:masterClrMapping/>
  </p:clrMapOvr>
  <p:extLst>
    <p:ext uri="{6950BFC3-D8DA-4A85-94F7-54DA5524770B}">
      <p188:commentRel xmlns:p188="http://schemas.microsoft.com/office/powerpoint/2018/8/main" xmlns="" r:id="rId7"/>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E8E34-8A10-4EBD-A2D9-F51C00F7ADD1}"/>
              </a:ext>
            </a:extLst>
          </p:cNvPr>
          <p:cNvSpPr>
            <a:spLocks noGrp="1"/>
          </p:cNvSpPr>
          <p:nvPr>
            <p:ph type="title"/>
          </p:nvPr>
        </p:nvSpPr>
        <p:spPr/>
        <p:txBody>
          <a:bodyPr/>
          <a:lstStyle/>
          <a:p>
            <a:r>
              <a:rPr lang="en-US" dirty="0"/>
              <a:t>EU-AI Act</a:t>
            </a:r>
            <a:endParaRPr lang="en-DE" dirty="0"/>
          </a:p>
        </p:txBody>
      </p:sp>
      <p:pic>
        <p:nvPicPr>
          <p:cNvPr id="7" name="Content Placeholder 6">
            <a:extLst>
              <a:ext uri="{FF2B5EF4-FFF2-40B4-BE49-F238E27FC236}">
                <a16:creationId xmlns:a16="http://schemas.microsoft.com/office/drawing/2014/main" id="{4E8DFC98-63A7-412E-9A48-4A879D1D11DC}"/>
              </a:ext>
            </a:extLst>
          </p:cNvPr>
          <p:cNvPicPr>
            <a:picLocks noGrp="1" noChangeAspect="1"/>
          </p:cNvPicPr>
          <p:nvPr>
            <p:ph idx="1"/>
          </p:nvPr>
        </p:nvPicPr>
        <p:blipFill>
          <a:blip r:embed="rId3"/>
          <a:stretch>
            <a:fillRect/>
          </a:stretch>
        </p:blipFill>
        <p:spPr>
          <a:xfrm>
            <a:off x="117018" y="1603459"/>
            <a:ext cx="6838950" cy="1724267"/>
          </a:xfrm>
          <a:prstGeom prst="rect">
            <a:avLst/>
          </a:prstGeom>
        </p:spPr>
      </p:pic>
      <p:sp>
        <p:nvSpPr>
          <p:cNvPr id="6" name="Slide Number Placeholder 5">
            <a:extLst>
              <a:ext uri="{FF2B5EF4-FFF2-40B4-BE49-F238E27FC236}">
                <a16:creationId xmlns:a16="http://schemas.microsoft.com/office/drawing/2014/main" id="{3C29839A-1F45-43E2-A0C6-E421B708543F}"/>
              </a:ext>
            </a:extLst>
          </p:cNvPr>
          <p:cNvSpPr>
            <a:spLocks noGrp="1"/>
          </p:cNvSpPr>
          <p:nvPr>
            <p:ph type="sldNum" sz="quarter" idx="12"/>
          </p:nvPr>
        </p:nvSpPr>
        <p:spPr/>
        <p:txBody>
          <a:bodyPr/>
          <a:lstStyle/>
          <a:p>
            <a:fld id="{9E82CC3C-1DC0-4FDA-9590-6CC506AB67F8}" type="slidenum">
              <a:rPr lang="de-DE" smtClean="0"/>
              <a:t>5</a:t>
            </a:fld>
            <a:endParaRPr lang="de-DE" dirty="0"/>
          </a:p>
        </p:txBody>
      </p:sp>
    </p:spTree>
    <p:extLst>
      <p:ext uri="{BB962C8B-B14F-4D97-AF65-F5344CB8AC3E}">
        <p14:creationId xmlns:p14="http://schemas.microsoft.com/office/powerpoint/2010/main" val="339021698"/>
      </p:ext>
    </p:extLst>
  </p:cSld>
  <p:clrMapOvr>
    <a:masterClrMapping/>
  </p:clrMapOvr>
  <p:extLst mod="1">
    <p:ext uri="{6950BFC3-D8DA-4A85-94F7-54DA5524770B}">
      <p188:commentRel xmlns:p188="http://schemas.microsoft.com/office/powerpoint/2018/8/main" xmlns="" r:id="rId4"/>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EDF01F7-CFB8-4C47-AE19-90B4FE1BF6AD}"/>
              </a:ext>
            </a:extLst>
          </p:cNvPr>
          <p:cNvSpPr>
            <a:spLocks noGrp="1"/>
          </p:cNvSpPr>
          <p:nvPr>
            <p:ph type="sldNum" sz="quarter" idx="12"/>
          </p:nvPr>
        </p:nvSpPr>
        <p:spPr/>
        <p:txBody>
          <a:bodyPr/>
          <a:lstStyle/>
          <a:p>
            <a:fld id="{9E82CC3C-1DC0-4FDA-9590-6CC506AB67F8}" type="slidenum">
              <a:rPr lang="de-DE" smtClean="0"/>
              <a:t>6</a:t>
            </a:fld>
            <a:endParaRPr lang="de-DE" dirty="0"/>
          </a:p>
        </p:txBody>
      </p:sp>
      <p:sp>
        <p:nvSpPr>
          <p:cNvPr id="4" name="Content Placeholder 3">
            <a:extLst>
              <a:ext uri="{FF2B5EF4-FFF2-40B4-BE49-F238E27FC236}">
                <a16:creationId xmlns:a16="http://schemas.microsoft.com/office/drawing/2014/main" id="{2F4586F6-0B3D-424E-97F4-75306A56F585}"/>
              </a:ext>
            </a:extLst>
          </p:cNvPr>
          <p:cNvSpPr>
            <a:spLocks noGrp="1"/>
          </p:cNvSpPr>
          <p:nvPr>
            <p:ph idx="4294967295"/>
          </p:nvPr>
        </p:nvSpPr>
        <p:spPr>
          <a:xfrm>
            <a:off x="0" y="1450975"/>
            <a:ext cx="6838950" cy="3708400"/>
          </a:xfrm>
        </p:spPr>
        <p:txBody>
          <a:bodyPr/>
          <a:lstStyle/>
          <a:p>
            <a:pPr marL="0" indent="0">
              <a:buNone/>
            </a:pPr>
            <a:r>
              <a:rPr lang="en-US" b="1" dirty="0"/>
              <a:t>AI in Medical Diagnosis and Treatment</a:t>
            </a:r>
          </a:p>
          <a:p>
            <a:r>
              <a:rPr lang="en-US" b="1" dirty="0"/>
              <a:t>Regulation Context:</a:t>
            </a:r>
            <a:r>
              <a:rPr lang="en-US" dirty="0"/>
              <a:t> AI-based medical diagnostics and treatment decision support systems are categorized as high-risk. These systems must ensure transparency and </a:t>
            </a:r>
            <a:r>
              <a:rPr lang="en-US" dirty="0" err="1"/>
              <a:t>explainability</a:t>
            </a:r>
            <a:r>
              <a:rPr lang="en-US" dirty="0"/>
              <a:t> to both healthcare professionals and patients.</a:t>
            </a:r>
          </a:p>
          <a:p>
            <a:r>
              <a:rPr lang="en-US" b="1" dirty="0" err="1"/>
              <a:t>Explainability</a:t>
            </a:r>
            <a:r>
              <a:rPr lang="en-US" b="1" dirty="0"/>
              <a:t> Requirement:</a:t>
            </a:r>
            <a:r>
              <a:rPr lang="en-US" dirty="0"/>
              <a:t> The system must provide healthcare professionals with a detailed explanation of how the diagnosis was reached or why a specific treatment was recommended.</a:t>
            </a:r>
          </a:p>
          <a:p>
            <a:r>
              <a:rPr lang="en-US" b="1" dirty="0"/>
              <a:t>Example:</a:t>
            </a:r>
            <a:r>
              <a:rPr lang="en-US" dirty="0"/>
              <a:t> An AI tool recommending cancer treatment must clearly indicate the medical data it analyzed and how it reached its conclusion.</a:t>
            </a:r>
          </a:p>
        </p:txBody>
      </p:sp>
      <p:sp>
        <p:nvSpPr>
          <p:cNvPr id="2" name="Title 1">
            <a:extLst>
              <a:ext uri="{FF2B5EF4-FFF2-40B4-BE49-F238E27FC236}">
                <a16:creationId xmlns:a16="http://schemas.microsoft.com/office/drawing/2014/main" id="{D49F6897-8593-4170-B748-DD38797025BA}"/>
              </a:ext>
            </a:extLst>
          </p:cNvPr>
          <p:cNvSpPr>
            <a:spLocks noGrp="1"/>
          </p:cNvSpPr>
          <p:nvPr>
            <p:ph type="title" idx="4294967295"/>
          </p:nvPr>
        </p:nvSpPr>
        <p:spPr>
          <a:xfrm>
            <a:off x="0" y="962025"/>
            <a:ext cx="7200900" cy="488950"/>
          </a:xfrm>
        </p:spPr>
        <p:txBody>
          <a:bodyPr/>
          <a:lstStyle/>
          <a:p>
            <a:r>
              <a:rPr lang="en-US" dirty="0"/>
              <a:t>Example</a:t>
            </a:r>
            <a:endParaRPr lang="en-DE" dirty="0"/>
          </a:p>
        </p:txBody>
      </p:sp>
    </p:spTree>
    <p:extLst>
      <p:ext uri="{BB962C8B-B14F-4D97-AF65-F5344CB8AC3E}">
        <p14:creationId xmlns:p14="http://schemas.microsoft.com/office/powerpoint/2010/main" val="1093378728"/>
      </p:ext>
    </p:extLst>
  </p:cSld>
  <p:clrMapOvr>
    <a:masterClrMapping/>
  </p:clrMapOvr>
  <p:extLst mod="1">
    <p:ext uri="{6950BFC3-D8DA-4A85-94F7-54DA5524770B}">
      <p188:commentRel xmlns:p188="http://schemas.microsoft.com/office/powerpoint/2018/8/main" xmlns=""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2E47D2B0-5DCF-4612-B9A7-B893DF9B3B0A}"/>
              </a:ext>
            </a:extLst>
          </p:cNvPr>
          <p:cNvSpPr>
            <a:spLocks noGrp="1"/>
          </p:cNvSpPr>
          <p:nvPr>
            <p:ph idx="1"/>
          </p:nvPr>
        </p:nvSpPr>
        <p:spPr>
          <a:xfrm>
            <a:off x="390260" y="1963298"/>
            <a:ext cx="6839479" cy="3708400"/>
          </a:xfrm>
        </p:spPr>
        <p:txBody>
          <a:bodyPr/>
          <a:lstStyle/>
          <a:p>
            <a:r>
              <a:rPr lang="en-DE" dirty="0"/>
              <a:t>If you are caught by the policymakers and the regulators, and this could be because they find your company and your practices or because someone complained about it, right, such as a user, then the fine that you can get could reach 10% of the global turnover of your company</a:t>
            </a:r>
            <a:r>
              <a:rPr lang="en-US" dirty="0"/>
              <a:t>.</a:t>
            </a:r>
          </a:p>
          <a:p>
            <a:r>
              <a:rPr lang="en-DE" dirty="0"/>
              <a:t>So even if you are a small company within the large group, you would take 10% of the large group annual turnover, and the fine could reach 10% of that, which could be a lot.</a:t>
            </a:r>
          </a:p>
        </p:txBody>
      </p:sp>
      <p:sp>
        <p:nvSpPr>
          <p:cNvPr id="6" name="Slide Number Placeholder 5">
            <a:extLst>
              <a:ext uri="{FF2B5EF4-FFF2-40B4-BE49-F238E27FC236}">
                <a16:creationId xmlns:a16="http://schemas.microsoft.com/office/drawing/2014/main" id="{0096815C-E796-4E23-BAA7-373BDEDF8AF1}"/>
              </a:ext>
            </a:extLst>
          </p:cNvPr>
          <p:cNvSpPr>
            <a:spLocks noGrp="1"/>
          </p:cNvSpPr>
          <p:nvPr>
            <p:ph type="sldNum" sz="quarter" idx="12"/>
          </p:nvPr>
        </p:nvSpPr>
        <p:spPr/>
        <p:txBody>
          <a:bodyPr/>
          <a:lstStyle/>
          <a:p>
            <a:fld id="{9E82CC3C-1DC0-4FDA-9590-6CC506AB67F8}" type="slidenum">
              <a:rPr lang="de-DE" smtClean="0"/>
              <a:t>7</a:t>
            </a:fld>
            <a:endParaRPr lang="de-DE" dirty="0"/>
          </a:p>
        </p:txBody>
      </p:sp>
      <p:sp>
        <p:nvSpPr>
          <p:cNvPr id="10" name="Title 1">
            <a:extLst>
              <a:ext uri="{FF2B5EF4-FFF2-40B4-BE49-F238E27FC236}">
                <a16:creationId xmlns:a16="http://schemas.microsoft.com/office/drawing/2014/main" id="{8476FCA3-87C1-4CB2-9D1B-907A8C5853FA}"/>
              </a:ext>
            </a:extLst>
          </p:cNvPr>
          <p:cNvSpPr>
            <a:spLocks noGrp="1"/>
          </p:cNvSpPr>
          <p:nvPr>
            <p:ph type="title"/>
          </p:nvPr>
        </p:nvSpPr>
        <p:spPr>
          <a:xfrm>
            <a:off x="210013" y="961503"/>
            <a:ext cx="7199975" cy="936000"/>
          </a:xfrm>
        </p:spPr>
        <p:txBody>
          <a:bodyPr/>
          <a:lstStyle/>
          <a:p>
            <a:r>
              <a:rPr lang="en-US" dirty="0"/>
              <a:t>Interview with Legal Experts (</a:t>
            </a:r>
            <a:r>
              <a:rPr lang="en-US" sz="1400" i="1" dirty="0"/>
              <a:t>Findings</a:t>
            </a:r>
            <a:r>
              <a:rPr lang="en-US" dirty="0"/>
              <a:t>)</a:t>
            </a:r>
            <a:endParaRPr lang="en-DE" dirty="0"/>
          </a:p>
        </p:txBody>
      </p:sp>
    </p:spTree>
    <p:extLst>
      <p:ext uri="{BB962C8B-B14F-4D97-AF65-F5344CB8AC3E}">
        <p14:creationId xmlns:p14="http://schemas.microsoft.com/office/powerpoint/2010/main" val="31326650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83D083F7-F5B1-4B17-86E8-7ABCB0A3432A}"/>
              </a:ext>
            </a:extLst>
          </p:cNvPr>
          <p:cNvSpPr>
            <a:spLocks noGrp="1"/>
          </p:cNvSpPr>
          <p:nvPr>
            <p:ph idx="1"/>
          </p:nvPr>
        </p:nvSpPr>
        <p:spPr>
          <a:xfrm>
            <a:off x="321529" y="1718539"/>
            <a:ext cx="6839479" cy="3708400"/>
          </a:xfrm>
        </p:spPr>
        <p:txBody>
          <a:bodyPr/>
          <a:lstStyle/>
          <a:p>
            <a:r>
              <a:rPr lang="en-US" dirty="0"/>
              <a:t>W</a:t>
            </a:r>
            <a:r>
              <a:rPr lang="en-DE" dirty="0"/>
              <a:t>hen the court imposed that Microsoft should publish that technical documentation, the company started with two employees and tasked those employees to generate the technical documentation in about a couple days. It actually took the company over ten years and 800 employees working full time on generating the technical documentation because they didn't have it and it appears to be much more complex than what they anticipated. Now this is just a technical documentation for a non AI system, so allegedly much easier to produce than the one if you are running an unsupervised machine learning, AI system. And on top of that, the act says that you should explain, as I already mentioned, how that's technical documentation is in line with EU fundamental rights.</a:t>
            </a:r>
          </a:p>
        </p:txBody>
      </p:sp>
      <p:sp>
        <p:nvSpPr>
          <p:cNvPr id="6" name="Slide Number Placeholder 5">
            <a:extLst>
              <a:ext uri="{FF2B5EF4-FFF2-40B4-BE49-F238E27FC236}">
                <a16:creationId xmlns:a16="http://schemas.microsoft.com/office/drawing/2014/main" id="{C01979A1-FA8E-4FCD-92C4-A2BA0CA6ABE7}"/>
              </a:ext>
            </a:extLst>
          </p:cNvPr>
          <p:cNvSpPr>
            <a:spLocks noGrp="1"/>
          </p:cNvSpPr>
          <p:nvPr>
            <p:ph type="sldNum" sz="quarter" idx="12"/>
          </p:nvPr>
        </p:nvSpPr>
        <p:spPr/>
        <p:txBody>
          <a:bodyPr/>
          <a:lstStyle/>
          <a:p>
            <a:fld id="{9E82CC3C-1DC0-4FDA-9590-6CC506AB67F8}" type="slidenum">
              <a:rPr lang="de-DE" smtClean="0"/>
              <a:t>8</a:t>
            </a:fld>
            <a:endParaRPr lang="de-DE" dirty="0"/>
          </a:p>
        </p:txBody>
      </p:sp>
      <p:sp>
        <p:nvSpPr>
          <p:cNvPr id="7" name="Title 1">
            <a:extLst>
              <a:ext uri="{FF2B5EF4-FFF2-40B4-BE49-F238E27FC236}">
                <a16:creationId xmlns:a16="http://schemas.microsoft.com/office/drawing/2014/main" id="{7BEFC56B-0DCB-435A-A31B-0A6DCE24C03A}"/>
              </a:ext>
            </a:extLst>
          </p:cNvPr>
          <p:cNvSpPr>
            <a:spLocks noGrp="1"/>
          </p:cNvSpPr>
          <p:nvPr>
            <p:ph type="title"/>
          </p:nvPr>
        </p:nvSpPr>
        <p:spPr>
          <a:xfrm>
            <a:off x="210013" y="961503"/>
            <a:ext cx="7199975" cy="936000"/>
          </a:xfrm>
        </p:spPr>
        <p:txBody>
          <a:bodyPr/>
          <a:lstStyle/>
          <a:p>
            <a:r>
              <a:rPr lang="en-US" dirty="0"/>
              <a:t>Interview with Legal Experts (</a:t>
            </a:r>
            <a:r>
              <a:rPr lang="en-US" sz="1400" i="1" dirty="0"/>
              <a:t>Findings</a:t>
            </a:r>
            <a:r>
              <a:rPr lang="en-US" dirty="0"/>
              <a:t>)</a:t>
            </a:r>
            <a:endParaRPr lang="en-DE" dirty="0"/>
          </a:p>
        </p:txBody>
      </p:sp>
    </p:spTree>
    <p:extLst>
      <p:ext uri="{BB962C8B-B14F-4D97-AF65-F5344CB8AC3E}">
        <p14:creationId xmlns:p14="http://schemas.microsoft.com/office/powerpoint/2010/main" val="40804430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ED0E5FF1-D2B3-4635-A69A-BAA751AA0D98}"/>
              </a:ext>
            </a:extLst>
          </p:cNvPr>
          <p:cNvSpPr>
            <a:spLocks noGrp="1"/>
          </p:cNvSpPr>
          <p:nvPr>
            <p:ph type="sldNum" sz="quarter" idx="12"/>
          </p:nvPr>
        </p:nvSpPr>
        <p:spPr/>
        <p:txBody>
          <a:bodyPr/>
          <a:lstStyle/>
          <a:p>
            <a:fld id="{9E82CC3C-1DC0-4FDA-9590-6CC506AB67F8}" type="slidenum">
              <a:rPr lang="de-DE" smtClean="0"/>
              <a:t>9</a:t>
            </a:fld>
            <a:endParaRPr lang="de-DE" dirty="0"/>
          </a:p>
        </p:txBody>
      </p:sp>
      <p:sp>
        <p:nvSpPr>
          <p:cNvPr id="9" name="Rectangle 8">
            <a:extLst>
              <a:ext uri="{FF2B5EF4-FFF2-40B4-BE49-F238E27FC236}">
                <a16:creationId xmlns:a16="http://schemas.microsoft.com/office/drawing/2014/main" id="{A6B6DB60-0308-4B08-8FEC-26E41244FEC0}"/>
              </a:ext>
            </a:extLst>
          </p:cNvPr>
          <p:cNvSpPr/>
          <p:nvPr/>
        </p:nvSpPr>
        <p:spPr>
          <a:xfrm>
            <a:off x="452731" y="3756000"/>
            <a:ext cx="6162299" cy="308418"/>
          </a:xfrm>
          <a:prstGeom prst="rect">
            <a:avLst/>
          </a:prstGeom>
        </p:spPr>
        <p:txBody>
          <a:bodyPr wrap="square">
            <a:spAutoFit/>
          </a:bodyPr>
          <a:lstStyle/>
          <a:p>
            <a:pPr fontAlgn="base"/>
            <a:endParaRPr lang="en-US" dirty="0"/>
          </a:p>
        </p:txBody>
      </p:sp>
      <p:sp>
        <p:nvSpPr>
          <p:cNvPr id="11" name="Titel 6">
            <a:extLst>
              <a:ext uri="{FF2B5EF4-FFF2-40B4-BE49-F238E27FC236}">
                <a16:creationId xmlns:a16="http://schemas.microsoft.com/office/drawing/2014/main" id="{3393DBD9-F67A-4473-9D72-592BA694C83B}"/>
              </a:ext>
            </a:extLst>
          </p:cNvPr>
          <p:cNvSpPr txBox="1">
            <a:spLocks/>
          </p:cNvSpPr>
          <p:nvPr/>
        </p:nvSpPr>
        <p:spPr>
          <a:xfrm>
            <a:off x="452731" y="940636"/>
            <a:ext cx="2870226" cy="440489"/>
          </a:xfrm>
          <a:prstGeom prst="rect">
            <a:avLst/>
          </a:prstGeom>
        </p:spPr>
        <p:txBody>
          <a:bodyPr vert="horz" lIns="0" tIns="0" rIns="0" bIns="0" rtlCol="0" anchor="b">
            <a:noAutofit/>
          </a:bodyPr>
          <a:lstStyle>
            <a:lvl1pPr algn="l" defTabSz="571454" rtl="0" eaLnBrk="1" latinLnBrk="0" hangingPunct="1">
              <a:lnSpc>
                <a:spcPct val="90000"/>
              </a:lnSpc>
              <a:spcBef>
                <a:spcPct val="0"/>
              </a:spcBef>
              <a:buNone/>
              <a:defRPr sz="1800" b="1" kern="1200">
                <a:solidFill>
                  <a:schemeClr val="tx1"/>
                </a:solidFill>
                <a:latin typeface="+mj-lt"/>
                <a:ea typeface="+mj-ea"/>
                <a:cs typeface="+mj-cs"/>
              </a:defRPr>
            </a:lvl1pPr>
          </a:lstStyle>
          <a:p>
            <a:r>
              <a:rPr lang="de-DE" sz="2400" dirty="0"/>
              <a:t>Motivation</a:t>
            </a:r>
          </a:p>
        </p:txBody>
      </p:sp>
      <p:sp>
        <p:nvSpPr>
          <p:cNvPr id="3" name="Content Placeholder 2">
            <a:extLst>
              <a:ext uri="{FF2B5EF4-FFF2-40B4-BE49-F238E27FC236}">
                <a16:creationId xmlns:a16="http://schemas.microsoft.com/office/drawing/2014/main" id="{C19A9041-4A6F-43BF-BD89-E5425A37B835}"/>
              </a:ext>
            </a:extLst>
          </p:cNvPr>
          <p:cNvSpPr>
            <a:spLocks noGrp="1"/>
          </p:cNvSpPr>
          <p:nvPr>
            <p:ph idx="1"/>
          </p:nvPr>
        </p:nvSpPr>
        <p:spPr/>
        <p:txBody>
          <a:bodyPr vert="horz" lIns="91440" tIns="45720" rIns="91440" bIns="45720" rtlCol="0" anchor="t">
            <a:normAutofit/>
          </a:bodyPr>
          <a:lstStyle/>
          <a:p>
            <a:pPr marL="237490" indent="-237490"/>
            <a:endParaRPr lang="en-US" dirty="0">
              <a:cs typeface="Arial" panose="020B0604020202020204"/>
            </a:endParaRPr>
          </a:p>
          <a:p>
            <a:pPr marL="237490" indent="-237490">
              <a:buClrTx/>
            </a:pPr>
            <a:r>
              <a:rPr lang="en-US" dirty="0"/>
              <a:t>Based on our previous work</a:t>
            </a:r>
            <a:r>
              <a:rPr lang="en-US" baseline="30000" dirty="0"/>
              <a:t>[1][3][5] </a:t>
            </a:r>
            <a:r>
              <a:rPr lang="en-US" dirty="0"/>
              <a:t>we found that there is a lack of the  adoption of Requirements Engineering for addressing explainability requirements for AI-based system</a:t>
            </a:r>
            <a:endParaRPr lang="en-US" dirty="0">
              <a:cs typeface="Arial"/>
            </a:endParaRPr>
          </a:p>
          <a:p>
            <a:pPr marL="237490" indent="-237490">
              <a:buClrTx/>
            </a:pPr>
            <a:endParaRPr lang="en-US" dirty="0">
              <a:cs typeface="Arial"/>
            </a:endParaRPr>
          </a:p>
          <a:p>
            <a:pPr marL="237490" indent="-237490">
              <a:buClrTx/>
            </a:pPr>
            <a:r>
              <a:rPr lang="en-US" dirty="0"/>
              <a:t>This research addresses critical questions on the practicality of elicitation, specification, and validation practices, ultimately identifying gaps and areas for improvement in the field of explainable AI</a:t>
            </a:r>
            <a:endParaRPr lang="en-DE" dirty="0">
              <a:cs typeface="Arial" panose="020B0604020202020204"/>
            </a:endParaRPr>
          </a:p>
        </p:txBody>
      </p:sp>
    </p:spTree>
    <p:extLst>
      <p:ext uri="{BB962C8B-B14F-4D97-AF65-F5344CB8AC3E}">
        <p14:creationId xmlns:p14="http://schemas.microsoft.com/office/powerpoint/2010/main" val="3620019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extLst mod="1">
    <p:ext uri="{6950BFC3-D8DA-4A85-94F7-54DA5524770B}">
      <p188:commentRel xmlns:p188="http://schemas.microsoft.com/office/powerpoint/2018/8/main" xmlns="" r:id="rId3"/>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94EE8-06D0-4577-A1B3-E32FD2951DE3}"/>
              </a:ext>
            </a:extLst>
          </p:cNvPr>
          <p:cNvSpPr>
            <a:spLocks noGrp="1"/>
          </p:cNvSpPr>
          <p:nvPr>
            <p:ph type="title"/>
          </p:nvPr>
        </p:nvSpPr>
        <p:spPr/>
        <p:txBody>
          <a:bodyPr/>
          <a:lstStyle/>
          <a:p>
            <a:r>
              <a:rPr lang="en-US" dirty="0" err="1"/>
              <a:t>Explainability</a:t>
            </a:r>
            <a:r>
              <a:rPr lang="en-US" dirty="0"/>
              <a:t> challenges found in </a:t>
            </a:r>
            <a:r>
              <a:rPr lang="en-US" dirty="0" err="1"/>
              <a:t>litertature</a:t>
            </a:r>
            <a:endParaRPr lang="en-DE" dirty="0"/>
          </a:p>
        </p:txBody>
      </p:sp>
      <p:pic>
        <p:nvPicPr>
          <p:cNvPr id="6" name="Content Placeholder 5">
            <a:extLst>
              <a:ext uri="{FF2B5EF4-FFF2-40B4-BE49-F238E27FC236}">
                <a16:creationId xmlns:a16="http://schemas.microsoft.com/office/drawing/2014/main" id="{008D87D6-D4DA-42A4-8E0B-427C17EE4927}"/>
              </a:ext>
            </a:extLst>
          </p:cNvPr>
          <p:cNvPicPr>
            <a:picLocks noGrp="1" noChangeAspect="1"/>
          </p:cNvPicPr>
          <p:nvPr>
            <p:ph idx="1"/>
          </p:nvPr>
        </p:nvPicPr>
        <p:blipFill>
          <a:blip r:embed="rId2"/>
          <a:stretch>
            <a:fillRect/>
          </a:stretch>
        </p:blipFill>
        <p:spPr>
          <a:xfrm>
            <a:off x="54679" y="1008352"/>
            <a:ext cx="7565321" cy="4286836"/>
          </a:xfrm>
          <a:prstGeom prst="rect">
            <a:avLst/>
          </a:prstGeom>
        </p:spPr>
      </p:pic>
      <p:sp>
        <p:nvSpPr>
          <p:cNvPr id="5" name="Slide Number Placeholder 4">
            <a:extLst>
              <a:ext uri="{FF2B5EF4-FFF2-40B4-BE49-F238E27FC236}">
                <a16:creationId xmlns:a16="http://schemas.microsoft.com/office/drawing/2014/main" id="{D7C8BAC7-D1DC-4D6D-840B-15D6AA15BE17}"/>
              </a:ext>
            </a:extLst>
          </p:cNvPr>
          <p:cNvSpPr>
            <a:spLocks noGrp="1"/>
          </p:cNvSpPr>
          <p:nvPr>
            <p:ph type="sldNum" sz="quarter" idx="12"/>
          </p:nvPr>
        </p:nvSpPr>
        <p:spPr/>
        <p:txBody>
          <a:bodyPr/>
          <a:lstStyle/>
          <a:p>
            <a:fld id="{9E82CC3C-1DC0-4FDA-9590-6CC506AB67F8}" type="slidenum">
              <a:rPr lang="de-DE" smtClean="0"/>
              <a:t>10</a:t>
            </a:fld>
            <a:endParaRPr lang="de-DE" dirty="0"/>
          </a:p>
        </p:txBody>
      </p:sp>
      <p:sp>
        <p:nvSpPr>
          <p:cNvPr id="3" name="Flowchart: Process 2">
            <a:extLst>
              <a:ext uri="{FF2B5EF4-FFF2-40B4-BE49-F238E27FC236}">
                <a16:creationId xmlns:a16="http://schemas.microsoft.com/office/drawing/2014/main" id="{29993842-9CAE-4800-B243-4C0C7FE74FBC}"/>
              </a:ext>
            </a:extLst>
          </p:cNvPr>
          <p:cNvSpPr/>
          <p:nvPr/>
        </p:nvSpPr>
        <p:spPr>
          <a:xfrm>
            <a:off x="0" y="2332956"/>
            <a:ext cx="3978876" cy="988540"/>
          </a:xfrm>
          <a:prstGeom prst="flowChartProcess">
            <a:avLst/>
          </a:prstGeom>
          <a:noFill/>
          <a:ln w="7620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Tree>
    <p:extLst>
      <p:ext uri="{BB962C8B-B14F-4D97-AF65-F5344CB8AC3E}">
        <p14:creationId xmlns:p14="http://schemas.microsoft.com/office/powerpoint/2010/main" val="1670957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43D63-094A-41D7-9BD2-836775E34816}"/>
              </a:ext>
            </a:extLst>
          </p:cNvPr>
          <p:cNvSpPr>
            <a:spLocks noGrp="1"/>
          </p:cNvSpPr>
          <p:nvPr>
            <p:ph type="title"/>
          </p:nvPr>
        </p:nvSpPr>
        <p:spPr/>
        <p:txBody>
          <a:bodyPr/>
          <a:lstStyle/>
          <a:p>
            <a:r>
              <a:rPr lang="en-US" dirty="0" err="1"/>
              <a:t>Explainability</a:t>
            </a:r>
            <a:r>
              <a:rPr lang="en-US" dirty="0"/>
              <a:t> challenges as mentioned by practitioners</a:t>
            </a:r>
            <a:endParaRPr lang="en-DE" dirty="0"/>
          </a:p>
        </p:txBody>
      </p:sp>
      <p:pic>
        <p:nvPicPr>
          <p:cNvPr id="6" name="Content Placeholder 5">
            <a:extLst>
              <a:ext uri="{FF2B5EF4-FFF2-40B4-BE49-F238E27FC236}">
                <a16:creationId xmlns:a16="http://schemas.microsoft.com/office/drawing/2014/main" id="{E98EA614-0BB2-429A-9C1A-BE2CCC620596}"/>
              </a:ext>
            </a:extLst>
          </p:cNvPr>
          <p:cNvPicPr>
            <a:picLocks noGrp="1" noChangeAspect="1"/>
          </p:cNvPicPr>
          <p:nvPr>
            <p:ph idx="1"/>
          </p:nvPr>
        </p:nvPicPr>
        <p:blipFill>
          <a:blip r:embed="rId2"/>
          <a:stretch>
            <a:fillRect/>
          </a:stretch>
        </p:blipFill>
        <p:spPr>
          <a:xfrm>
            <a:off x="-1" y="2343492"/>
            <a:ext cx="7613935" cy="1668585"/>
          </a:xfrm>
          <a:prstGeom prst="rect">
            <a:avLst/>
          </a:prstGeom>
        </p:spPr>
      </p:pic>
      <p:sp>
        <p:nvSpPr>
          <p:cNvPr id="5" name="Slide Number Placeholder 4">
            <a:extLst>
              <a:ext uri="{FF2B5EF4-FFF2-40B4-BE49-F238E27FC236}">
                <a16:creationId xmlns:a16="http://schemas.microsoft.com/office/drawing/2014/main" id="{40E69B80-9F87-4761-8C94-1B5DD11AFE15}"/>
              </a:ext>
            </a:extLst>
          </p:cNvPr>
          <p:cNvSpPr>
            <a:spLocks noGrp="1"/>
          </p:cNvSpPr>
          <p:nvPr>
            <p:ph type="sldNum" sz="quarter" idx="12"/>
          </p:nvPr>
        </p:nvSpPr>
        <p:spPr/>
        <p:txBody>
          <a:bodyPr/>
          <a:lstStyle/>
          <a:p>
            <a:fld id="{9E82CC3C-1DC0-4FDA-9590-6CC506AB67F8}" type="slidenum">
              <a:rPr lang="de-DE" smtClean="0"/>
              <a:t>11</a:t>
            </a:fld>
            <a:endParaRPr lang="de-DE" dirty="0"/>
          </a:p>
        </p:txBody>
      </p:sp>
    </p:spTree>
    <p:extLst>
      <p:ext uri="{BB962C8B-B14F-4D97-AF65-F5344CB8AC3E}">
        <p14:creationId xmlns:p14="http://schemas.microsoft.com/office/powerpoint/2010/main" val="37386323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BBEAC-FAA9-4367-9319-568C4F5F9559}"/>
              </a:ext>
            </a:extLst>
          </p:cNvPr>
          <p:cNvSpPr>
            <a:spLocks noGrp="1"/>
          </p:cNvSpPr>
          <p:nvPr>
            <p:ph type="title"/>
          </p:nvPr>
        </p:nvSpPr>
        <p:spPr/>
        <p:txBody>
          <a:bodyPr/>
          <a:lstStyle/>
          <a:p>
            <a:r>
              <a:rPr lang="en-US" dirty="0"/>
              <a:t>Why XAI? --&gt; Why is it important for a company as DTAG?</a:t>
            </a:r>
            <a:endParaRPr lang="en-DE" dirty="0"/>
          </a:p>
        </p:txBody>
      </p:sp>
      <p:sp>
        <p:nvSpPr>
          <p:cNvPr id="4" name="Content Placeholder 3">
            <a:extLst>
              <a:ext uri="{FF2B5EF4-FFF2-40B4-BE49-F238E27FC236}">
                <a16:creationId xmlns:a16="http://schemas.microsoft.com/office/drawing/2014/main" id="{96C5CB21-3D6F-407C-8176-13098E33F549}"/>
              </a:ext>
            </a:extLst>
          </p:cNvPr>
          <p:cNvSpPr>
            <a:spLocks noGrp="1"/>
          </p:cNvSpPr>
          <p:nvPr>
            <p:ph idx="1"/>
          </p:nvPr>
        </p:nvSpPr>
        <p:spPr>
          <a:xfrm>
            <a:off x="158117" y="1808021"/>
            <a:ext cx="6839479" cy="3708400"/>
          </a:xfrm>
        </p:spPr>
        <p:txBody>
          <a:bodyPr>
            <a:normAutofit/>
          </a:bodyPr>
          <a:lstStyle/>
          <a:p>
            <a:pPr marL="0" indent="0">
              <a:buNone/>
            </a:pPr>
            <a:r>
              <a:rPr lang="en-US" sz="1000" dirty="0"/>
              <a:t>Explainable AI (XAI) goes beyond merely building accurate AI models. It emphasizes </a:t>
            </a:r>
            <a:r>
              <a:rPr lang="en-US" sz="1000" b="1" dirty="0"/>
              <a:t>transparency</a:t>
            </a:r>
            <a:r>
              <a:rPr lang="en-US" sz="1000" dirty="0"/>
              <a:t>, </a:t>
            </a:r>
            <a:r>
              <a:rPr lang="en-US" sz="1000" b="1" dirty="0"/>
              <a:t>interpretability</a:t>
            </a:r>
            <a:r>
              <a:rPr lang="en-US" sz="1000" dirty="0"/>
              <a:t>, and </a:t>
            </a:r>
            <a:r>
              <a:rPr lang="en-US" sz="1000" b="1" dirty="0"/>
              <a:t>trust</a:t>
            </a:r>
            <a:r>
              <a:rPr lang="en-US" sz="1000" dirty="0"/>
              <a:t>. For a large commercial vehicle manufacturer like </a:t>
            </a:r>
            <a:r>
              <a:rPr lang="en-US" sz="1000" b="1" dirty="0"/>
              <a:t>Daimler Truck Holding AG (DTAG)</a:t>
            </a:r>
            <a:r>
              <a:rPr lang="en-US" sz="1000" dirty="0"/>
              <a:t>, adopting XAI can yield significant benefits across safety-critical AI-based systems, customer trust, and regulatory compliance.</a:t>
            </a:r>
            <a:endParaRPr lang="en-US" sz="1000" b="1" dirty="0"/>
          </a:p>
          <a:p>
            <a:endParaRPr lang="en-US" sz="1000" b="1" dirty="0"/>
          </a:p>
          <a:p>
            <a:r>
              <a:rPr lang="en-US" sz="1200" b="1" dirty="0"/>
              <a:t>Aligning With Regulatory and Legal Imperatives</a:t>
            </a:r>
          </a:p>
          <a:p>
            <a:pPr lvl="1"/>
            <a:r>
              <a:rPr lang="en-US" sz="1200" dirty="0"/>
              <a:t>A </a:t>
            </a:r>
            <a:r>
              <a:rPr lang="en-US" sz="1200" b="1" dirty="0"/>
              <a:t>regulatory imperative</a:t>
            </a:r>
            <a:r>
              <a:rPr lang="en-US" sz="1200" dirty="0"/>
              <a:t> is based on rules set by specific regulatory agencies for a particular sector, while a </a:t>
            </a:r>
            <a:r>
              <a:rPr lang="en-US" sz="1200" b="1" dirty="0"/>
              <a:t>legal imperative</a:t>
            </a:r>
            <a:r>
              <a:rPr lang="en-US" sz="1200" dirty="0"/>
              <a:t> is based on formal laws passed by the government.</a:t>
            </a:r>
            <a:endParaRPr lang="en-US" sz="1200" b="1" dirty="0"/>
          </a:p>
          <a:p>
            <a:pPr marL="0" indent="0">
              <a:buNone/>
            </a:pPr>
            <a:endParaRPr lang="en-US" sz="1200" b="1" dirty="0"/>
          </a:p>
        </p:txBody>
      </p:sp>
      <p:sp>
        <p:nvSpPr>
          <p:cNvPr id="5" name="Slide Number Placeholder 4">
            <a:extLst>
              <a:ext uri="{FF2B5EF4-FFF2-40B4-BE49-F238E27FC236}">
                <a16:creationId xmlns:a16="http://schemas.microsoft.com/office/drawing/2014/main" id="{1248BC75-B7E3-4D92-B390-FAE3242CC6CD}"/>
              </a:ext>
            </a:extLst>
          </p:cNvPr>
          <p:cNvSpPr>
            <a:spLocks noGrp="1"/>
          </p:cNvSpPr>
          <p:nvPr>
            <p:ph type="sldNum" sz="quarter" idx="12"/>
          </p:nvPr>
        </p:nvSpPr>
        <p:spPr/>
        <p:txBody>
          <a:bodyPr/>
          <a:lstStyle/>
          <a:p>
            <a:fld id="{9E82CC3C-1DC0-4FDA-9590-6CC506AB67F8}" type="slidenum">
              <a:rPr lang="de-DE" smtClean="0"/>
              <a:t>12</a:t>
            </a:fld>
            <a:endParaRPr lang="de-DE" dirty="0"/>
          </a:p>
        </p:txBody>
      </p:sp>
    </p:spTree>
    <p:extLst>
      <p:ext uri="{BB962C8B-B14F-4D97-AF65-F5344CB8AC3E}">
        <p14:creationId xmlns:p14="http://schemas.microsoft.com/office/powerpoint/2010/main" val="28208616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E7FC8-60A6-4F7E-9B2F-CD48D7CECB0C}"/>
              </a:ext>
            </a:extLst>
          </p:cNvPr>
          <p:cNvSpPr>
            <a:spLocks noGrp="1"/>
          </p:cNvSpPr>
          <p:nvPr>
            <p:ph type="title"/>
          </p:nvPr>
        </p:nvSpPr>
        <p:spPr/>
        <p:txBody>
          <a:bodyPr/>
          <a:lstStyle/>
          <a:p>
            <a:r>
              <a:rPr lang="en-US" dirty="0"/>
              <a:t>Why is it important for a company?</a:t>
            </a:r>
            <a:endParaRPr lang="en-DE" dirty="0"/>
          </a:p>
        </p:txBody>
      </p:sp>
      <p:sp>
        <p:nvSpPr>
          <p:cNvPr id="4" name="Content Placeholder 3">
            <a:extLst>
              <a:ext uri="{FF2B5EF4-FFF2-40B4-BE49-F238E27FC236}">
                <a16:creationId xmlns:a16="http://schemas.microsoft.com/office/drawing/2014/main" id="{FC9F64B7-7FF8-4AD5-BCA3-AD01788C60A1}"/>
              </a:ext>
            </a:extLst>
          </p:cNvPr>
          <p:cNvSpPr>
            <a:spLocks noGrp="1"/>
          </p:cNvSpPr>
          <p:nvPr>
            <p:ph idx="1"/>
          </p:nvPr>
        </p:nvSpPr>
        <p:spPr>
          <a:xfrm>
            <a:off x="280725" y="1852612"/>
            <a:ext cx="6839479" cy="3708400"/>
          </a:xfrm>
        </p:spPr>
        <p:txBody>
          <a:bodyPr/>
          <a:lstStyle/>
          <a:p>
            <a:r>
              <a:rPr lang="en-US" sz="1200" b="1" dirty="0"/>
              <a:t>Rapidly Evolving Regulations</a:t>
            </a:r>
            <a:endParaRPr lang="en-US" sz="1200" dirty="0"/>
          </a:p>
          <a:p>
            <a:pPr lvl="1"/>
            <a:r>
              <a:rPr lang="en-US" sz="1200" dirty="0"/>
              <a:t>Autonomous vehicles are heavily inspected: Manufacturers must demonstrate how AI systems make decisions in regions such as the EU (EU AI Act) and the US (NHTSA guidelines).</a:t>
            </a:r>
          </a:p>
          <a:p>
            <a:r>
              <a:rPr lang="en-US" sz="1200" b="1" dirty="0"/>
              <a:t>Legal Risk Mitigation</a:t>
            </a:r>
            <a:endParaRPr lang="en-US" sz="1200" dirty="0"/>
          </a:p>
          <a:p>
            <a:pPr lvl="1"/>
            <a:r>
              <a:rPr lang="en-US" sz="1200" dirty="0"/>
              <a:t>In the event of an incident (e.g., collision, malfunction), DTAG will need a </a:t>
            </a:r>
            <a:r>
              <a:rPr lang="en-US" sz="1200" b="1" dirty="0"/>
              <a:t>clear audit trail</a:t>
            </a:r>
            <a:r>
              <a:rPr lang="en-US" sz="1200" dirty="0"/>
              <a:t> showing it proactively defined and tested </a:t>
            </a:r>
            <a:r>
              <a:rPr lang="en-US" sz="1200" dirty="0" err="1"/>
              <a:t>explainability</a:t>
            </a:r>
            <a:r>
              <a:rPr lang="en-US" sz="1200" dirty="0"/>
              <a:t> features.</a:t>
            </a:r>
          </a:p>
          <a:p>
            <a:endParaRPr lang="en-DE" sz="1000" dirty="0"/>
          </a:p>
          <a:p>
            <a:endParaRPr lang="en-DE" dirty="0"/>
          </a:p>
        </p:txBody>
      </p:sp>
      <p:sp>
        <p:nvSpPr>
          <p:cNvPr id="6" name="Slide Number Placeholder 5">
            <a:extLst>
              <a:ext uri="{FF2B5EF4-FFF2-40B4-BE49-F238E27FC236}">
                <a16:creationId xmlns:a16="http://schemas.microsoft.com/office/drawing/2014/main" id="{90DB43D6-B943-41E7-8FA0-ABD029A2B806}"/>
              </a:ext>
            </a:extLst>
          </p:cNvPr>
          <p:cNvSpPr>
            <a:spLocks noGrp="1"/>
          </p:cNvSpPr>
          <p:nvPr>
            <p:ph type="sldNum" sz="quarter" idx="12"/>
          </p:nvPr>
        </p:nvSpPr>
        <p:spPr/>
        <p:txBody>
          <a:bodyPr/>
          <a:lstStyle/>
          <a:p>
            <a:fld id="{9E82CC3C-1DC0-4FDA-9590-6CC506AB67F8}" type="slidenum">
              <a:rPr lang="de-DE" smtClean="0"/>
              <a:t>13</a:t>
            </a:fld>
            <a:endParaRPr lang="de-DE" dirty="0"/>
          </a:p>
        </p:txBody>
      </p:sp>
    </p:spTree>
    <p:extLst>
      <p:ext uri="{BB962C8B-B14F-4D97-AF65-F5344CB8AC3E}">
        <p14:creationId xmlns:p14="http://schemas.microsoft.com/office/powerpoint/2010/main" val="2273772267"/>
      </p:ext>
    </p:extLst>
  </p:cSld>
  <p:clrMapOvr>
    <a:masterClrMapping/>
  </p:clrMapOvr>
  <p:extLst mod="1">
    <p:ext uri="{6950BFC3-D8DA-4A85-94F7-54DA5524770B}">
      <p188:commentRel xmlns:p188="http://schemas.microsoft.com/office/powerpoint/2018/8/main" xmlns="" r:id="rId3"/>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49C64-9E42-4F36-9251-B9E565E206B8}"/>
              </a:ext>
            </a:extLst>
          </p:cNvPr>
          <p:cNvSpPr>
            <a:spLocks noGrp="1"/>
          </p:cNvSpPr>
          <p:nvPr>
            <p:ph type="title"/>
          </p:nvPr>
        </p:nvSpPr>
        <p:spPr/>
        <p:txBody>
          <a:bodyPr/>
          <a:lstStyle/>
          <a:p>
            <a:r>
              <a:rPr lang="en-US" dirty="0"/>
              <a:t>Why is it important for a company?</a:t>
            </a:r>
            <a:endParaRPr lang="en-DE" dirty="0"/>
          </a:p>
        </p:txBody>
      </p:sp>
      <p:sp>
        <p:nvSpPr>
          <p:cNvPr id="4" name="Content Placeholder 3">
            <a:extLst>
              <a:ext uri="{FF2B5EF4-FFF2-40B4-BE49-F238E27FC236}">
                <a16:creationId xmlns:a16="http://schemas.microsoft.com/office/drawing/2014/main" id="{B5D3FAB1-656C-4295-A54D-8473B150803A}"/>
              </a:ext>
            </a:extLst>
          </p:cNvPr>
          <p:cNvSpPr>
            <a:spLocks noGrp="1"/>
          </p:cNvSpPr>
          <p:nvPr>
            <p:ph idx="1"/>
          </p:nvPr>
        </p:nvSpPr>
        <p:spPr>
          <a:xfrm>
            <a:off x="210012" y="1812795"/>
            <a:ext cx="6839479" cy="3708400"/>
          </a:xfrm>
        </p:spPr>
        <p:txBody>
          <a:bodyPr/>
          <a:lstStyle/>
          <a:p>
            <a:r>
              <a:rPr lang="en-US" sz="1200" b="1" dirty="0"/>
              <a:t>Improving Stakeholder Trust and Brand Reputation</a:t>
            </a:r>
          </a:p>
          <a:p>
            <a:pPr lvl="1"/>
            <a:r>
              <a:rPr lang="en-US" sz="1200" b="1" dirty="0"/>
              <a:t>Transparent Decision-Making</a:t>
            </a:r>
            <a:endParaRPr lang="en-US" sz="1200" dirty="0"/>
          </a:p>
          <a:p>
            <a:pPr lvl="2"/>
            <a:r>
              <a:rPr lang="en-US" sz="1000" dirty="0"/>
              <a:t>Commercial fleets, logistics partners, and end customers want </a:t>
            </a:r>
            <a:r>
              <a:rPr lang="en-US" sz="1000" b="1" dirty="0"/>
              <a:t>explanations</a:t>
            </a:r>
            <a:r>
              <a:rPr lang="en-US" sz="1000" dirty="0"/>
              <a:t> of why an AV behaves as it does—especially for safety-critical decisions like braking or steering.</a:t>
            </a:r>
          </a:p>
          <a:p>
            <a:pPr lvl="1"/>
            <a:endParaRPr lang="en-US" sz="1200" dirty="0"/>
          </a:p>
          <a:p>
            <a:pPr lvl="1"/>
            <a:r>
              <a:rPr lang="en-US" sz="1200" b="1" dirty="0"/>
              <a:t>Market Differentiation</a:t>
            </a:r>
            <a:endParaRPr lang="en-US" sz="1200" dirty="0"/>
          </a:p>
          <a:p>
            <a:pPr lvl="2"/>
            <a:r>
              <a:rPr lang="en-US" sz="1000" dirty="0"/>
              <a:t>With multiple automotive and trucking OEMs racing to offer autonomous solutions, XAI (Explainable AI) can be a </a:t>
            </a:r>
            <a:r>
              <a:rPr lang="en-US" sz="1000" b="1" dirty="0"/>
              <a:t>distinctive selling point</a:t>
            </a:r>
            <a:r>
              <a:rPr lang="en-US" sz="1000" dirty="0"/>
              <a:t>.</a:t>
            </a:r>
          </a:p>
          <a:p>
            <a:pPr marL="0" indent="0">
              <a:buNone/>
            </a:pPr>
            <a:endParaRPr lang="en-DE" dirty="0"/>
          </a:p>
        </p:txBody>
      </p:sp>
      <p:sp>
        <p:nvSpPr>
          <p:cNvPr id="5" name="Slide Number Placeholder 4">
            <a:extLst>
              <a:ext uri="{FF2B5EF4-FFF2-40B4-BE49-F238E27FC236}">
                <a16:creationId xmlns:a16="http://schemas.microsoft.com/office/drawing/2014/main" id="{272E8E82-0161-4864-840B-D41CDCF61DE8}"/>
              </a:ext>
            </a:extLst>
          </p:cNvPr>
          <p:cNvSpPr>
            <a:spLocks noGrp="1"/>
          </p:cNvSpPr>
          <p:nvPr>
            <p:ph type="sldNum" sz="quarter" idx="12"/>
          </p:nvPr>
        </p:nvSpPr>
        <p:spPr/>
        <p:txBody>
          <a:bodyPr/>
          <a:lstStyle/>
          <a:p>
            <a:fld id="{9E82CC3C-1DC0-4FDA-9590-6CC506AB67F8}" type="slidenum">
              <a:rPr lang="de-DE" smtClean="0"/>
              <a:t>14</a:t>
            </a:fld>
            <a:endParaRPr lang="de-DE" dirty="0"/>
          </a:p>
        </p:txBody>
      </p:sp>
    </p:spTree>
    <p:extLst>
      <p:ext uri="{BB962C8B-B14F-4D97-AF65-F5344CB8AC3E}">
        <p14:creationId xmlns:p14="http://schemas.microsoft.com/office/powerpoint/2010/main" val="21531344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53397-F2D1-4DA0-8CEE-16E9CEF2835F}"/>
              </a:ext>
            </a:extLst>
          </p:cNvPr>
          <p:cNvSpPr>
            <a:spLocks noGrp="1"/>
          </p:cNvSpPr>
          <p:nvPr>
            <p:ph type="title"/>
          </p:nvPr>
        </p:nvSpPr>
        <p:spPr/>
        <p:txBody>
          <a:bodyPr/>
          <a:lstStyle/>
          <a:p>
            <a:r>
              <a:rPr lang="en-US" dirty="0"/>
              <a:t>Why is it important for a company?</a:t>
            </a:r>
            <a:endParaRPr lang="en-DE" dirty="0"/>
          </a:p>
        </p:txBody>
      </p:sp>
      <p:sp>
        <p:nvSpPr>
          <p:cNvPr id="4" name="Content Placeholder 3">
            <a:extLst>
              <a:ext uri="{FF2B5EF4-FFF2-40B4-BE49-F238E27FC236}">
                <a16:creationId xmlns:a16="http://schemas.microsoft.com/office/drawing/2014/main" id="{79A6C0B5-DB8B-40F6-B03A-8871C008BEEF}"/>
              </a:ext>
            </a:extLst>
          </p:cNvPr>
          <p:cNvSpPr>
            <a:spLocks noGrp="1"/>
          </p:cNvSpPr>
          <p:nvPr>
            <p:ph idx="1"/>
          </p:nvPr>
        </p:nvSpPr>
        <p:spPr>
          <a:xfrm>
            <a:off x="321529" y="1812795"/>
            <a:ext cx="6839479" cy="3708400"/>
          </a:xfrm>
        </p:spPr>
        <p:txBody>
          <a:bodyPr/>
          <a:lstStyle/>
          <a:p>
            <a:r>
              <a:rPr lang="en-US" sz="1200" b="1" dirty="0"/>
              <a:t>Boosting Internal Efficiency and Product Quality</a:t>
            </a:r>
          </a:p>
          <a:p>
            <a:pPr lvl="1"/>
            <a:r>
              <a:rPr lang="en-US" sz="1200" b="1" dirty="0"/>
              <a:t>Systematic Development</a:t>
            </a:r>
            <a:endParaRPr lang="en-US" sz="1200" dirty="0"/>
          </a:p>
          <a:p>
            <a:pPr lvl="2"/>
            <a:r>
              <a:rPr lang="en-US" sz="1000" b="1" dirty="0"/>
              <a:t>Ad hoc</a:t>
            </a:r>
            <a:r>
              <a:rPr lang="en-US" sz="1000" dirty="0"/>
              <a:t> addition of XAI features often leads to incomplete or inconsistent explanations. Proper RE guidelines ensure no crucial stakeholder need is overlooked, reducing future </a:t>
            </a:r>
            <a:r>
              <a:rPr lang="en-US" sz="1000" b="1" dirty="0"/>
              <a:t>rework</a:t>
            </a:r>
            <a:r>
              <a:rPr lang="en-US" sz="1000" dirty="0"/>
              <a:t>.</a:t>
            </a:r>
          </a:p>
          <a:p>
            <a:pPr lvl="1"/>
            <a:r>
              <a:rPr lang="en-US" sz="1200" b="1" dirty="0"/>
              <a:t>Faster Debugging and Maintenance</a:t>
            </a:r>
            <a:endParaRPr lang="en-US" sz="1200" dirty="0"/>
          </a:p>
          <a:p>
            <a:pPr lvl="2"/>
            <a:r>
              <a:rPr lang="en-US" sz="1000" dirty="0"/>
              <a:t>Explanations aren’t just for end-users—</a:t>
            </a:r>
            <a:r>
              <a:rPr lang="en-US" sz="1000" b="1" dirty="0"/>
              <a:t>internal teams</a:t>
            </a:r>
            <a:r>
              <a:rPr lang="en-US" sz="1000" dirty="0"/>
              <a:t> use them to pinpoint system flaws.</a:t>
            </a:r>
          </a:p>
          <a:p>
            <a:pPr marL="0" indent="0">
              <a:buNone/>
            </a:pPr>
            <a:endParaRPr lang="en-DE" dirty="0"/>
          </a:p>
        </p:txBody>
      </p:sp>
      <p:sp>
        <p:nvSpPr>
          <p:cNvPr id="5" name="Slide Number Placeholder 4">
            <a:extLst>
              <a:ext uri="{FF2B5EF4-FFF2-40B4-BE49-F238E27FC236}">
                <a16:creationId xmlns:a16="http://schemas.microsoft.com/office/drawing/2014/main" id="{C0C935E8-CC14-4C85-B4BA-5AF8366E5517}"/>
              </a:ext>
            </a:extLst>
          </p:cNvPr>
          <p:cNvSpPr>
            <a:spLocks noGrp="1"/>
          </p:cNvSpPr>
          <p:nvPr>
            <p:ph type="sldNum" sz="quarter" idx="12"/>
          </p:nvPr>
        </p:nvSpPr>
        <p:spPr/>
        <p:txBody>
          <a:bodyPr/>
          <a:lstStyle/>
          <a:p>
            <a:fld id="{9E82CC3C-1DC0-4FDA-9590-6CC506AB67F8}" type="slidenum">
              <a:rPr lang="de-DE" smtClean="0"/>
              <a:t>15</a:t>
            </a:fld>
            <a:endParaRPr lang="de-DE" dirty="0"/>
          </a:p>
        </p:txBody>
      </p:sp>
    </p:spTree>
    <p:extLst>
      <p:ext uri="{BB962C8B-B14F-4D97-AF65-F5344CB8AC3E}">
        <p14:creationId xmlns:p14="http://schemas.microsoft.com/office/powerpoint/2010/main" val="29910479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B7C4D-D77F-44AB-8BBB-57A49480E641}"/>
              </a:ext>
            </a:extLst>
          </p:cNvPr>
          <p:cNvSpPr>
            <a:spLocks noGrp="1"/>
          </p:cNvSpPr>
          <p:nvPr>
            <p:ph type="title"/>
          </p:nvPr>
        </p:nvSpPr>
        <p:spPr/>
        <p:txBody>
          <a:bodyPr/>
          <a:lstStyle/>
          <a:p>
            <a:r>
              <a:rPr lang="en-US" dirty="0"/>
              <a:t>Problem Statement</a:t>
            </a:r>
            <a:endParaRPr lang="en-DE" dirty="0"/>
          </a:p>
        </p:txBody>
      </p:sp>
      <p:sp>
        <p:nvSpPr>
          <p:cNvPr id="7" name="Slide Number Placeholder 6">
            <a:extLst>
              <a:ext uri="{FF2B5EF4-FFF2-40B4-BE49-F238E27FC236}">
                <a16:creationId xmlns:a16="http://schemas.microsoft.com/office/drawing/2014/main" id="{CCF01D04-5CD6-4E77-9BB2-47F848468981}"/>
              </a:ext>
            </a:extLst>
          </p:cNvPr>
          <p:cNvSpPr>
            <a:spLocks noGrp="1"/>
          </p:cNvSpPr>
          <p:nvPr>
            <p:ph type="sldNum" sz="quarter" idx="12"/>
          </p:nvPr>
        </p:nvSpPr>
        <p:spPr/>
        <p:txBody>
          <a:bodyPr/>
          <a:lstStyle/>
          <a:p>
            <a:fld id="{9E82CC3C-1DC0-4FDA-9590-6CC506AB67F8}" type="slidenum">
              <a:rPr lang="de-DE" smtClean="0"/>
              <a:t>16</a:t>
            </a:fld>
            <a:endParaRPr lang="de-DE" dirty="0"/>
          </a:p>
        </p:txBody>
      </p:sp>
      <p:sp>
        <p:nvSpPr>
          <p:cNvPr id="3" name="Rectangle 2">
            <a:extLst>
              <a:ext uri="{FF2B5EF4-FFF2-40B4-BE49-F238E27FC236}">
                <a16:creationId xmlns:a16="http://schemas.microsoft.com/office/drawing/2014/main" id="{BCBAD415-936C-4964-805E-AB9CECD16247}"/>
              </a:ext>
            </a:extLst>
          </p:cNvPr>
          <p:cNvSpPr/>
          <p:nvPr/>
        </p:nvSpPr>
        <p:spPr>
          <a:xfrm>
            <a:off x="161521" y="2106237"/>
            <a:ext cx="6898811" cy="1785745"/>
          </a:xfrm>
          <a:prstGeom prst="rect">
            <a:avLst/>
          </a:prstGeom>
        </p:spPr>
        <p:txBody>
          <a:bodyPr wrap="square">
            <a:spAutoFit/>
          </a:bodyPr>
          <a:lstStyle/>
          <a:p>
            <a:pPr marL="285750" indent="-285750">
              <a:buFont typeface="Arial" panose="020B0604020202020204" pitchFamily="34" charset="0"/>
              <a:buChar char="•"/>
            </a:pPr>
            <a:r>
              <a:rPr lang="en-US" sz="1600" dirty="0"/>
              <a:t>Current approaches and studies have shed light on various aspects of </a:t>
            </a:r>
            <a:r>
              <a:rPr lang="en-US" sz="1600" dirty="0" err="1"/>
              <a:t>explainability</a:t>
            </a:r>
            <a:r>
              <a:rPr lang="en-US" sz="1600" dirty="0"/>
              <a:t> requirements.</a:t>
            </a:r>
            <a:br>
              <a:rPr lang="en-US" sz="1600" dirty="0"/>
            </a:br>
            <a:endParaRPr lang="en-US" sz="1600" dirty="0"/>
          </a:p>
          <a:p>
            <a:pPr marL="285750" indent="-285750">
              <a:buFont typeface="Arial" panose="020B0604020202020204" pitchFamily="34" charset="0"/>
              <a:buChar char="•"/>
            </a:pPr>
            <a:r>
              <a:rPr lang="en-US" sz="1600" dirty="0"/>
              <a:t>However, these approaches often address specific aspects of </a:t>
            </a:r>
            <a:r>
              <a:rPr lang="en-US" sz="1600" dirty="0" err="1"/>
              <a:t>explainability</a:t>
            </a:r>
            <a:r>
              <a:rPr lang="en-US" sz="1600" dirty="0"/>
              <a:t> and lack a comprehensive method to satisfy end-users demands by validating these requirements.</a:t>
            </a:r>
          </a:p>
          <a:p>
            <a:endParaRPr lang="en-US" dirty="0"/>
          </a:p>
        </p:txBody>
      </p:sp>
    </p:spTree>
    <p:extLst>
      <p:ext uri="{BB962C8B-B14F-4D97-AF65-F5344CB8AC3E}">
        <p14:creationId xmlns:p14="http://schemas.microsoft.com/office/powerpoint/2010/main" val="1689660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F2D135-DCDA-A864-9268-1557607227E3}"/>
              </a:ext>
            </a:extLst>
          </p:cNvPr>
          <p:cNvSpPr>
            <a:spLocks noGrp="1"/>
          </p:cNvSpPr>
          <p:nvPr>
            <p:ph type="title"/>
          </p:nvPr>
        </p:nvSpPr>
        <p:spPr>
          <a:xfrm>
            <a:off x="210013" y="961503"/>
            <a:ext cx="7199975" cy="587370"/>
          </a:xfrm>
        </p:spPr>
        <p:txBody>
          <a:bodyPr/>
          <a:lstStyle/>
          <a:p>
            <a:r>
              <a:rPr lang="en-US" dirty="0">
                <a:cs typeface="Arial"/>
              </a:rPr>
              <a:t>What do we want to achieve?</a:t>
            </a:r>
            <a:endParaRPr lang="en-US" dirty="0"/>
          </a:p>
        </p:txBody>
      </p:sp>
      <p:sp>
        <p:nvSpPr>
          <p:cNvPr id="4" name="Content Placeholder 3">
            <a:extLst>
              <a:ext uri="{FF2B5EF4-FFF2-40B4-BE49-F238E27FC236}">
                <a16:creationId xmlns:a16="http://schemas.microsoft.com/office/drawing/2014/main" id="{906A9711-3D7C-A19E-3AF5-D30EFE7B894D}"/>
              </a:ext>
            </a:extLst>
          </p:cNvPr>
          <p:cNvSpPr>
            <a:spLocks noGrp="1"/>
          </p:cNvSpPr>
          <p:nvPr>
            <p:ph idx="1"/>
          </p:nvPr>
        </p:nvSpPr>
        <p:spPr>
          <a:xfrm>
            <a:off x="210012" y="1457016"/>
            <a:ext cx="6839479" cy="3708400"/>
          </a:xfrm>
        </p:spPr>
        <p:txBody>
          <a:bodyPr vert="horz" lIns="91440" tIns="45720" rIns="91440" bIns="45720" rtlCol="0" anchor="t">
            <a:normAutofit/>
          </a:bodyPr>
          <a:lstStyle/>
          <a:p>
            <a:pPr marL="0" indent="0">
              <a:buNone/>
            </a:pPr>
            <a:r>
              <a:rPr lang="en-US" sz="2000" dirty="0">
                <a:solidFill>
                  <a:srgbClr val="000000"/>
                </a:solidFill>
                <a:latin typeface="Arial"/>
                <a:cs typeface="Arial"/>
              </a:rPr>
              <a:t>Experimenting with experts, we aim </a:t>
            </a:r>
            <a:r>
              <a:rPr lang="en-US" sz="2000" dirty="0">
                <a:solidFill>
                  <a:srgbClr val="000000"/>
                </a:solidFill>
                <a:cs typeface="Arial"/>
              </a:rPr>
              <a:t>to understand current practices and challenges better.</a:t>
            </a:r>
            <a:endParaRPr lang="en-US" sz="2000" dirty="0"/>
          </a:p>
        </p:txBody>
      </p:sp>
      <p:sp>
        <p:nvSpPr>
          <p:cNvPr id="6" name="Slide Number Placeholder 5">
            <a:extLst>
              <a:ext uri="{FF2B5EF4-FFF2-40B4-BE49-F238E27FC236}">
                <a16:creationId xmlns:a16="http://schemas.microsoft.com/office/drawing/2014/main" id="{5293D73A-04DC-CC3B-EB66-CDC293D442E9}"/>
              </a:ext>
            </a:extLst>
          </p:cNvPr>
          <p:cNvSpPr>
            <a:spLocks noGrp="1"/>
          </p:cNvSpPr>
          <p:nvPr>
            <p:ph type="sldNum" sz="quarter" idx="12"/>
          </p:nvPr>
        </p:nvSpPr>
        <p:spPr/>
        <p:txBody>
          <a:bodyPr/>
          <a:lstStyle/>
          <a:p>
            <a:fld id="{9E82CC3C-1DC0-4FDA-9590-6CC506AB67F8}" type="slidenum">
              <a:rPr lang="de-DE" smtClean="0"/>
              <a:t>17</a:t>
            </a:fld>
            <a:endParaRPr lang="de-DE" dirty="0"/>
          </a:p>
        </p:txBody>
      </p:sp>
      <p:graphicFrame>
        <p:nvGraphicFramePr>
          <p:cNvPr id="3" name="Diagram 2">
            <a:extLst>
              <a:ext uri="{FF2B5EF4-FFF2-40B4-BE49-F238E27FC236}">
                <a16:creationId xmlns:a16="http://schemas.microsoft.com/office/drawing/2014/main" id="{45BA8573-1FAE-4E22-B5CE-DA1E4714F31E}"/>
              </a:ext>
            </a:extLst>
          </p:cNvPr>
          <p:cNvGraphicFramePr/>
          <p:nvPr>
            <p:extLst>
              <p:ext uri="{D42A27DB-BD31-4B8C-83A1-F6EECF244321}">
                <p14:modId xmlns:p14="http://schemas.microsoft.com/office/powerpoint/2010/main" val="2592161870"/>
              </p:ext>
            </p:extLst>
          </p:nvPr>
        </p:nvGraphicFramePr>
        <p:xfrm>
          <a:off x="3403159" y="2115047"/>
          <a:ext cx="4433734" cy="31811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25499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B295111-3D64-4644-AF01-1C7B5747B7E3}"/>
              </a:ext>
            </a:extLst>
          </p:cNvPr>
          <p:cNvSpPr>
            <a:spLocks noGrp="1"/>
          </p:cNvSpPr>
          <p:nvPr>
            <p:ph type="ftr" sz="quarter" idx="11"/>
          </p:nvPr>
        </p:nvSpPr>
        <p:spPr/>
        <p:txBody>
          <a:bodyPr/>
          <a:lstStyle/>
          <a:p>
            <a:r>
              <a:rPr lang="de-DE"/>
              <a:t>TUM School of Computation, Information and Technology | Technische Universität München</a:t>
            </a:r>
          </a:p>
        </p:txBody>
      </p:sp>
      <p:sp>
        <p:nvSpPr>
          <p:cNvPr id="3" name="Slide Number Placeholder 2">
            <a:extLst>
              <a:ext uri="{FF2B5EF4-FFF2-40B4-BE49-F238E27FC236}">
                <a16:creationId xmlns:a16="http://schemas.microsoft.com/office/drawing/2014/main" id="{7449CABB-FD7E-4F34-90E4-D81C964D96C6}"/>
              </a:ext>
            </a:extLst>
          </p:cNvPr>
          <p:cNvSpPr>
            <a:spLocks noGrp="1"/>
          </p:cNvSpPr>
          <p:nvPr>
            <p:ph type="sldNum" sz="quarter" idx="12"/>
          </p:nvPr>
        </p:nvSpPr>
        <p:spPr/>
        <p:txBody>
          <a:bodyPr/>
          <a:lstStyle/>
          <a:p>
            <a:fld id="{7BC6339C-EBB9-4F99-9F6F-F0910A22596F}" type="slidenum">
              <a:rPr lang="de-DE" smtClean="0"/>
              <a:t>18</a:t>
            </a:fld>
            <a:endParaRPr lang="de-DE"/>
          </a:p>
        </p:txBody>
      </p:sp>
      <p:sp>
        <p:nvSpPr>
          <p:cNvPr id="4" name="Title 3">
            <a:extLst>
              <a:ext uri="{FF2B5EF4-FFF2-40B4-BE49-F238E27FC236}">
                <a16:creationId xmlns:a16="http://schemas.microsoft.com/office/drawing/2014/main" id="{8865DCD6-DF31-405E-A2AE-F40CA1089F30}"/>
              </a:ext>
            </a:extLst>
          </p:cNvPr>
          <p:cNvSpPr>
            <a:spLocks noGrp="1"/>
          </p:cNvSpPr>
          <p:nvPr>
            <p:ph type="title"/>
          </p:nvPr>
        </p:nvSpPr>
        <p:spPr>
          <a:xfrm>
            <a:off x="88093" y="862443"/>
            <a:ext cx="7199975" cy="936000"/>
          </a:xfrm>
        </p:spPr>
        <p:txBody>
          <a:bodyPr/>
          <a:lstStyle/>
          <a:p>
            <a:r>
              <a:rPr lang="en-US" dirty="0"/>
              <a:t>Welcome to the Study Session</a:t>
            </a:r>
            <a:endParaRPr lang="en-DE" dirty="0"/>
          </a:p>
        </p:txBody>
      </p:sp>
      <p:sp>
        <p:nvSpPr>
          <p:cNvPr id="6" name="Rectangle 2">
            <a:extLst>
              <a:ext uri="{FF2B5EF4-FFF2-40B4-BE49-F238E27FC236}">
                <a16:creationId xmlns:a16="http://schemas.microsoft.com/office/drawing/2014/main" id="{60D5D345-8034-4E97-9A4E-AB08B9BD652C}"/>
              </a:ext>
            </a:extLst>
          </p:cNvPr>
          <p:cNvSpPr>
            <a:spLocks noChangeArrowheads="1"/>
          </p:cNvSpPr>
          <p:nvPr/>
        </p:nvSpPr>
        <p:spPr bwMode="auto">
          <a:xfrm>
            <a:off x="121920" y="1584796"/>
            <a:ext cx="749808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DE" altLang="en-DE" sz="1800" b="0" i="0" u="none" strike="noStrike" cap="none" normalizeH="0" baseline="0" dirty="0">
                <a:ln>
                  <a:noFill/>
                </a:ln>
                <a:solidFill>
                  <a:schemeClr val="tx1"/>
                </a:solidFill>
                <a:effectLst/>
                <a:latin typeface="Arial" panose="020B0604020202020204" pitchFamily="34" charset="0"/>
              </a:rPr>
              <a:t>Thank you for participating!</a:t>
            </a:r>
            <a:endParaRPr kumimoji="0" lang="en-US" altLang="en-DE"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DE" altLang="en-DE"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DE" altLang="en-DE" sz="1800" b="0" i="0" u="none" strike="noStrike" cap="none" normalizeH="0" baseline="0" dirty="0">
                <a:ln>
                  <a:noFill/>
                </a:ln>
                <a:solidFill>
                  <a:schemeClr val="tx1"/>
                </a:solidFill>
                <a:effectLst/>
                <a:latin typeface="Arial" panose="020B0604020202020204" pitchFamily="34" charset="0"/>
              </a:rPr>
              <a:t>Today’s Goal:</a:t>
            </a:r>
          </a:p>
          <a:p>
            <a:pPr lvl="1" defTabSz="914400" eaLnBrk="0" fontAlgn="base" hangingPunct="0">
              <a:spcBef>
                <a:spcPct val="0"/>
              </a:spcBef>
              <a:spcAft>
                <a:spcPct val="0"/>
              </a:spcAft>
              <a:buFontTx/>
              <a:buChar char="•"/>
            </a:pPr>
            <a:r>
              <a:rPr kumimoji="0" lang="en-DE" altLang="en-DE" sz="1800" b="0" i="0" u="none" strike="noStrike" cap="none" normalizeH="0" baseline="0" dirty="0">
                <a:ln>
                  <a:noFill/>
                </a:ln>
                <a:solidFill>
                  <a:schemeClr val="tx1"/>
                </a:solidFill>
                <a:effectLst/>
                <a:latin typeface="Arial" panose="020B0604020202020204" pitchFamily="34" charset="0"/>
              </a:rPr>
              <a:t>Learn and apply Requirements Engineering (RE) practices</a:t>
            </a:r>
          </a:p>
          <a:p>
            <a:pPr lvl="1" defTabSz="914400" eaLnBrk="0" fontAlgn="base" hangingPunct="0">
              <a:spcBef>
                <a:spcPct val="0"/>
              </a:spcBef>
              <a:spcAft>
                <a:spcPct val="0"/>
              </a:spcAft>
              <a:buFontTx/>
              <a:buChar char="•"/>
            </a:pPr>
            <a:r>
              <a:rPr kumimoji="0" lang="en-DE" altLang="en-DE" sz="1800" b="0" i="0" u="none" strike="noStrike" cap="none" normalizeH="0" baseline="0" dirty="0">
                <a:ln>
                  <a:noFill/>
                </a:ln>
                <a:solidFill>
                  <a:schemeClr val="tx1"/>
                </a:solidFill>
                <a:effectLst/>
                <a:latin typeface="Arial" panose="020B0604020202020204" pitchFamily="34" charset="0"/>
              </a:rPr>
              <a:t>Collaborate, explore, and reflect together</a:t>
            </a:r>
            <a:r>
              <a:rPr kumimoji="0" lang="en-US" altLang="en-DE" sz="1800" b="0" i="0" u="none" strike="noStrike" cap="none" normalizeH="0" baseline="0" dirty="0">
                <a:ln>
                  <a:noFill/>
                </a:ln>
                <a:solidFill>
                  <a:schemeClr val="tx1"/>
                </a:solidFill>
                <a:effectLst/>
                <a:latin typeface="Arial" panose="020B0604020202020204" pitchFamily="34" charset="0"/>
              </a:rPr>
              <a:t> </a:t>
            </a:r>
            <a:r>
              <a:rPr lang="en-DE" altLang="en-DE" sz="1800" dirty="0">
                <a:latin typeface="Arial" panose="020B0604020202020204" pitchFamily="34" charset="0"/>
              </a:rPr>
              <a:t>Focus on </a:t>
            </a:r>
            <a:r>
              <a:rPr lang="en-DE" altLang="en-DE" sz="1800" b="1" dirty="0" err="1">
                <a:latin typeface="Arial" panose="020B0604020202020204" pitchFamily="34" charset="0"/>
              </a:rPr>
              <a:t>Explainability</a:t>
            </a:r>
            <a:r>
              <a:rPr lang="en-DE" altLang="en-DE" sz="1800" b="1" dirty="0">
                <a:latin typeface="Arial" panose="020B0604020202020204" pitchFamily="34" charset="0"/>
              </a:rPr>
              <a:t> Requirements</a:t>
            </a:r>
            <a:r>
              <a:rPr lang="en-DE" altLang="en-DE" sz="1800" dirty="0">
                <a:latin typeface="Arial" panose="020B0604020202020204" pitchFamily="34" charset="0"/>
              </a:rPr>
              <a:t> in AI</a:t>
            </a:r>
            <a:r>
              <a:rPr lang="en-US" altLang="en-DE" sz="1800" dirty="0">
                <a:latin typeface="Arial" panose="020B0604020202020204" pitchFamily="34" charset="0"/>
              </a:rPr>
              <a:t>-based</a:t>
            </a:r>
            <a:r>
              <a:rPr lang="en-DE" altLang="en-DE" sz="1800" dirty="0">
                <a:latin typeface="Arial" panose="020B0604020202020204" pitchFamily="34" charset="0"/>
              </a:rPr>
              <a:t> systems</a:t>
            </a:r>
          </a:p>
          <a:p>
            <a:pPr marL="0" marR="0" lvl="0" indent="0" algn="l" defTabSz="914400" rtl="0" eaLnBrk="0" fontAlgn="base" latinLnBrk="0" hangingPunct="0">
              <a:lnSpc>
                <a:spcPct val="100000"/>
              </a:lnSpc>
              <a:spcBef>
                <a:spcPct val="0"/>
              </a:spcBef>
              <a:spcAft>
                <a:spcPct val="0"/>
              </a:spcAft>
              <a:buClrTx/>
              <a:buSzTx/>
              <a:tabLst/>
            </a:pPr>
            <a:endParaRPr kumimoji="0" lang="en-DE" altLang="en-DE"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DE" altLang="en-DE"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850060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061507A-5CA0-4126-9BDE-CBCD310835B8}"/>
              </a:ext>
            </a:extLst>
          </p:cNvPr>
          <p:cNvSpPr>
            <a:spLocks noGrp="1"/>
          </p:cNvSpPr>
          <p:nvPr>
            <p:ph type="ftr" sz="quarter" idx="11"/>
          </p:nvPr>
        </p:nvSpPr>
        <p:spPr/>
        <p:txBody>
          <a:bodyPr/>
          <a:lstStyle/>
          <a:p>
            <a:r>
              <a:rPr lang="de-DE"/>
              <a:t>TUM School of Computation, Information and Technology | Technische Universität München</a:t>
            </a:r>
          </a:p>
        </p:txBody>
      </p:sp>
      <p:sp>
        <p:nvSpPr>
          <p:cNvPr id="3" name="Slide Number Placeholder 2">
            <a:extLst>
              <a:ext uri="{FF2B5EF4-FFF2-40B4-BE49-F238E27FC236}">
                <a16:creationId xmlns:a16="http://schemas.microsoft.com/office/drawing/2014/main" id="{B4EF47AA-B506-49BB-86F1-4CFC1D24E035}"/>
              </a:ext>
            </a:extLst>
          </p:cNvPr>
          <p:cNvSpPr>
            <a:spLocks noGrp="1"/>
          </p:cNvSpPr>
          <p:nvPr>
            <p:ph type="sldNum" sz="quarter" idx="12"/>
          </p:nvPr>
        </p:nvSpPr>
        <p:spPr/>
        <p:txBody>
          <a:bodyPr/>
          <a:lstStyle/>
          <a:p>
            <a:fld id="{7BC6339C-EBB9-4F99-9F6F-F0910A22596F}" type="slidenum">
              <a:rPr lang="de-DE" smtClean="0"/>
              <a:t>19</a:t>
            </a:fld>
            <a:endParaRPr lang="de-DE"/>
          </a:p>
        </p:txBody>
      </p:sp>
      <p:sp>
        <p:nvSpPr>
          <p:cNvPr id="4" name="Title 3">
            <a:extLst>
              <a:ext uri="{FF2B5EF4-FFF2-40B4-BE49-F238E27FC236}">
                <a16:creationId xmlns:a16="http://schemas.microsoft.com/office/drawing/2014/main" id="{9D07636E-4EF6-4FF7-A311-E0077E0DD190}"/>
              </a:ext>
            </a:extLst>
          </p:cNvPr>
          <p:cNvSpPr>
            <a:spLocks noGrp="1"/>
          </p:cNvSpPr>
          <p:nvPr>
            <p:ph type="title"/>
          </p:nvPr>
        </p:nvSpPr>
        <p:spPr/>
        <p:txBody>
          <a:bodyPr/>
          <a:lstStyle/>
          <a:p>
            <a:r>
              <a:rPr lang="en-US" dirty="0"/>
              <a:t>Use Case Overview – ASGA</a:t>
            </a:r>
            <a:endParaRPr lang="en-DE" dirty="0"/>
          </a:p>
        </p:txBody>
      </p:sp>
      <p:sp>
        <p:nvSpPr>
          <p:cNvPr id="6" name="Rectangle 1">
            <a:extLst>
              <a:ext uri="{FF2B5EF4-FFF2-40B4-BE49-F238E27FC236}">
                <a16:creationId xmlns:a16="http://schemas.microsoft.com/office/drawing/2014/main" id="{3FA481E6-A8C5-48A6-BEAF-6B68EE8F3098}"/>
              </a:ext>
            </a:extLst>
          </p:cNvPr>
          <p:cNvSpPr>
            <a:spLocks noChangeArrowheads="1"/>
          </p:cNvSpPr>
          <p:nvPr/>
        </p:nvSpPr>
        <p:spPr bwMode="auto">
          <a:xfrm>
            <a:off x="434340" y="1780032"/>
            <a:ext cx="583692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DE" sz="1800" b="0" i="0" u="none" strike="noStrike" cap="none" normalizeH="0" baseline="0" dirty="0">
                <a:ln>
                  <a:noFill/>
                </a:ln>
                <a:solidFill>
                  <a:schemeClr val="tx1"/>
                </a:solidFill>
                <a:effectLst/>
                <a:latin typeface="Arial" panose="020B0604020202020204" pitchFamily="34" charset="0"/>
              </a:rPr>
              <a:t>A</a:t>
            </a:r>
            <a:r>
              <a:rPr kumimoji="0" lang="en-DE" altLang="en-DE" sz="1800" b="0" i="0" u="none" strike="noStrike" cap="none" normalizeH="0" baseline="0" dirty="0" err="1">
                <a:ln>
                  <a:noFill/>
                </a:ln>
                <a:solidFill>
                  <a:schemeClr val="tx1"/>
                </a:solidFill>
                <a:effectLst/>
                <a:latin typeface="Arial" panose="020B0604020202020204" pitchFamily="34" charset="0"/>
              </a:rPr>
              <a:t>ssists</a:t>
            </a:r>
            <a:r>
              <a:rPr kumimoji="0" lang="en-DE" altLang="en-DE" sz="1800" b="0" i="0" u="none" strike="noStrike" cap="none" normalizeH="0" baseline="0" dirty="0">
                <a:ln>
                  <a:noFill/>
                </a:ln>
                <a:solidFill>
                  <a:schemeClr val="tx1"/>
                </a:solidFill>
                <a:effectLst/>
                <a:latin typeface="Arial" panose="020B0604020202020204" pitchFamily="34" charset="0"/>
              </a:rPr>
              <a:t> drivers in detecting blind spot objects</a:t>
            </a:r>
            <a:endParaRPr kumimoji="0" lang="en-US" altLang="en-DE"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DE" altLang="en-DE"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DE" altLang="en-DE" sz="1800" b="0" i="0" u="none" strike="noStrike" cap="none" normalizeH="0" baseline="0" dirty="0">
                <a:ln>
                  <a:noFill/>
                </a:ln>
                <a:solidFill>
                  <a:schemeClr val="tx1"/>
                </a:solidFill>
                <a:effectLst/>
                <a:latin typeface="Arial" panose="020B0604020202020204" pitchFamily="34" charset="0"/>
              </a:rPr>
              <a:t>Key Scenarios:</a:t>
            </a:r>
            <a:endParaRPr kumimoji="0" lang="en-US" altLang="en-DE"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DE" altLang="en-DE" sz="1800" b="0" i="0" u="none" strike="noStrike" cap="none" normalizeH="0" baseline="0" dirty="0">
              <a:ln>
                <a:noFill/>
              </a:ln>
              <a:solidFill>
                <a:schemeClr val="tx1"/>
              </a:solidFill>
              <a:effectLst/>
              <a:latin typeface="Arial" panose="020B0604020202020204" pitchFamily="34" charset="0"/>
            </a:endParaRPr>
          </a:p>
          <a:p>
            <a:pPr lvl="1" defTabSz="914400" eaLnBrk="0" fontAlgn="base" hangingPunct="0">
              <a:spcBef>
                <a:spcPct val="0"/>
              </a:spcBef>
              <a:spcAft>
                <a:spcPct val="0"/>
              </a:spcAft>
              <a:buFontTx/>
              <a:buChar char="•"/>
            </a:pPr>
            <a:r>
              <a:rPr kumimoji="0" lang="en-DE" altLang="en-DE" sz="1800" b="0" i="0" u="none" strike="noStrike" cap="none" normalizeH="0" baseline="0" dirty="0">
                <a:ln>
                  <a:noFill/>
                </a:ln>
                <a:solidFill>
                  <a:schemeClr val="tx1"/>
                </a:solidFill>
                <a:effectLst/>
                <a:latin typeface="Arial" panose="020B0604020202020204" pitchFamily="34" charset="0"/>
              </a:rPr>
              <a:t>Obstacle detection</a:t>
            </a:r>
          </a:p>
          <a:p>
            <a:pPr lvl="1" defTabSz="914400" eaLnBrk="0" fontAlgn="base" hangingPunct="0">
              <a:spcBef>
                <a:spcPct val="0"/>
              </a:spcBef>
              <a:spcAft>
                <a:spcPct val="0"/>
              </a:spcAft>
              <a:buFontTx/>
              <a:buChar char="•"/>
            </a:pPr>
            <a:r>
              <a:rPr kumimoji="0" lang="en-DE" altLang="en-DE" sz="1800" b="0" i="0" u="none" strike="noStrike" cap="none" normalizeH="0" baseline="0" dirty="0">
                <a:ln>
                  <a:noFill/>
                </a:ln>
                <a:solidFill>
                  <a:schemeClr val="tx1"/>
                </a:solidFill>
                <a:effectLst/>
                <a:latin typeface="Arial" panose="020B0604020202020204" pitchFamily="34" charset="0"/>
              </a:rPr>
              <a:t>Alerts &amp; system responses</a:t>
            </a:r>
          </a:p>
          <a:p>
            <a:pPr lvl="1" defTabSz="914400" eaLnBrk="0" fontAlgn="base" hangingPunct="0">
              <a:spcBef>
                <a:spcPct val="0"/>
              </a:spcBef>
              <a:spcAft>
                <a:spcPct val="0"/>
              </a:spcAft>
              <a:buFontTx/>
              <a:buChar char="•"/>
            </a:pPr>
            <a:r>
              <a:rPr kumimoji="0" lang="en-DE" altLang="en-DE" sz="1800" b="0" i="0" u="none" strike="noStrike" cap="none" normalizeH="0" baseline="0" dirty="0">
                <a:ln>
                  <a:noFill/>
                </a:ln>
                <a:solidFill>
                  <a:schemeClr val="tx1"/>
                </a:solidFill>
                <a:effectLst/>
                <a:latin typeface="Arial" panose="020B0604020202020204" pitchFamily="34" charset="0"/>
              </a:rPr>
              <a:t>Situations needing clear </a:t>
            </a:r>
            <a:r>
              <a:rPr kumimoji="0" lang="en-DE" altLang="en-DE" sz="1800" b="1" i="0" u="none" strike="noStrike" cap="none" normalizeH="0" baseline="0" dirty="0">
                <a:ln>
                  <a:noFill/>
                </a:ln>
                <a:solidFill>
                  <a:schemeClr val="tx1"/>
                </a:solidFill>
                <a:effectLst/>
                <a:latin typeface="Arial" panose="020B0604020202020204" pitchFamily="34" charset="0"/>
              </a:rPr>
              <a:t>explanations</a:t>
            </a:r>
            <a:endParaRPr kumimoji="0" lang="en-DE" altLang="en-DE"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DE" altLang="en-DE"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125052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68E4F10-9CC2-4A94-9D41-78DA72FE86E3}"/>
              </a:ext>
            </a:extLst>
          </p:cNvPr>
          <p:cNvSpPr>
            <a:spLocks noGrp="1"/>
          </p:cNvSpPr>
          <p:nvPr>
            <p:ph type="ftr" sz="quarter" idx="11"/>
          </p:nvPr>
        </p:nvSpPr>
        <p:spPr/>
        <p:txBody>
          <a:bodyPr/>
          <a:lstStyle/>
          <a:p>
            <a:r>
              <a:rPr lang="de-DE"/>
              <a:t>TUM School of Computation, Information and Technology | Technische Universität München</a:t>
            </a:r>
          </a:p>
        </p:txBody>
      </p:sp>
      <p:sp>
        <p:nvSpPr>
          <p:cNvPr id="3" name="Slide Number Placeholder 2">
            <a:extLst>
              <a:ext uri="{FF2B5EF4-FFF2-40B4-BE49-F238E27FC236}">
                <a16:creationId xmlns:a16="http://schemas.microsoft.com/office/drawing/2014/main" id="{ABD0073E-C7F4-46C4-8BA4-DBB82D860670}"/>
              </a:ext>
            </a:extLst>
          </p:cNvPr>
          <p:cNvSpPr>
            <a:spLocks noGrp="1"/>
          </p:cNvSpPr>
          <p:nvPr>
            <p:ph type="sldNum" sz="quarter" idx="12"/>
          </p:nvPr>
        </p:nvSpPr>
        <p:spPr/>
        <p:txBody>
          <a:bodyPr/>
          <a:lstStyle/>
          <a:p>
            <a:fld id="{7BC6339C-EBB9-4F99-9F6F-F0910A22596F}" type="slidenum">
              <a:rPr lang="de-DE" smtClean="0"/>
              <a:t>20</a:t>
            </a:fld>
            <a:endParaRPr lang="de-DE"/>
          </a:p>
        </p:txBody>
      </p:sp>
      <p:sp>
        <p:nvSpPr>
          <p:cNvPr id="4" name="Title 3">
            <a:extLst>
              <a:ext uri="{FF2B5EF4-FFF2-40B4-BE49-F238E27FC236}">
                <a16:creationId xmlns:a16="http://schemas.microsoft.com/office/drawing/2014/main" id="{BC80624A-B60A-47ED-BB51-63BBEDB51CE2}"/>
              </a:ext>
            </a:extLst>
          </p:cNvPr>
          <p:cNvSpPr>
            <a:spLocks noGrp="1"/>
          </p:cNvSpPr>
          <p:nvPr>
            <p:ph type="title"/>
          </p:nvPr>
        </p:nvSpPr>
        <p:spPr/>
        <p:txBody>
          <a:bodyPr/>
          <a:lstStyle/>
          <a:p>
            <a:r>
              <a:rPr lang="en-US" dirty="0"/>
              <a:t>How This Study is Structured</a:t>
            </a:r>
            <a:endParaRPr lang="en-DE" dirty="0"/>
          </a:p>
        </p:txBody>
      </p:sp>
      <p:sp>
        <p:nvSpPr>
          <p:cNvPr id="5" name="Rectangle 1">
            <a:extLst>
              <a:ext uri="{FF2B5EF4-FFF2-40B4-BE49-F238E27FC236}">
                <a16:creationId xmlns:a16="http://schemas.microsoft.com/office/drawing/2014/main" id="{46956605-EB1B-45EA-BFFA-1E7DA2207BC5}"/>
              </a:ext>
            </a:extLst>
          </p:cNvPr>
          <p:cNvSpPr>
            <a:spLocks noChangeArrowheads="1"/>
          </p:cNvSpPr>
          <p:nvPr/>
        </p:nvSpPr>
        <p:spPr bwMode="auto">
          <a:xfrm>
            <a:off x="326159" y="1897503"/>
            <a:ext cx="6420668"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DE" altLang="en-DE" sz="1800" b="0" i="0" u="none" strike="noStrike" cap="none" normalizeH="0" baseline="0" dirty="0">
                <a:ln>
                  <a:noFill/>
                </a:ln>
                <a:solidFill>
                  <a:schemeClr val="tx1"/>
                </a:solidFill>
                <a:effectLst/>
                <a:latin typeface="Arial" panose="020B0604020202020204" pitchFamily="34" charset="0"/>
              </a:rPr>
              <a:t>Total participants: 9</a:t>
            </a:r>
            <a:endParaRPr kumimoji="0" lang="en-US" altLang="en-DE"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DE" altLang="en-DE"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DE" altLang="en-DE" sz="1800" b="0" i="0" u="none" strike="noStrike" cap="none" normalizeH="0" baseline="0" dirty="0">
                <a:ln>
                  <a:noFill/>
                </a:ln>
                <a:solidFill>
                  <a:schemeClr val="tx1"/>
                </a:solidFill>
                <a:effectLst/>
                <a:latin typeface="Arial" panose="020B0604020202020204" pitchFamily="34" charset="0"/>
              </a:rPr>
              <a:t>3 Phases: </a:t>
            </a:r>
            <a:endParaRPr kumimoji="0" lang="en-US" altLang="en-DE" sz="1800" b="0" i="0" u="none" strike="noStrike" cap="none" normalizeH="0" baseline="0" dirty="0">
              <a:ln>
                <a:noFill/>
              </a:ln>
              <a:solidFill>
                <a:schemeClr val="tx1"/>
              </a:solidFill>
              <a:effectLst/>
              <a:latin typeface="Arial" panose="020B0604020202020204" pitchFamily="34" charset="0"/>
            </a:endParaRPr>
          </a:p>
          <a:p>
            <a:pPr lvl="1" defTabSz="914400" eaLnBrk="0" fontAlgn="base" hangingPunct="0">
              <a:spcBef>
                <a:spcPct val="0"/>
              </a:spcBef>
              <a:spcAft>
                <a:spcPct val="0"/>
              </a:spcAft>
              <a:buFontTx/>
              <a:buChar char="•"/>
            </a:pPr>
            <a:r>
              <a:rPr kumimoji="0" lang="en-DE" altLang="en-DE" sz="1800" b="0" i="0" u="none" strike="noStrike" cap="none" normalizeH="0" baseline="0" dirty="0">
                <a:ln>
                  <a:noFill/>
                </a:ln>
                <a:solidFill>
                  <a:schemeClr val="tx1"/>
                </a:solidFill>
                <a:effectLst/>
                <a:latin typeface="Arial" panose="020B0604020202020204" pitchFamily="34" charset="0"/>
              </a:rPr>
              <a:t>Elicitation → Specification → Validation</a:t>
            </a:r>
            <a:endParaRPr kumimoji="0" lang="en-US" altLang="en-DE" sz="1800" b="0" i="0" u="none" strike="noStrike" cap="none" normalizeH="0" baseline="0" dirty="0">
              <a:ln>
                <a:noFill/>
              </a:ln>
              <a:solidFill>
                <a:schemeClr val="tx1"/>
              </a:solidFill>
              <a:effectLst/>
              <a:latin typeface="Arial" panose="020B0604020202020204" pitchFamily="34" charset="0"/>
            </a:endParaRPr>
          </a:p>
          <a:p>
            <a:pPr lvl="1" defTabSz="914400" eaLnBrk="0" fontAlgn="base" hangingPunct="0">
              <a:spcBef>
                <a:spcPct val="0"/>
              </a:spcBef>
              <a:spcAft>
                <a:spcPct val="0"/>
              </a:spcAft>
            </a:pPr>
            <a:endParaRPr kumimoji="0" lang="en-DE" altLang="en-DE"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DE" altLang="en-DE" sz="1800" b="0" i="0" u="none" strike="noStrike" cap="none" normalizeH="0" baseline="0" dirty="0">
                <a:ln>
                  <a:noFill/>
                </a:ln>
                <a:solidFill>
                  <a:schemeClr val="tx1"/>
                </a:solidFill>
                <a:effectLst/>
                <a:latin typeface="Arial" panose="020B0604020202020204" pitchFamily="34" charset="0"/>
              </a:rPr>
              <a:t>You’ll be grouped into teams of 3 (shuffled after each phase)</a:t>
            </a:r>
            <a:endParaRPr kumimoji="0" lang="en-US" altLang="en-DE"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DE" altLang="en-DE"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DE" altLang="en-DE" sz="1800" b="0" i="0" u="none" strike="noStrike" cap="none" normalizeH="0" baseline="0" dirty="0">
                <a:ln>
                  <a:noFill/>
                </a:ln>
                <a:solidFill>
                  <a:schemeClr val="tx1"/>
                </a:solidFill>
                <a:effectLst/>
                <a:latin typeface="Arial" panose="020B0604020202020204" pitchFamily="34" charset="0"/>
              </a:rPr>
              <a:t>Each group gets </a:t>
            </a:r>
            <a:r>
              <a:rPr kumimoji="0" lang="en-DE" altLang="en-DE" sz="1800" b="1" i="0" u="none" strike="noStrike" cap="none" normalizeH="0" baseline="0" dirty="0">
                <a:ln>
                  <a:noFill/>
                </a:ln>
                <a:solidFill>
                  <a:schemeClr val="tx1"/>
                </a:solidFill>
                <a:effectLst/>
                <a:latin typeface="Arial" panose="020B0604020202020204" pitchFamily="34" charset="0"/>
              </a:rPr>
              <a:t>one RE technique per phase</a:t>
            </a:r>
            <a:endParaRPr kumimoji="0" lang="en-DE" altLang="en-DE"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642394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A1E0BF8-F9BB-4EF3-98B6-CD06C3A8E8DD}"/>
              </a:ext>
            </a:extLst>
          </p:cNvPr>
          <p:cNvSpPr>
            <a:spLocks noGrp="1"/>
          </p:cNvSpPr>
          <p:nvPr>
            <p:ph type="ftr" sz="quarter" idx="11"/>
          </p:nvPr>
        </p:nvSpPr>
        <p:spPr/>
        <p:txBody>
          <a:bodyPr/>
          <a:lstStyle/>
          <a:p>
            <a:r>
              <a:rPr lang="de-DE"/>
              <a:t>TUM School of Computation, Information and Technology | Technische Universität München</a:t>
            </a:r>
          </a:p>
        </p:txBody>
      </p:sp>
      <p:sp>
        <p:nvSpPr>
          <p:cNvPr id="3" name="Slide Number Placeholder 2">
            <a:extLst>
              <a:ext uri="{FF2B5EF4-FFF2-40B4-BE49-F238E27FC236}">
                <a16:creationId xmlns:a16="http://schemas.microsoft.com/office/drawing/2014/main" id="{09832BDA-FDE5-465F-8521-ACF26E906DB7}"/>
              </a:ext>
            </a:extLst>
          </p:cNvPr>
          <p:cNvSpPr>
            <a:spLocks noGrp="1"/>
          </p:cNvSpPr>
          <p:nvPr>
            <p:ph type="sldNum" sz="quarter" idx="12"/>
          </p:nvPr>
        </p:nvSpPr>
        <p:spPr/>
        <p:txBody>
          <a:bodyPr/>
          <a:lstStyle/>
          <a:p>
            <a:fld id="{7BC6339C-EBB9-4F99-9F6F-F0910A22596F}" type="slidenum">
              <a:rPr lang="de-DE" smtClean="0"/>
              <a:t>21</a:t>
            </a:fld>
            <a:endParaRPr lang="de-DE"/>
          </a:p>
        </p:txBody>
      </p:sp>
      <p:sp>
        <p:nvSpPr>
          <p:cNvPr id="4" name="Title 3">
            <a:extLst>
              <a:ext uri="{FF2B5EF4-FFF2-40B4-BE49-F238E27FC236}">
                <a16:creationId xmlns:a16="http://schemas.microsoft.com/office/drawing/2014/main" id="{5955A22D-1BAE-427B-8611-111A794EFD33}"/>
              </a:ext>
            </a:extLst>
          </p:cNvPr>
          <p:cNvSpPr>
            <a:spLocks noGrp="1"/>
          </p:cNvSpPr>
          <p:nvPr>
            <p:ph type="title"/>
          </p:nvPr>
        </p:nvSpPr>
        <p:spPr/>
        <p:txBody>
          <a:bodyPr/>
          <a:lstStyle/>
          <a:p>
            <a:r>
              <a:rPr lang="en-US" dirty="0"/>
              <a:t>What You’ll Be Doing</a:t>
            </a:r>
            <a:endParaRPr lang="en-DE" dirty="0"/>
          </a:p>
        </p:txBody>
      </p:sp>
      <p:sp>
        <p:nvSpPr>
          <p:cNvPr id="7" name="Rectangle 2">
            <a:extLst>
              <a:ext uri="{FF2B5EF4-FFF2-40B4-BE49-F238E27FC236}">
                <a16:creationId xmlns:a16="http://schemas.microsoft.com/office/drawing/2014/main" id="{22F97111-E4DA-4CF6-B381-117B7A5C8A98}"/>
              </a:ext>
            </a:extLst>
          </p:cNvPr>
          <p:cNvSpPr>
            <a:spLocks noChangeArrowheads="1"/>
          </p:cNvSpPr>
          <p:nvPr/>
        </p:nvSpPr>
        <p:spPr bwMode="auto">
          <a:xfrm>
            <a:off x="210012" y="1729802"/>
            <a:ext cx="7620000"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DE" altLang="en-DE" sz="1800" b="0" i="0" u="none" strike="noStrike" cap="none" normalizeH="0" baseline="0" dirty="0">
                <a:ln>
                  <a:noFill/>
                </a:ln>
                <a:solidFill>
                  <a:schemeClr val="tx1"/>
                </a:solidFill>
                <a:effectLst/>
                <a:latin typeface="Arial" panose="020B0604020202020204" pitchFamily="34" charset="0"/>
              </a:rPr>
              <a:t>Phase 1: Eliciting Requirements</a:t>
            </a:r>
            <a:endParaRPr kumimoji="0" lang="en-US" altLang="en-DE"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DE" sz="1800" b="0" i="0" u="none" strike="noStrike" cap="none" normalizeH="0" baseline="0" dirty="0">
              <a:ln>
                <a:noFill/>
              </a:ln>
              <a:solidFill>
                <a:schemeClr val="tx1"/>
              </a:solidFill>
              <a:effectLst/>
              <a:latin typeface="Arial" panose="020B0604020202020204" pitchFamily="34" charset="0"/>
            </a:endParaRPr>
          </a:p>
          <a:p>
            <a:pPr lvl="1" defTabSz="914400" eaLnBrk="0" fontAlgn="base" hangingPunct="0">
              <a:spcBef>
                <a:spcPct val="0"/>
              </a:spcBef>
              <a:spcAft>
                <a:spcPct val="0"/>
              </a:spcAft>
              <a:buFontTx/>
              <a:buChar char="•"/>
            </a:pPr>
            <a:r>
              <a:rPr kumimoji="0" lang="en-US" altLang="en-DE" sz="1800" b="0" i="0" u="none" strike="noStrike" cap="none" normalizeH="0" baseline="0" dirty="0">
                <a:ln>
                  <a:noFill/>
                </a:ln>
                <a:solidFill>
                  <a:schemeClr val="tx1"/>
                </a:solidFill>
                <a:effectLst/>
                <a:latin typeface="Arial" panose="020B0604020202020204" pitchFamily="34" charset="0"/>
              </a:rPr>
              <a:t> I</a:t>
            </a:r>
            <a:r>
              <a:rPr kumimoji="0" lang="en-DE" altLang="en-DE" sz="1800" b="0" i="0" u="none" strike="noStrike" cap="none" normalizeH="0" baseline="0" dirty="0" err="1">
                <a:ln>
                  <a:noFill/>
                </a:ln>
                <a:solidFill>
                  <a:schemeClr val="tx1"/>
                </a:solidFill>
                <a:effectLst/>
                <a:latin typeface="Arial" panose="020B0604020202020204" pitchFamily="34" charset="0"/>
              </a:rPr>
              <a:t>nterviews</a:t>
            </a:r>
            <a:r>
              <a:rPr kumimoji="0" lang="en-DE" altLang="en-DE" sz="1800" b="0" i="0" u="none" strike="noStrike" cap="none" normalizeH="0" baseline="0" dirty="0">
                <a:ln>
                  <a:noFill/>
                </a:ln>
                <a:solidFill>
                  <a:schemeClr val="tx1"/>
                </a:solidFill>
                <a:effectLst/>
                <a:latin typeface="Arial" panose="020B0604020202020204" pitchFamily="34" charset="0"/>
              </a:rPr>
              <a:t>, brainstorming, task analysis</a:t>
            </a:r>
            <a:endParaRPr kumimoji="0" lang="en-US" altLang="en-DE" sz="1800" b="0" i="0" u="none" strike="noStrike" cap="none" normalizeH="0" baseline="0" dirty="0">
              <a:ln>
                <a:noFill/>
              </a:ln>
              <a:solidFill>
                <a:schemeClr val="tx1"/>
              </a:solidFill>
              <a:effectLst/>
              <a:latin typeface="Arial" panose="020B0604020202020204" pitchFamily="34" charset="0"/>
            </a:endParaRPr>
          </a:p>
          <a:p>
            <a:pPr lvl="1" defTabSz="914400" eaLnBrk="0" fontAlgn="base" hangingPunct="0">
              <a:spcBef>
                <a:spcPct val="0"/>
              </a:spcBef>
              <a:spcAft>
                <a:spcPct val="0"/>
              </a:spcAft>
            </a:pPr>
            <a:endParaRPr kumimoji="0" lang="en-DE" altLang="en-DE"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DE" altLang="en-DE" sz="1800" b="0" i="0" u="none" strike="noStrike" cap="none" normalizeH="0" baseline="0" dirty="0">
                <a:ln>
                  <a:noFill/>
                </a:ln>
                <a:solidFill>
                  <a:schemeClr val="tx1"/>
                </a:solidFill>
                <a:effectLst/>
                <a:latin typeface="Arial" panose="020B0604020202020204" pitchFamily="34" charset="0"/>
              </a:rPr>
              <a:t>Phase 2: Specifying Requirements</a:t>
            </a:r>
            <a:endParaRPr kumimoji="0" lang="en-US" altLang="en-DE" sz="1800" b="0" i="0" u="none" strike="noStrike" cap="none" normalizeH="0" baseline="0" dirty="0">
              <a:ln>
                <a:noFill/>
              </a:ln>
              <a:solidFill>
                <a:schemeClr val="tx1"/>
              </a:solidFill>
              <a:effectLst/>
              <a:latin typeface="Arial" panose="020B0604020202020204" pitchFamily="34" charset="0"/>
            </a:endParaRPr>
          </a:p>
          <a:p>
            <a:pPr lvl="1" defTabSz="914400" eaLnBrk="0" fontAlgn="base" hangingPunct="0">
              <a:spcBef>
                <a:spcPct val="0"/>
              </a:spcBef>
              <a:spcAft>
                <a:spcPct val="0"/>
              </a:spcAft>
              <a:buFontTx/>
              <a:buChar char="•"/>
            </a:pPr>
            <a:endParaRPr kumimoji="0" lang="en-US" altLang="en-DE" sz="1800" b="0" i="0" u="none" strike="noStrike" cap="none" normalizeH="0" baseline="0" dirty="0">
              <a:ln>
                <a:noFill/>
              </a:ln>
              <a:solidFill>
                <a:schemeClr val="tx1"/>
              </a:solidFill>
              <a:effectLst/>
              <a:latin typeface="Arial" panose="020B0604020202020204" pitchFamily="34" charset="0"/>
            </a:endParaRPr>
          </a:p>
          <a:p>
            <a:pPr lvl="1" defTabSz="914400" eaLnBrk="0" fontAlgn="base" hangingPunct="0">
              <a:spcBef>
                <a:spcPct val="0"/>
              </a:spcBef>
              <a:spcAft>
                <a:spcPct val="0"/>
              </a:spcAft>
              <a:buFontTx/>
              <a:buChar char="•"/>
            </a:pPr>
            <a:r>
              <a:rPr kumimoji="0" lang="en-US" altLang="en-DE" sz="1800" b="0" i="0" u="none" strike="noStrike" cap="none" normalizeH="0" baseline="0" dirty="0">
                <a:ln>
                  <a:noFill/>
                </a:ln>
                <a:solidFill>
                  <a:schemeClr val="tx1"/>
                </a:solidFill>
                <a:effectLst/>
                <a:latin typeface="Arial" panose="020B0604020202020204" pitchFamily="34" charset="0"/>
              </a:rPr>
              <a:t> </a:t>
            </a:r>
            <a:r>
              <a:rPr lang="en-US" altLang="en-DE" sz="1800" dirty="0">
                <a:latin typeface="Arial" panose="020B0604020202020204" pitchFamily="34" charset="0"/>
              </a:rPr>
              <a:t>N</a:t>
            </a:r>
            <a:r>
              <a:rPr kumimoji="0" lang="en-DE" altLang="en-DE" sz="1800" b="0" i="0" u="none" strike="noStrike" cap="none" normalizeH="0" baseline="0" dirty="0" err="1">
                <a:ln>
                  <a:noFill/>
                </a:ln>
                <a:solidFill>
                  <a:schemeClr val="tx1"/>
                </a:solidFill>
                <a:effectLst/>
                <a:latin typeface="Arial" panose="020B0604020202020204" pitchFamily="34" charset="0"/>
              </a:rPr>
              <a:t>atural</a:t>
            </a:r>
            <a:r>
              <a:rPr kumimoji="0" lang="en-DE" altLang="en-DE" sz="1800" b="0" i="0" u="none" strike="noStrike" cap="none" normalizeH="0" baseline="0" dirty="0">
                <a:ln>
                  <a:noFill/>
                </a:ln>
                <a:solidFill>
                  <a:schemeClr val="tx1"/>
                </a:solidFill>
                <a:effectLst/>
                <a:latin typeface="Arial" panose="020B0604020202020204" pitchFamily="34" charset="0"/>
              </a:rPr>
              <a:t> language, use case </a:t>
            </a:r>
            <a:r>
              <a:rPr kumimoji="0" lang="en-DE" altLang="en-DE" sz="1800" b="0" i="0" u="none" strike="noStrike" cap="none" normalizeH="0" baseline="0" dirty="0" err="1">
                <a:ln>
                  <a:noFill/>
                </a:ln>
                <a:solidFill>
                  <a:schemeClr val="tx1"/>
                </a:solidFill>
                <a:effectLst/>
                <a:latin typeface="Arial" panose="020B0604020202020204" pitchFamily="34" charset="0"/>
              </a:rPr>
              <a:t>modeling</a:t>
            </a:r>
            <a:r>
              <a:rPr kumimoji="0" lang="en-DE" altLang="en-DE" sz="1800" b="0" i="0" u="none" strike="noStrike" cap="none" normalizeH="0" baseline="0" dirty="0">
                <a:ln>
                  <a:noFill/>
                </a:ln>
                <a:solidFill>
                  <a:schemeClr val="tx1"/>
                </a:solidFill>
                <a:effectLst/>
                <a:latin typeface="Arial" panose="020B0604020202020204" pitchFamily="34" charset="0"/>
              </a:rPr>
              <a:t>, </a:t>
            </a:r>
            <a:r>
              <a:rPr kumimoji="0" lang="en-DE" altLang="en-DE" sz="1800" b="0" i="0" u="none" strike="noStrike" cap="none" normalizeH="0" baseline="0" dirty="0" err="1">
                <a:ln>
                  <a:noFill/>
                </a:ln>
                <a:solidFill>
                  <a:schemeClr val="tx1"/>
                </a:solidFill>
                <a:effectLst/>
                <a:latin typeface="Arial" panose="020B0604020202020204" pitchFamily="34" charset="0"/>
              </a:rPr>
              <a:t>softgoal</a:t>
            </a:r>
            <a:r>
              <a:rPr kumimoji="0" lang="en-DE" altLang="en-DE" sz="1800" b="0" i="0" u="none" strike="noStrike" cap="none" normalizeH="0" baseline="0" dirty="0">
                <a:ln>
                  <a:noFill/>
                </a:ln>
                <a:solidFill>
                  <a:schemeClr val="tx1"/>
                </a:solidFill>
                <a:effectLst/>
                <a:latin typeface="Arial" panose="020B0604020202020204" pitchFamily="34" charset="0"/>
              </a:rPr>
              <a:t> diagrams</a:t>
            </a:r>
            <a:endParaRPr kumimoji="0" lang="en-US" altLang="en-DE" sz="1800" b="0" i="0" u="none" strike="noStrike" cap="none" normalizeH="0" baseline="0" dirty="0">
              <a:ln>
                <a:noFill/>
              </a:ln>
              <a:solidFill>
                <a:schemeClr val="tx1"/>
              </a:solidFill>
              <a:effectLst/>
              <a:latin typeface="Arial" panose="020B0604020202020204" pitchFamily="34" charset="0"/>
            </a:endParaRPr>
          </a:p>
          <a:p>
            <a:pPr lvl="1" defTabSz="914400" eaLnBrk="0" fontAlgn="base" hangingPunct="0">
              <a:spcBef>
                <a:spcPct val="0"/>
              </a:spcBef>
              <a:spcAft>
                <a:spcPct val="0"/>
              </a:spcAft>
            </a:pPr>
            <a:endParaRPr kumimoji="0" lang="en-DE" altLang="en-DE"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DE" altLang="en-DE" sz="1800" b="0" i="0" u="none" strike="noStrike" cap="none" normalizeH="0" baseline="0" dirty="0">
                <a:ln>
                  <a:noFill/>
                </a:ln>
                <a:solidFill>
                  <a:schemeClr val="tx1"/>
                </a:solidFill>
                <a:effectLst/>
                <a:latin typeface="Arial" panose="020B0604020202020204" pitchFamily="34" charset="0"/>
              </a:rPr>
              <a:t>Phase 3: Validating Requirements</a:t>
            </a:r>
            <a:endParaRPr kumimoji="0" lang="en-US" altLang="en-DE" sz="1800" b="0" i="0" u="none" strike="noStrike" cap="none" normalizeH="0" baseline="0" dirty="0">
              <a:ln>
                <a:noFill/>
              </a:ln>
              <a:solidFill>
                <a:schemeClr val="tx1"/>
              </a:solidFill>
              <a:effectLst/>
              <a:latin typeface="Arial" panose="020B0604020202020204" pitchFamily="34" charset="0"/>
            </a:endParaRPr>
          </a:p>
          <a:p>
            <a:pPr lvl="1" defTabSz="914400" eaLnBrk="0" fontAlgn="base" hangingPunct="0">
              <a:spcBef>
                <a:spcPct val="0"/>
              </a:spcBef>
              <a:spcAft>
                <a:spcPct val="0"/>
              </a:spcAft>
              <a:buFontTx/>
              <a:buChar char="•"/>
            </a:pPr>
            <a:endParaRPr lang="en-US" altLang="en-DE" sz="1800" dirty="0">
              <a:latin typeface="Arial" panose="020B0604020202020204" pitchFamily="34" charset="0"/>
            </a:endParaRPr>
          </a:p>
          <a:p>
            <a:pPr lvl="1" defTabSz="914400" eaLnBrk="0" fontAlgn="base" hangingPunct="0">
              <a:spcBef>
                <a:spcPct val="0"/>
              </a:spcBef>
              <a:spcAft>
                <a:spcPct val="0"/>
              </a:spcAft>
              <a:buFontTx/>
              <a:buChar char="•"/>
            </a:pPr>
            <a:r>
              <a:rPr lang="en-US" altLang="en-DE" sz="1800" dirty="0">
                <a:latin typeface="Arial" panose="020B0604020202020204" pitchFamily="34" charset="0"/>
              </a:rPr>
              <a:t> F</a:t>
            </a:r>
            <a:r>
              <a:rPr kumimoji="0" lang="en-DE" altLang="en-DE" sz="1800" b="0" i="0" u="none" strike="noStrike" cap="none" normalizeH="0" baseline="0" dirty="0" err="1">
                <a:ln>
                  <a:noFill/>
                </a:ln>
                <a:solidFill>
                  <a:schemeClr val="tx1"/>
                </a:solidFill>
                <a:effectLst/>
                <a:latin typeface="Arial" panose="020B0604020202020204" pitchFamily="34" charset="0"/>
              </a:rPr>
              <a:t>eedback</a:t>
            </a:r>
            <a:r>
              <a:rPr kumimoji="0" lang="en-DE" altLang="en-DE" sz="1800" b="0" i="0" u="none" strike="noStrike" cap="none" normalizeH="0" baseline="0" dirty="0">
                <a:ln>
                  <a:noFill/>
                </a:ln>
                <a:solidFill>
                  <a:schemeClr val="tx1"/>
                </a:solidFill>
                <a:effectLst/>
                <a:latin typeface="Arial" panose="020B0604020202020204" pitchFamily="34" charset="0"/>
              </a:rPr>
              <a:t> sessions, walkthroughs, compliance check</a:t>
            </a:r>
          </a:p>
        </p:txBody>
      </p:sp>
    </p:spTree>
    <p:extLst>
      <p:ext uri="{BB962C8B-B14F-4D97-AF65-F5344CB8AC3E}">
        <p14:creationId xmlns:p14="http://schemas.microsoft.com/office/powerpoint/2010/main" val="847898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41B282B-D3C2-48C7-BD7E-38A8151E08FE}"/>
              </a:ext>
            </a:extLst>
          </p:cNvPr>
          <p:cNvSpPr>
            <a:spLocks noGrp="1"/>
          </p:cNvSpPr>
          <p:nvPr>
            <p:ph type="ftr" sz="quarter" idx="11"/>
          </p:nvPr>
        </p:nvSpPr>
        <p:spPr/>
        <p:txBody>
          <a:bodyPr/>
          <a:lstStyle/>
          <a:p>
            <a:r>
              <a:rPr lang="de-DE"/>
              <a:t>TUM School of Computation, Information and Technology | Technische Universität München</a:t>
            </a:r>
          </a:p>
        </p:txBody>
      </p:sp>
      <p:sp>
        <p:nvSpPr>
          <p:cNvPr id="3" name="Slide Number Placeholder 2">
            <a:extLst>
              <a:ext uri="{FF2B5EF4-FFF2-40B4-BE49-F238E27FC236}">
                <a16:creationId xmlns:a16="http://schemas.microsoft.com/office/drawing/2014/main" id="{A8919C6F-AEE2-4063-B3C3-4D60A87F2D98}"/>
              </a:ext>
            </a:extLst>
          </p:cNvPr>
          <p:cNvSpPr>
            <a:spLocks noGrp="1"/>
          </p:cNvSpPr>
          <p:nvPr>
            <p:ph type="sldNum" sz="quarter" idx="12"/>
          </p:nvPr>
        </p:nvSpPr>
        <p:spPr/>
        <p:txBody>
          <a:bodyPr/>
          <a:lstStyle/>
          <a:p>
            <a:fld id="{7BC6339C-EBB9-4F99-9F6F-F0910A22596F}" type="slidenum">
              <a:rPr lang="de-DE" smtClean="0"/>
              <a:t>22</a:t>
            </a:fld>
            <a:endParaRPr lang="de-DE"/>
          </a:p>
        </p:txBody>
      </p:sp>
      <p:sp>
        <p:nvSpPr>
          <p:cNvPr id="4" name="Title 3">
            <a:extLst>
              <a:ext uri="{FF2B5EF4-FFF2-40B4-BE49-F238E27FC236}">
                <a16:creationId xmlns:a16="http://schemas.microsoft.com/office/drawing/2014/main" id="{784699B6-B4B4-475F-9EAB-AA76E1500F4B}"/>
              </a:ext>
            </a:extLst>
          </p:cNvPr>
          <p:cNvSpPr>
            <a:spLocks noGrp="1"/>
          </p:cNvSpPr>
          <p:nvPr>
            <p:ph type="title"/>
          </p:nvPr>
        </p:nvSpPr>
        <p:spPr/>
        <p:txBody>
          <a:bodyPr/>
          <a:lstStyle/>
          <a:p>
            <a:r>
              <a:rPr lang="en-US" dirty="0"/>
              <a:t>Speak Your Thoughts Aloud</a:t>
            </a:r>
            <a:endParaRPr lang="en-DE" dirty="0"/>
          </a:p>
        </p:txBody>
      </p:sp>
      <p:sp>
        <p:nvSpPr>
          <p:cNvPr id="5" name="Rectangle 1">
            <a:extLst>
              <a:ext uri="{FF2B5EF4-FFF2-40B4-BE49-F238E27FC236}">
                <a16:creationId xmlns:a16="http://schemas.microsoft.com/office/drawing/2014/main" id="{532C6AAA-E024-4CE7-97DF-B8169240963A}"/>
              </a:ext>
            </a:extLst>
          </p:cNvPr>
          <p:cNvSpPr>
            <a:spLocks noChangeArrowheads="1"/>
          </p:cNvSpPr>
          <p:nvPr/>
        </p:nvSpPr>
        <p:spPr bwMode="auto">
          <a:xfrm>
            <a:off x="271323" y="1897503"/>
            <a:ext cx="6530340"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DE" altLang="en-DE" sz="1800" b="0" i="0" u="none" strike="noStrike" cap="none" normalizeH="0" baseline="0" dirty="0">
                <a:ln>
                  <a:noFill/>
                </a:ln>
                <a:solidFill>
                  <a:schemeClr val="tx1"/>
                </a:solidFill>
                <a:effectLst/>
                <a:latin typeface="Arial" panose="020B0604020202020204" pitchFamily="34" charset="0"/>
              </a:rPr>
              <a:t>Talk through your reasoning while performing tasks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DE"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DE" altLang="en-DE" sz="1800" b="0" i="0" u="none" strike="noStrike" cap="none" normalizeH="0" baseline="0" dirty="0">
                <a:ln>
                  <a:noFill/>
                </a:ln>
                <a:solidFill>
                  <a:schemeClr val="tx1"/>
                </a:solidFill>
                <a:effectLst/>
                <a:latin typeface="Arial" panose="020B0604020202020204" pitchFamily="34" charset="0"/>
              </a:rPr>
              <a:t>Helps us understand your thought process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DE"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DE" altLang="en-DE" sz="1800" b="0" i="0" u="none" strike="noStrike" cap="none" normalizeH="0" baseline="0" dirty="0">
                <a:ln>
                  <a:noFill/>
                </a:ln>
                <a:solidFill>
                  <a:schemeClr val="tx1"/>
                </a:solidFill>
                <a:effectLst/>
                <a:latin typeface="Arial" panose="020B0604020202020204" pitchFamily="34" charset="0"/>
              </a:rPr>
              <a:t>Use sheets if verbalizing is hard — that’s okay!</a:t>
            </a:r>
          </a:p>
        </p:txBody>
      </p:sp>
    </p:spTree>
    <p:extLst>
      <p:ext uri="{BB962C8B-B14F-4D97-AF65-F5344CB8AC3E}">
        <p14:creationId xmlns:p14="http://schemas.microsoft.com/office/powerpoint/2010/main" val="22258189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1863AED-2E71-4EB1-BF4D-B4B911E0B582}"/>
              </a:ext>
            </a:extLst>
          </p:cNvPr>
          <p:cNvSpPr>
            <a:spLocks noGrp="1"/>
          </p:cNvSpPr>
          <p:nvPr>
            <p:ph type="ftr" sz="quarter" idx="11"/>
          </p:nvPr>
        </p:nvSpPr>
        <p:spPr/>
        <p:txBody>
          <a:bodyPr/>
          <a:lstStyle/>
          <a:p>
            <a:r>
              <a:rPr lang="de-DE"/>
              <a:t>TUM School of Computation, Information and Technology | Technische Universität München</a:t>
            </a:r>
          </a:p>
        </p:txBody>
      </p:sp>
      <p:sp>
        <p:nvSpPr>
          <p:cNvPr id="3" name="Slide Number Placeholder 2">
            <a:extLst>
              <a:ext uri="{FF2B5EF4-FFF2-40B4-BE49-F238E27FC236}">
                <a16:creationId xmlns:a16="http://schemas.microsoft.com/office/drawing/2014/main" id="{06E760B5-FA3D-46D4-A0F1-C43F447781F0}"/>
              </a:ext>
            </a:extLst>
          </p:cNvPr>
          <p:cNvSpPr>
            <a:spLocks noGrp="1"/>
          </p:cNvSpPr>
          <p:nvPr>
            <p:ph type="sldNum" sz="quarter" idx="12"/>
          </p:nvPr>
        </p:nvSpPr>
        <p:spPr/>
        <p:txBody>
          <a:bodyPr/>
          <a:lstStyle/>
          <a:p>
            <a:fld id="{7BC6339C-EBB9-4F99-9F6F-F0910A22596F}" type="slidenum">
              <a:rPr lang="de-DE" smtClean="0"/>
              <a:t>23</a:t>
            </a:fld>
            <a:endParaRPr lang="de-DE"/>
          </a:p>
        </p:txBody>
      </p:sp>
      <p:sp>
        <p:nvSpPr>
          <p:cNvPr id="4" name="Title 3">
            <a:extLst>
              <a:ext uri="{FF2B5EF4-FFF2-40B4-BE49-F238E27FC236}">
                <a16:creationId xmlns:a16="http://schemas.microsoft.com/office/drawing/2014/main" id="{05464407-86AB-44FE-9329-EC26E998B640}"/>
              </a:ext>
            </a:extLst>
          </p:cNvPr>
          <p:cNvSpPr>
            <a:spLocks noGrp="1"/>
          </p:cNvSpPr>
          <p:nvPr>
            <p:ph type="title"/>
          </p:nvPr>
        </p:nvSpPr>
        <p:spPr/>
        <p:txBody>
          <a:bodyPr/>
          <a:lstStyle/>
          <a:p>
            <a:r>
              <a:rPr lang="en-US" dirty="0"/>
              <a:t>Phase 1 – Requirements Elicitation</a:t>
            </a:r>
            <a:endParaRPr lang="en-DE" dirty="0"/>
          </a:p>
        </p:txBody>
      </p:sp>
      <p:sp>
        <p:nvSpPr>
          <p:cNvPr id="5" name="Rectangle 1">
            <a:extLst>
              <a:ext uri="{FF2B5EF4-FFF2-40B4-BE49-F238E27FC236}">
                <a16:creationId xmlns:a16="http://schemas.microsoft.com/office/drawing/2014/main" id="{A9805097-DBBE-4399-866A-12FE7FBCECB5}"/>
              </a:ext>
            </a:extLst>
          </p:cNvPr>
          <p:cNvSpPr>
            <a:spLocks noChangeArrowheads="1"/>
          </p:cNvSpPr>
          <p:nvPr/>
        </p:nvSpPr>
        <p:spPr bwMode="auto">
          <a:xfrm>
            <a:off x="304800" y="1426339"/>
            <a:ext cx="5672579"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DE"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DE" altLang="en-DE" sz="1800" b="0" i="0" u="none" strike="noStrike" cap="none" normalizeH="0" baseline="0" dirty="0">
                <a:ln>
                  <a:noFill/>
                </a:ln>
                <a:solidFill>
                  <a:schemeClr val="tx1"/>
                </a:solidFill>
                <a:effectLst/>
                <a:latin typeface="Arial" panose="020B0604020202020204" pitchFamily="34" charset="0"/>
              </a:rPr>
              <a:t>Assigned one of:</a:t>
            </a:r>
          </a:p>
          <a:p>
            <a:pPr lvl="1" defTabSz="914400" eaLnBrk="0" fontAlgn="base" hangingPunct="0">
              <a:spcBef>
                <a:spcPct val="0"/>
              </a:spcBef>
              <a:spcAft>
                <a:spcPct val="0"/>
              </a:spcAft>
            </a:pPr>
            <a:r>
              <a:rPr lang="en-US" altLang="en-DE" sz="1800" dirty="0">
                <a:latin typeface="Arial" panose="020B0604020202020204" pitchFamily="34" charset="0"/>
              </a:rPr>
              <a:t> </a:t>
            </a:r>
          </a:p>
          <a:p>
            <a:pPr lvl="1" defTabSz="914400" eaLnBrk="0" fontAlgn="base" hangingPunct="0">
              <a:spcBef>
                <a:spcPct val="0"/>
              </a:spcBef>
              <a:spcAft>
                <a:spcPct val="0"/>
              </a:spcAft>
              <a:buFontTx/>
              <a:buChar char="•"/>
            </a:pPr>
            <a:r>
              <a:rPr kumimoji="0" lang="en-DE" altLang="en-DE" sz="1800" b="0" i="0" u="none" strike="noStrike" cap="none" normalizeH="0" baseline="0" dirty="0">
                <a:ln>
                  <a:noFill/>
                </a:ln>
                <a:solidFill>
                  <a:schemeClr val="tx1"/>
                </a:solidFill>
                <a:effectLst/>
                <a:latin typeface="Arial" panose="020B0604020202020204" pitchFamily="34" charset="0"/>
              </a:rPr>
              <a:t>Interviews</a:t>
            </a:r>
          </a:p>
          <a:p>
            <a:pPr lvl="1" defTabSz="914400" eaLnBrk="0" fontAlgn="base" hangingPunct="0">
              <a:spcBef>
                <a:spcPct val="0"/>
              </a:spcBef>
              <a:spcAft>
                <a:spcPct val="0"/>
              </a:spcAft>
              <a:buFontTx/>
              <a:buChar char="•"/>
            </a:pPr>
            <a:r>
              <a:rPr kumimoji="0" lang="en-US" altLang="en-DE" sz="1800" b="0" i="0" u="none" strike="noStrike" cap="none" normalizeH="0" baseline="0" dirty="0">
                <a:ln>
                  <a:noFill/>
                </a:ln>
                <a:solidFill>
                  <a:schemeClr val="tx1"/>
                </a:solidFill>
                <a:effectLst/>
                <a:latin typeface="Arial" panose="020B0604020202020204" pitchFamily="34" charset="0"/>
              </a:rPr>
              <a:t> </a:t>
            </a:r>
            <a:r>
              <a:rPr kumimoji="0" lang="en-DE" altLang="en-DE" sz="1800" b="0" i="0" u="none" strike="noStrike" cap="none" normalizeH="0" baseline="0" dirty="0">
                <a:ln>
                  <a:noFill/>
                </a:ln>
                <a:solidFill>
                  <a:schemeClr val="tx1"/>
                </a:solidFill>
                <a:effectLst/>
                <a:latin typeface="Arial" panose="020B0604020202020204" pitchFamily="34" charset="0"/>
              </a:rPr>
              <a:t>Brainstorming</a:t>
            </a:r>
          </a:p>
          <a:p>
            <a:pPr lvl="1" defTabSz="914400" eaLnBrk="0" fontAlgn="base" hangingPunct="0">
              <a:spcBef>
                <a:spcPct val="0"/>
              </a:spcBef>
              <a:spcAft>
                <a:spcPct val="0"/>
              </a:spcAft>
              <a:buFontTx/>
              <a:buChar char="•"/>
            </a:pPr>
            <a:r>
              <a:rPr kumimoji="0" lang="en-US" altLang="en-DE" sz="1800" b="0" i="0" u="none" strike="noStrike" cap="none" normalizeH="0" baseline="0" dirty="0">
                <a:ln>
                  <a:noFill/>
                </a:ln>
                <a:solidFill>
                  <a:schemeClr val="tx1"/>
                </a:solidFill>
                <a:effectLst/>
                <a:latin typeface="Arial" panose="020B0604020202020204" pitchFamily="34" charset="0"/>
              </a:rPr>
              <a:t> </a:t>
            </a:r>
            <a:r>
              <a:rPr kumimoji="0" lang="en-DE" altLang="en-DE" sz="1800" b="0" i="0" u="none" strike="noStrike" cap="none" normalizeH="0" baseline="0" dirty="0">
                <a:ln>
                  <a:noFill/>
                </a:ln>
                <a:solidFill>
                  <a:schemeClr val="tx1"/>
                </a:solidFill>
                <a:effectLst/>
                <a:latin typeface="Arial" panose="020B0604020202020204" pitchFamily="34" charset="0"/>
              </a:rPr>
              <a:t>Task Analysis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DE"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DE" altLang="en-DE" sz="1800" b="0" i="0" u="none" strike="noStrike" cap="none" normalizeH="0" baseline="0" dirty="0">
                <a:ln>
                  <a:noFill/>
                </a:ln>
                <a:solidFill>
                  <a:schemeClr val="tx1"/>
                </a:solidFill>
                <a:effectLst/>
                <a:latin typeface="Arial" panose="020B0604020202020204" pitchFamily="34" charset="0"/>
              </a:rPr>
              <a:t>Use templates &amp; follow steps in your guide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DE"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DE" altLang="en-DE" sz="1800" b="0" i="0" u="none" strike="noStrike" cap="none" normalizeH="0" baseline="0" dirty="0">
                <a:ln>
                  <a:noFill/>
                </a:ln>
                <a:solidFill>
                  <a:schemeClr val="tx1"/>
                </a:solidFill>
                <a:effectLst/>
                <a:latin typeface="Arial" panose="020B0604020202020204" pitchFamily="34" charset="0"/>
              </a:rPr>
              <a:t>Focus: What should ASGA explain? Why? To whom?</a:t>
            </a:r>
          </a:p>
        </p:txBody>
      </p:sp>
    </p:spTree>
    <p:extLst>
      <p:ext uri="{BB962C8B-B14F-4D97-AF65-F5344CB8AC3E}">
        <p14:creationId xmlns:p14="http://schemas.microsoft.com/office/powerpoint/2010/main" val="1158615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E7863B2-F2EE-4F31-8EFD-D5CC08676CC0}"/>
              </a:ext>
            </a:extLst>
          </p:cNvPr>
          <p:cNvSpPr>
            <a:spLocks noGrp="1"/>
          </p:cNvSpPr>
          <p:nvPr>
            <p:ph type="ftr" sz="quarter" idx="11"/>
          </p:nvPr>
        </p:nvSpPr>
        <p:spPr/>
        <p:txBody>
          <a:bodyPr/>
          <a:lstStyle/>
          <a:p>
            <a:r>
              <a:rPr lang="de-DE"/>
              <a:t>TUM School of Computation, Information and Technology | Technische Universität München</a:t>
            </a:r>
          </a:p>
        </p:txBody>
      </p:sp>
      <p:sp>
        <p:nvSpPr>
          <p:cNvPr id="3" name="Slide Number Placeholder 2">
            <a:extLst>
              <a:ext uri="{FF2B5EF4-FFF2-40B4-BE49-F238E27FC236}">
                <a16:creationId xmlns:a16="http://schemas.microsoft.com/office/drawing/2014/main" id="{E7E8BB7C-11C5-4418-8D79-33DD24C3F88A}"/>
              </a:ext>
            </a:extLst>
          </p:cNvPr>
          <p:cNvSpPr>
            <a:spLocks noGrp="1"/>
          </p:cNvSpPr>
          <p:nvPr>
            <p:ph type="sldNum" sz="quarter" idx="12"/>
          </p:nvPr>
        </p:nvSpPr>
        <p:spPr/>
        <p:txBody>
          <a:bodyPr/>
          <a:lstStyle/>
          <a:p>
            <a:fld id="{7BC6339C-EBB9-4F99-9F6F-F0910A22596F}" type="slidenum">
              <a:rPr lang="de-DE" smtClean="0"/>
              <a:t>24</a:t>
            </a:fld>
            <a:endParaRPr lang="de-DE"/>
          </a:p>
        </p:txBody>
      </p:sp>
      <p:sp>
        <p:nvSpPr>
          <p:cNvPr id="4" name="Title 3">
            <a:extLst>
              <a:ext uri="{FF2B5EF4-FFF2-40B4-BE49-F238E27FC236}">
                <a16:creationId xmlns:a16="http://schemas.microsoft.com/office/drawing/2014/main" id="{D4986664-542F-4032-B17E-01CE0A2B49C1}"/>
              </a:ext>
            </a:extLst>
          </p:cNvPr>
          <p:cNvSpPr>
            <a:spLocks noGrp="1"/>
          </p:cNvSpPr>
          <p:nvPr>
            <p:ph type="title"/>
          </p:nvPr>
        </p:nvSpPr>
        <p:spPr/>
        <p:txBody>
          <a:bodyPr/>
          <a:lstStyle/>
          <a:p>
            <a:r>
              <a:rPr lang="en-US" dirty="0"/>
              <a:t>Phase 2 – Specification (</a:t>
            </a:r>
            <a:r>
              <a:rPr lang="en-US" sz="1600" i="1" dirty="0"/>
              <a:t>Turning Ideas into Requirements</a:t>
            </a:r>
            <a:r>
              <a:rPr lang="en-US" dirty="0"/>
              <a:t>)</a:t>
            </a:r>
            <a:endParaRPr lang="en-DE" dirty="0"/>
          </a:p>
        </p:txBody>
      </p:sp>
      <p:sp>
        <p:nvSpPr>
          <p:cNvPr id="5" name="Rectangle 1">
            <a:extLst>
              <a:ext uri="{FF2B5EF4-FFF2-40B4-BE49-F238E27FC236}">
                <a16:creationId xmlns:a16="http://schemas.microsoft.com/office/drawing/2014/main" id="{D410E2F7-6280-4F12-933F-4AEDD891B9D8}"/>
              </a:ext>
            </a:extLst>
          </p:cNvPr>
          <p:cNvSpPr>
            <a:spLocks noChangeArrowheads="1"/>
          </p:cNvSpPr>
          <p:nvPr/>
        </p:nvSpPr>
        <p:spPr bwMode="auto">
          <a:xfrm>
            <a:off x="297180" y="1801060"/>
            <a:ext cx="5762218"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DE" altLang="en-DE" sz="1800" b="0" i="0" u="none" strike="noStrike" cap="none" normalizeH="0" baseline="0" dirty="0">
                <a:ln>
                  <a:noFill/>
                </a:ln>
                <a:solidFill>
                  <a:schemeClr val="tx1"/>
                </a:solidFill>
                <a:effectLst/>
                <a:latin typeface="Arial" panose="020B0604020202020204" pitchFamily="34" charset="0"/>
              </a:rPr>
              <a:t>Assigned one of:</a:t>
            </a:r>
            <a:r>
              <a:rPr kumimoji="0" lang="en-US" altLang="en-DE" sz="1800" b="0" i="0" u="none" strike="noStrike" cap="none" normalizeH="0" baseline="0" dirty="0">
                <a:ln>
                  <a:noFill/>
                </a:ln>
                <a:solidFill>
                  <a:schemeClr val="tx1"/>
                </a:solidFill>
                <a:effectLst/>
                <a:latin typeface="Arial" panose="020B0604020202020204" pitchFamily="34" charset="0"/>
              </a:rPr>
              <a:t> </a:t>
            </a:r>
            <a:endParaRPr kumimoji="0" lang="en-DE" altLang="en-DE" sz="1800" b="0" i="0" u="none" strike="noStrike" cap="none" normalizeH="0" baseline="0" dirty="0">
              <a:ln>
                <a:noFill/>
              </a:ln>
              <a:solidFill>
                <a:schemeClr val="tx1"/>
              </a:solidFill>
              <a:effectLst/>
              <a:latin typeface="Arial" panose="020B0604020202020204" pitchFamily="34" charset="0"/>
            </a:endParaRPr>
          </a:p>
          <a:p>
            <a:pPr lvl="1" defTabSz="914400" eaLnBrk="0" fontAlgn="base" hangingPunct="0">
              <a:spcBef>
                <a:spcPct val="0"/>
              </a:spcBef>
              <a:spcAft>
                <a:spcPct val="0"/>
              </a:spcAft>
              <a:buFontTx/>
              <a:buChar char="•"/>
            </a:pPr>
            <a:endParaRPr kumimoji="0" lang="en-US" altLang="en-DE" sz="1800" b="0" i="0" u="none" strike="noStrike" cap="none" normalizeH="0" baseline="0" dirty="0">
              <a:ln>
                <a:noFill/>
              </a:ln>
              <a:solidFill>
                <a:schemeClr val="tx1"/>
              </a:solidFill>
              <a:effectLst/>
              <a:latin typeface="Arial" panose="020B0604020202020204" pitchFamily="34" charset="0"/>
            </a:endParaRPr>
          </a:p>
          <a:p>
            <a:pPr lvl="1" defTabSz="914400" eaLnBrk="0" fontAlgn="base" hangingPunct="0">
              <a:spcBef>
                <a:spcPct val="0"/>
              </a:spcBef>
              <a:spcAft>
                <a:spcPct val="0"/>
              </a:spcAft>
              <a:buFontTx/>
              <a:buChar char="•"/>
            </a:pPr>
            <a:r>
              <a:rPr kumimoji="0" lang="en-US" altLang="en-DE" sz="1800" b="0" i="0" u="none" strike="noStrike" cap="none" normalizeH="0" baseline="0" dirty="0">
                <a:ln>
                  <a:noFill/>
                </a:ln>
                <a:solidFill>
                  <a:schemeClr val="tx1"/>
                </a:solidFill>
                <a:effectLst/>
                <a:latin typeface="Arial" panose="020B0604020202020204" pitchFamily="34" charset="0"/>
              </a:rPr>
              <a:t> </a:t>
            </a:r>
            <a:r>
              <a:rPr kumimoji="0" lang="en-DE" altLang="en-DE" sz="1800" b="0" i="0" u="none" strike="noStrike" cap="none" normalizeH="0" baseline="0" dirty="0">
                <a:ln>
                  <a:noFill/>
                </a:ln>
                <a:solidFill>
                  <a:schemeClr val="tx1"/>
                </a:solidFill>
                <a:effectLst/>
                <a:latin typeface="Arial" panose="020B0604020202020204" pitchFamily="34" charset="0"/>
              </a:rPr>
              <a:t>Structured Natural Language</a:t>
            </a:r>
          </a:p>
          <a:p>
            <a:pPr lvl="1" defTabSz="914400" eaLnBrk="0" fontAlgn="base" hangingPunct="0">
              <a:spcBef>
                <a:spcPct val="0"/>
              </a:spcBef>
              <a:spcAft>
                <a:spcPct val="0"/>
              </a:spcAft>
              <a:buFontTx/>
              <a:buChar char="•"/>
            </a:pPr>
            <a:r>
              <a:rPr kumimoji="0" lang="en-US" altLang="en-DE" sz="1800" b="0" i="0" u="none" strike="noStrike" cap="none" normalizeH="0" baseline="0" dirty="0">
                <a:ln>
                  <a:noFill/>
                </a:ln>
                <a:solidFill>
                  <a:schemeClr val="tx1"/>
                </a:solidFill>
                <a:effectLst/>
                <a:latin typeface="Arial" panose="020B0604020202020204" pitchFamily="34" charset="0"/>
              </a:rPr>
              <a:t> </a:t>
            </a:r>
            <a:r>
              <a:rPr kumimoji="0" lang="en-DE" altLang="en-DE" sz="1800" b="0" i="0" u="none" strike="noStrike" cap="none" normalizeH="0" baseline="0" dirty="0">
                <a:ln>
                  <a:noFill/>
                </a:ln>
                <a:solidFill>
                  <a:schemeClr val="tx1"/>
                </a:solidFill>
                <a:effectLst/>
                <a:latin typeface="Arial" panose="020B0604020202020204" pitchFamily="34" charset="0"/>
              </a:rPr>
              <a:t>Use Case </a:t>
            </a:r>
            <a:r>
              <a:rPr kumimoji="0" lang="en-DE" altLang="en-DE" sz="1800" b="0" i="0" u="none" strike="noStrike" cap="none" normalizeH="0" baseline="0" dirty="0" err="1">
                <a:ln>
                  <a:noFill/>
                </a:ln>
                <a:solidFill>
                  <a:schemeClr val="tx1"/>
                </a:solidFill>
                <a:effectLst/>
                <a:latin typeface="Arial" panose="020B0604020202020204" pitchFamily="34" charset="0"/>
              </a:rPr>
              <a:t>Modeling</a:t>
            </a:r>
            <a:endParaRPr kumimoji="0" lang="en-DE" altLang="en-DE" sz="1800" b="0" i="0" u="none" strike="noStrike" cap="none" normalizeH="0" baseline="0" dirty="0">
              <a:ln>
                <a:noFill/>
              </a:ln>
              <a:solidFill>
                <a:schemeClr val="tx1"/>
              </a:solidFill>
              <a:effectLst/>
              <a:latin typeface="Arial" panose="020B0604020202020204" pitchFamily="34" charset="0"/>
            </a:endParaRPr>
          </a:p>
          <a:p>
            <a:pPr lvl="1" defTabSz="914400" eaLnBrk="0" fontAlgn="base" hangingPunct="0">
              <a:spcBef>
                <a:spcPct val="0"/>
              </a:spcBef>
              <a:spcAft>
                <a:spcPct val="0"/>
              </a:spcAft>
              <a:buFontTx/>
              <a:buChar char="•"/>
            </a:pPr>
            <a:r>
              <a:rPr kumimoji="0" lang="en-US" altLang="en-DE" sz="1800" b="0" i="0" u="none" strike="noStrike" cap="none" normalizeH="0" baseline="0" dirty="0">
                <a:ln>
                  <a:noFill/>
                </a:ln>
                <a:solidFill>
                  <a:schemeClr val="tx1"/>
                </a:solidFill>
                <a:effectLst/>
                <a:latin typeface="Arial" panose="020B0604020202020204" pitchFamily="34" charset="0"/>
              </a:rPr>
              <a:t> </a:t>
            </a:r>
            <a:r>
              <a:rPr kumimoji="0" lang="en-DE" altLang="en-DE" sz="1800" b="0" i="0" u="none" strike="noStrike" cap="none" normalizeH="0" baseline="0" dirty="0" err="1">
                <a:ln>
                  <a:noFill/>
                </a:ln>
                <a:solidFill>
                  <a:schemeClr val="tx1"/>
                </a:solidFill>
                <a:effectLst/>
                <a:latin typeface="Arial" panose="020B0604020202020204" pitchFamily="34" charset="0"/>
              </a:rPr>
              <a:t>Softgoal</a:t>
            </a:r>
            <a:r>
              <a:rPr kumimoji="0" lang="en-DE" altLang="en-DE" sz="1800" b="0" i="0" u="none" strike="noStrike" cap="none" normalizeH="0" baseline="0" dirty="0">
                <a:ln>
                  <a:noFill/>
                </a:ln>
                <a:solidFill>
                  <a:schemeClr val="tx1"/>
                </a:solidFill>
                <a:effectLst/>
                <a:latin typeface="Arial" panose="020B0604020202020204" pitchFamily="34" charset="0"/>
              </a:rPr>
              <a:t> Diagrams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DE"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DE" altLang="en-DE" sz="1800" b="0" i="0" u="none" strike="noStrike" cap="none" normalizeH="0" baseline="0" dirty="0">
                <a:ln>
                  <a:noFill/>
                </a:ln>
                <a:solidFill>
                  <a:schemeClr val="tx1"/>
                </a:solidFill>
                <a:effectLst/>
                <a:latin typeface="Arial" panose="020B0604020202020204" pitchFamily="34" charset="0"/>
              </a:rPr>
              <a:t>Use collected requirements from Phase 1</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DE"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DE" altLang="en-DE" sz="1800" b="0" i="0" u="none" strike="noStrike" cap="none" normalizeH="0" baseline="0" dirty="0">
                <a:ln>
                  <a:noFill/>
                </a:ln>
                <a:solidFill>
                  <a:schemeClr val="tx1"/>
                </a:solidFill>
                <a:effectLst/>
                <a:latin typeface="Arial" panose="020B0604020202020204" pitchFamily="34" charset="0"/>
              </a:rPr>
              <a:t>Your goal: Specify clearly, concisely, and meaningfully</a:t>
            </a:r>
          </a:p>
        </p:txBody>
      </p:sp>
    </p:spTree>
    <p:extLst>
      <p:ext uri="{BB962C8B-B14F-4D97-AF65-F5344CB8AC3E}">
        <p14:creationId xmlns:p14="http://schemas.microsoft.com/office/powerpoint/2010/main" val="3855092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9E42EF4-6672-4145-A151-F8721BF67214}"/>
              </a:ext>
            </a:extLst>
          </p:cNvPr>
          <p:cNvSpPr>
            <a:spLocks noGrp="1"/>
          </p:cNvSpPr>
          <p:nvPr>
            <p:ph type="ftr" sz="quarter" idx="11"/>
          </p:nvPr>
        </p:nvSpPr>
        <p:spPr/>
        <p:txBody>
          <a:bodyPr/>
          <a:lstStyle/>
          <a:p>
            <a:r>
              <a:rPr lang="de-DE"/>
              <a:t>TUM School of Computation, Information and Technology | Technische Universität München</a:t>
            </a:r>
          </a:p>
        </p:txBody>
      </p:sp>
      <p:sp>
        <p:nvSpPr>
          <p:cNvPr id="3" name="Slide Number Placeholder 2">
            <a:extLst>
              <a:ext uri="{FF2B5EF4-FFF2-40B4-BE49-F238E27FC236}">
                <a16:creationId xmlns:a16="http://schemas.microsoft.com/office/drawing/2014/main" id="{3D808341-1BA1-4073-A5A4-B36F80DD86C3}"/>
              </a:ext>
            </a:extLst>
          </p:cNvPr>
          <p:cNvSpPr>
            <a:spLocks noGrp="1"/>
          </p:cNvSpPr>
          <p:nvPr>
            <p:ph type="sldNum" sz="quarter" idx="12"/>
          </p:nvPr>
        </p:nvSpPr>
        <p:spPr/>
        <p:txBody>
          <a:bodyPr/>
          <a:lstStyle/>
          <a:p>
            <a:fld id="{7BC6339C-EBB9-4F99-9F6F-F0910A22596F}" type="slidenum">
              <a:rPr lang="de-DE" smtClean="0"/>
              <a:t>25</a:t>
            </a:fld>
            <a:endParaRPr lang="de-DE"/>
          </a:p>
        </p:txBody>
      </p:sp>
      <p:sp>
        <p:nvSpPr>
          <p:cNvPr id="4" name="Title 3">
            <a:extLst>
              <a:ext uri="{FF2B5EF4-FFF2-40B4-BE49-F238E27FC236}">
                <a16:creationId xmlns:a16="http://schemas.microsoft.com/office/drawing/2014/main" id="{A36CBADF-5AE7-4F6F-A0FB-E0AD3849643F}"/>
              </a:ext>
            </a:extLst>
          </p:cNvPr>
          <p:cNvSpPr>
            <a:spLocks noGrp="1"/>
          </p:cNvSpPr>
          <p:nvPr>
            <p:ph type="title"/>
          </p:nvPr>
        </p:nvSpPr>
        <p:spPr/>
        <p:txBody>
          <a:bodyPr/>
          <a:lstStyle/>
          <a:p>
            <a:r>
              <a:rPr lang="en-US" dirty="0"/>
              <a:t>Phase 3 – Validation (</a:t>
            </a:r>
            <a:r>
              <a:rPr lang="en-US" sz="1600" i="1" dirty="0"/>
              <a:t>Are the Requirements Good Enough?</a:t>
            </a:r>
            <a:r>
              <a:rPr lang="en-US" sz="2400" dirty="0"/>
              <a:t>)</a:t>
            </a:r>
            <a:endParaRPr lang="en-DE" dirty="0"/>
          </a:p>
        </p:txBody>
      </p:sp>
      <p:sp>
        <p:nvSpPr>
          <p:cNvPr id="5" name="Rectangle 1">
            <a:extLst>
              <a:ext uri="{FF2B5EF4-FFF2-40B4-BE49-F238E27FC236}">
                <a16:creationId xmlns:a16="http://schemas.microsoft.com/office/drawing/2014/main" id="{D960F8DF-1F88-49EB-B100-34FE7CEADAAE}"/>
              </a:ext>
            </a:extLst>
          </p:cNvPr>
          <p:cNvSpPr>
            <a:spLocks noChangeArrowheads="1"/>
          </p:cNvSpPr>
          <p:nvPr/>
        </p:nvSpPr>
        <p:spPr bwMode="auto">
          <a:xfrm>
            <a:off x="320040" y="1938897"/>
            <a:ext cx="6271260"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DE" altLang="en-DE" sz="1800" b="0" i="0" u="none" strike="noStrike" cap="none" normalizeH="0" baseline="0" dirty="0">
                <a:ln>
                  <a:noFill/>
                </a:ln>
                <a:solidFill>
                  <a:schemeClr val="tx1"/>
                </a:solidFill>
                <a:effectLst/>
                <a:latin typeface="Arial" panose="020B0604020202020204" pitchFamily="34" charset="0"/>
              </a:rPr>
              <a:t>Assigned one of:</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DE" sz="1800" b="0" i="0" u="none" strike="noStrike" cap="none" normalizeH="0" baseline="0" dirty="0">
              <a:ln>
                <a:noFill/>
              </a:ln>
              <a:solidFill>
                <a:schemeClr val="tx1"/>
              </a:solidFill>
              <a:effectLst/>
              <a:latin typeface="Arial" panose="020B0604020202020204" pitchFamily="34" charset="0"/>
            </a:endParaRPr>
          </a:p>
          <a:p>
            <a:pPr lvl="1" defTabSz="914400" eaLnBrk="0" fontAlgn="base" hangingPunct="0">
              <a:spcBef>
                <a:spcPct val="0"/>
              </a:spcBef>
              <a:spcAft>
                <a:spcPct val="0"/>
              </a:spcAft>
              <a:buFontTx/>
              <a:buChar char="•"/>
            </a:pPr>
            <a:r>
              <a:rPr kumimoji="0" lang="en-US" altLang="en-DE" sz="1800" b="0" i="0" u="none" strike="noStrike" cap="none" normalizeH="0" baseline="0" dirty="0">
                <a:ln>
                  <a:noFill/>
                </a:ln>
                <a:solidFill>
                  <a:schemeClr val="tx1"/>
                </a:solidFill>
                <a:effectLst/>
                <a:latin typeface="Arial" panose="020B0604020202020204" pitchFamily="34" charset="0"/>
              </a:rPr>
              <a:t> </a:t>
            </a:r>
            <a:r>
              <a:rPr kumimoji="0" lang="en-DE" altLang="en-DE" sz="1800" b="0" i="0" u="none" strike="noStrike" cap="none" normalizeH="0" baseline="0" dirty="0">
                <a:ln>
                  <a:noFill/>
                </a:ln>
                <a:solidFill>
                  <a:schemeClr val="tx1"/>
                </a:solidFill>
                <a:effectLst/>
                <a:latin typeface="Arial" panose="020B0604020202020204" pitchFamily="34" charset="0"/>
              </a:rPr>
              <a:t>User Feedback Session</a:t>
            </a:r>
            <a:endParaRPr kumimoji="0" lang="en-US" altLang="en-DE" sz="1800" b="0" i="0" u="none" strike="noStrike" cap="none" normalizeH="0" baseline="0" dirty="0">
              <a:ln>
                <a:noFill/>
              </a:ln>
              <a:solidFill>
                <a:schemeClr val="tx1"/>
              </a:solidFill>
              <a:effectLst/>
              <a:latin typeface="Arial" panose="020B0604020202020204" pitchFamily="34" charset="0"/>
            </a:endParaRPr>
          </a:p>
          <a:p>
            <a:pPr lvl="1" defTabSz="914400" eaLnBrk="0" fontAlgn="base" hangingPunct="0">
              <a:spcBef>
                <a:spcPct val="0"/>
              </a:spcBef>
              <a:spcAft>
                <a:spcPct val="0"/>
              </a:spcAft>
              <a:buFontTx/>
              <a:buChar char="•"/>
            </a:pPr>
            <a:r>
              <a:rPr kumimoji="0" lang="en-US" altLang="en-DE" sz="1800" b="0" i="0" u="none" strike="noStrike" cap="none" normalizeH="0" baseline="0" dirty="0">
                <a:ln>
                  <a:noFill/>
                </a:ln>
                <a:solidFill>
                  <a:schemeClr val="tx1"/>
                </a:solidFill>
                <a:effectLst/>
                <a:latin typeface="Arial" panose="020B0604020202020204" pitchFamily="34" charset="0"/>
              </a:rPr>
              <a:t> </a:t>
            </a:r>
            <a:r>
              <a:rPr kumimoji="0" lang="en-DE" altLang="en-DE" sz="1800" b="0" i="0" u="none" strike="noStrike" cap="none" normalizeH="0" baseline="0" dirty="0">
                <a:ln>
                  <a:noFill/>
                </a:ln>
                <a:solidFill>
                  <a:schemeClr val="tx1"/>
                </a:solidFill>
                <a:effectLst/>
                <a:latin typeface="Arial" panose="020B0604020202020204" pitchFamily="34" charset="0"/>
              </a:rPr>
              <a:t>Walkthrough</a:t>
            </a:r>
          </a:p>
          <a:p>
            <a:pPr lvl="1" defTabSz="914400" eaLnBrk="0" fontAlgn="base" hangingPunct="0">
              <a:spcBef>
                <a:spcPct val="0"/>
              </a:spcBef>
              <a:spcAft>
                <a:spcPct val="0"/>
              </a:spcAft>
              <a:buFontTx/>
              <a:buChar char="•"/>
            </a:pPr>
            <a:r>
              <a:rPr kumimoji="0" lang="en-US" altLang="en-DE" sz="1800" b="0" i="0" u="none" strike="noStrike" cap="none" normalizeH="0" baseline="0" dirty="0">
                <a:ln>
                  <a:noFill/>
                </a:ln>
                <a:solidFill>
                  <a:schemeClr val="tx1"/>
                </a:solidFill>
                <a:effectLst/>
                <a:latin typeface="Arial" panose="020B0604020202020204" pitchFamily="34" charset="0"/>
              </a:rPr>
              <a:t> </a:t>
            </a:r>
            <a:r>
              <a:rPr kumimoji="0" lang="en-DE" altLang="en-DE" sz="1800" b="0" i="0" u="none" strike="noStrike" cap="none" normalizeH="0" baseline="0" dirty="0">
                <a:ln>
                  <a:noFill/>
                </a:ln>
                <a:solidFill>
                  <a:schemeClr val="tx1"/>
                </a:solidFill>
                <a:effectLst/>
                <a:latin typeface="Arial" panose="020B0604020202020204" pitchFamily="34" charset="0"/>
              </a:rPr>
              <a:t>Compliance Check</a:t>
            </a:r>
            <a:endParaRPr kumimoji="0" lang="en-US" altLang="en-DE"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DE" altLang="en-DE"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DE" altLang="en-DE" sz="1800" b="0" i="0" u="none" strike="noStrike" cap="none" normalizeH="0" baseline="0" dirty="0">
                <a:ln>
                  <a:noFill/>
                </a:ln>
                <a:solidFill>
                  <a:schemeClr val="tx1"/>
                </a:solidFill>
                <a:effectLst/>
                <a:latin typeface="Arial" panose="020B0604020202020204" pitchFamily="34" charset="0"/>
              </a:rPr>
              <a:t>Assess quality, clarity, and completeness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DE"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DE" altLang="en-DE" sz="1800" b="0" i="0" u="none" strike="noStrike" cap="none" normalizeH="0" baseline="0" dirty="0">
                <a:ln>
                  <a:noFill/>
                </a:ln>
                <a:solidFill>
                  <a:schemeClr val="tx1"/>
                </a:solidFill>
                <a:effectLst/>
                <a:latin typeface="Arial" panose="020B0604020202020204" pitchFamily="34" charset="0"/>
              </a:rPr>
              <a:t>Give constructive feedback</a:t>
            </a:r>
          </a:p>
        </p:txBody>
      </p:sp>
    </p:spTree>
    <p:extLst>
      <p:ext uri="{BB962C8B-B14F-4D97-AF65-F5344CB8AC3E}">
        <p14:creationId xmlns:p14="http://schemas.microsoft.com/office/powerpoint/2010/main" val="30565020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9BF250E-E58A-414D-9E32-454A21BB525C}"/>
              </a:ext>
            </a:extLst>
          </p:cNvPr>
          <p:cNvSpPr>
            <a:spLocks noGrp="1"/>
          </p:cNvSpPr>
          <p:nvPr>
            <p:ph type="ftr" sz="quarter" idx="11"/>
          </p:nvPr>
        </p:nvSpPr>
        <p:spPr/>
        <p:txBody>
          <a:bodyPr/>
          <a:lstStyle/>
          <a:p>
            <a:r>
              <a:rPr lang="de-DE"/>
              <a:t>TUM School of Computation, Information and Technology | Technische Universität München</a:t>
            </a:r>
          </a:p>
        </p:txBody>
      </p:sp>
      <p:sp>
        <p:nvSpPr>
          <p:cNvPr id="3" name="Slide Number Placeholder 2">
            <a:extLst>
              <a:ext uri="{FF2B5EF4-FFF2-40B4-BE49-F238E27FC236}">
                <a16:creationId xmlns:a16="http://schemas.microsoft.com/office/drawing/2014/main" id="{D62DCC79-0CA4-43E0-8362-DB226BAD351E}"/>
              </a:ext>
            </a:extLst>
          </p:cNvPr>
          <p:cNvSpPr>
            <a:spLocks noGrp="1"/>
          </p:cNvSpPr>
          <p:nvPr>
            <p:ph type="sldNum" sz="quarter" idx="12"/>
          </p:nvPr>
        </p:nvSpPr>
        <p:spPr/>
        <p:txBody>
          <a:bodyPr/>
          <a:lstStyle/>
          <a:p>
            <a:fld id="{7BC6339C-EBB9-4F99-9F6F-F0910A22596F}" type="slidenum">
              <a:rPr lang="de-DE" smtClean="0"/>
              <a:t>26</a:t>
            </a:fld>
            <a:endParaRPr lang="de-DE"/>
          </a:p>
        </p:txBody>
      </p:sp>
      <p:sp>
        <p:nvSpPr>
          <p:cNvPr id="4" name="Title 3">
            <a:extLst>
              <a:ext uri="{FF2B5EF4-FFF2-40B4-BE49-F238E27FC236}">
                <a16:creationId xmlns:a16="http://schemas.microsoft.com/office/drawing/2014/main" id="{8169E7CB-E552-4EC4-BBB5-E19EFF480D76}"/>
              </a:ext>
            </a:extLst>
          </p:cNvPr>
          <p:cNvSpPr>
            <a:spLocks noGrp="1"/>
          </p:cNvSpPr>
          <p:nvPr>
            <p:ph type="title"/>
          </p:nvPr>
        </p:nvSpPr>
        <p:spPr>
          <a:xfrm>
            <a:off x="210013" y="961503"/>
            <a:ext cx="7199975" cy="936000"/>
          </a:xfrm>
        </p:spPr>
        <p:txBody>
          <a:bodyPr/>
          <a:lstStyle/>
          <a:p>
            <a:r>
              <a:rPr lang="en-US" dirty="0"/>
              <a:t>Before We Begin</a:t>
            </a:r>
            <a:endParaRPr lang="en-DE" dirty="0"/>
          </a:p>
        </p:txBody>
      </p:sp>
      <p:sp>
        <p:nvSpPr>
          <p:cNvPr id="6" name="Rectangle 2">
            <a:extLst>
              <a:ext uri="{FF2B5EF4-FFF2-40B4-BE49-F238E27FC236}">
                <a16:creationId xmlns:a16="http://schemas.microsoft.com/office/drawing/2014/main" id="{F75BAA89-C9B7-4357-BC42-B57B098849E8}"/>
              </a:ext>
            </a:extLst>
          </p:cNvPr>
          <p:cNvSpPr>
            <a:spLocks noChangeArrowheads="1"/>
          </p:cNvSpPr>
          <p:nvPr/>
        </p:nvSpPr>
        <p:spPr bwMode="auto">
          <a:xfrm>
            <a:off x="210012" y="2036379"/>
            <a:ext cx="7105188"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DE" sz="1800" b="0" i="0" u="none" strike="noStrike" cap="none" normalizeH="0" baseline="0" dirty="0">
                <a:ln>
                  <a:noFill/>
                </a:ln>
                <a:solidFill>
                  <a:schemeClr val="tx1"/>
                </a:solidFill>
                <a:effectLst/>
                <a:latin typeface="Arial" panose="020B0604020202020204" pitchFamily="34" charset="0"/>
              </a:rPr>
              <a:t> </a:t>
            </a:r>
            <a:r>
              <a:rPr kumimoji="0" lang="en-DE" altLang="en-DE" sz="1800" b="0" i="0" u="none" strike="noStrike" cap="none" normalizeH="0" baseline="0" dirty="0">
                <a:ln>
                  <a:noFill/>
                </a:ln>
                <a:solidFill>
                  <a:schemeClr val="tx1"/>
                </a:solidFill>
                <a:effectLst/>
                <a:latin typeface="Arial" panose="020B0604020202020204" pitchFamily="34" charset="0"/>
              </a:rPr>
              <a:t>Fill in the Participant Demographic Sheet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DE"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DE" sz="1800" dirty="0">
                <a:latin typeface="Arial" panose="020B0604020202020204" pitchFamily="34" charset="0"/>
              </a:rPr>
              <a:t> </a:t>
            </a:r>
            <a:r>
              <a:rPr kumimoji="0" lang="en-DE" altLang="en-DE" sz="1800" b="0" i="0" u="none" strike="noStrike" cap="none" normalizeH="0" baseline="0" dirty="0">
                <a:ln>
                  <a:noFill/>
                </a:ln>
                <a:solidFill>
                  <a:schemeClr val="tx1"/>
                </a:solidFill>
                <a:effectLst/>
                <a:latin typeface="Arial" panose="020B0604020202020204" pitchFamily="34" charset="0"/>
              </a:rPr>
              <a:t>Anonymity &amp; confidentiality ensured</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DE"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DE" sz="1800" dirty="0">
                <a:latin typeface="Arial" panose="020B0604020202020204" pitchFamily="34" charset="0"/>
              </a:rPr>
              <a:t> </a:t>
            </a:r>
            <a:r>
              <a:rPr kumimoji="0" lang="en-DE" altLang="en-DE" sz="1800" b="0" i="0" u="none" strike="noStrike" cap="none" normalizeH="0" baseline="0" dirty="0">
                <a:ln>
                  <a:noFill/>
                </a:ln>
                <a:solidFill>
                  <a:schemeClr val="tx1"/>
                </a:solidFill>
                <a:effectLst/>
                <a:latin typeface="Arial" panose="020B0604020202020204" pitchFamily="34" charset="0"/>
              </a:rPr>
              <a:t>Your insights will guide real research!</a:t>
            </a:r>
            <a:endParaRPr kumimoji="0" lang="en-US" altLang="en-DE"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DE" sz="1800" dirty="0">
              <a:latin typeface="Arial" panose="020B0604020202020204" pitchFamily="34" charset="0"/>
            </a:endParaRPr>
          </a:p>
          <a:p>
            <a:pPr lvl="0" defTabSz="914400" eaLnBrk="0" fontAlgn="base" hangingPunct="0">
              <a:spcBef>
                <a:spcPct val="0"/>
              </a:spcBef>
              <a:spcAft>
                <a:spcPct val="0"/>
              </a:spcAft>
              <a:buFontTx/>
              <a:buChar char="•"/>
            </a:pPr>
            <a:r>
              <a:rPr lang="en-US" sz="1800" dirty="0"/>
              <a:t> Ask questions, share thoughts, and enjoy the process</a:t>
            </a:r>
            <a:endParaRPr kumimoji="0" lang="en-US" altLang="en-DE"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DE" sz="1800" dirty="0">
              <a:latin typeface="Arial" panose="020B0604020202020204" pitchFamily="34" charset="0"/>
            </a:endParaRPr>
          </a:p>
          <a:p>
            <a:pPr lvl="0" defTabSz="914400" eaLnBrk="0" fontAlgn="base" hangingPunct="0">
              <a:spcBef>
                <a:spcPct val="0"/>
              </a:spcBef>
              <a:spcAft>
                <a:spcPct val="0"/>
              </a:spcAft>
              <a:buFontTx/>
              <a:buChar char="•"/>
            </a:pPr>
            <a:r>
              <a:rPr lang="en-US" sz="1800" dirty="0"/>
              <a:t> Your input = valuable contribution to better AI systems!</a:t>
            </a:r>
            <a:endParaRPr kumimoji="0" lang="en-DE" altLang="en-DE"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730562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5C9FCC1E-F3A1-4C04-AA7C-1F52634505F2}"/>
              </a:ext>
            </a:extLst>
          </p:cNvPr>
          <p:cNvSpPr>
            <a:spLocks noGrp="1"/>
          </p:cNvSpPr>
          <p:nvPr>
            <p:ph type="body" idx="1"/>
          </p:nvPr>
        </p:nvSpPr>
        <p:spPr>
          <a:xfrm>
            <a:off x="99177" y="1527464"/>
            <a:ext cx="7790987" cy="2660072"/>
          </a:xfrm>
        </p:spPr>
        <p:txBody>
          <a:bodyPr>
            <a:noAutofit/>
          </a:bodyPr>
          <a:lstStyle/>
          <a:p>
            <a:r>
              <a:rPr lang="en-US" sz="4400" dirty="0"/>
              <a:t>Thank you</a:t>
            </a:r>
          </a:p>
          <a:p>
            <a:r>
              <a:rPr lang="en-US" sz="4400" dirty="0"/>
              <a:t>Questions?</a:t>
            </a:r>
            <a:endParaRPr lang="en-DE" sz="4400" dirty="0"/>
          </a:p>
        </p:txBody>
      </p:sp>
      <p:sp>
        <p:nvSpPr>
          <p:cNvPr id="2" name="Fußzeilenplatzhalter 1">
            <a:extLst>
              <a:ext uri="{FF2B5EF4-FFF2-40B4-BE49-F238E27FC236}">
                <a16:creationId xmlns:a16="http://schemas.microsoft.com/office/drawing/2014/main" id="{EED07A28-8F11-9C89-F04D-8EA2AF85FD23}"/>
              </a:ext>
            </a:extLst>
          </p:cNvPr>
          <p:cNvSpPr>
            <a:spLocks noGrp="1"/>
          </p:cNvSpPr>
          <p:nvPr>
            <p:ph type="ftr" sz="quarter" idx="11"/>
          </p:nvPr>
        </p:nvSpPr>
        <p:spPr/>
        <p:txBody>
          <a:bodyPr/>
          <a:lstStyle/>
          <a:p>
            <a:r>
              <a:rPr lang="de-DE"/>
              <a:t>TUM School of Computation, Information and Technology | Technische Universität München</a:t>
            </a:r>
            <a:endParaRPr lang="de-DE" dirty="0"/>
          </a:p>
        </p:txBody>
      </p:sp>
      <p:sp>
        <p:nvSpPr>
          <p:cNvPr id="3" name="Foliennummernplatzhalter 2">
            <a:extLst>
              <a:ext uri="{FF2B5EF4-FFF2-40B4-BE49-F238E27FC236}">
                <a16:creationId xmlns:a16="http://schemas.microsoft.com/office/drawing/2014/main" id="{C4C89C15-C6E6-CF42-7D68-27020BD7722C}"/>
              </a:ext>
            </a:extLst>
          </p:cNvPr>
          <p:cNvSpPr>
            <a:spLocks noGrp="1"/>
          </p:cNvSpPr>
          <p:nvPr>
            <p:ph type="sldNum" sz="quarter" idx="12"/>
          </p:nvPr>
        </p:nvSpPr>
        <p:spPr/>
        <p:txBody>
          <a:bodyPr/>
          <a:lstStyle/>
          <a:p>
            <a:fld id="{7BC6339C-EBB9-4F99-9F6F-F0910A22596F}" type="slidenum">
              <a:rPr lang="de-DE" smtClean="0"/>
              <a:pPr/>
              <a:t>27</a:t>
            </a:fld>
            <a:endParaRPr lang="de-DE" dirty="0"/>
          </a:p>
        </p:txBody>
      </p:sp>
    </p:spTree>
    <p:extLst>
      <p:ext uri="{BB962C8B-B14F-4D97-AF65-F5344CB8AC3E}">
        <p14:creationId xmlns:p14="http://schemas.microsoft.com/office/powerpoint/2010/main" val="4139559949"/>
      </p:ext>
    </p:extLst>
  </p:cSld>
  <p:clrMapOvr>
    <a:masterClrMapping/>
  </p:clrMapOvr>
</p:sld>
</file>

<file path=ppt/theme/theme1.xml><?xml version="1.0" encoding="utf-8"?>
<a:theme xmlns:a="http://schemas.openxmlformats.org/drawingml/2006/main" name="SoCIT">
  <a:themeElements>
    <a:clrScheme name="TUM-CIT-PPT">
      <a:dk1>
        <a:srgbClr val="000000"/>
      </a:dk1>
      <a:lt1>
        <a:srgbClr val="FFFFFF"/>
      </a:lt1>
      <a:dk2>
        <a:srgbClr val="0065BD"/>
      </a:dk2>
      <a:lt2>
        <a:srgbClr val="005293"/>
      </a:lt2>
      <a:accent1>
        <a:srgbClr val="5BC5F2"/>
      </a:accent1>
      <a:accent2>
        <a:srgbClr val="F59C00"/>
      </a:accent2>
      <a:accent3>
        <a:srgbClr val="4F8C24"/>
      </a:accent3>
      <a:accent4>
        <a:srgbClr val="AFCB37"/>
      </a:accent4>
      <a:accent5>
        <a:srgbClr val="FCEA10"/>
      </a:accent5>
      <a:accent6>
        <a:srgbClr val="D1DD77"/>
      </a:accent6>
      <a:hlink>
        <a:srgbClr val="005293"/>
      </a:hlink>
      <a:folHlink>
        <a:srgbClr val="5BC5F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Universität Stuttgart Version 2">
      <a:dk1>
        <a:srgbClr val="323232"/>
      </a:dk1>
      <a:lt1>
        <a:sysClr val="window" lastClr="FFFFFF"/>
      </a:lt1>
      <a:dk2>
        <a:srgbClr val="000000"/>
      </a:dk2>
      <a:lt2>
        <a:srgbClr val="9F9998"/>
      </a:lt2>
      <a:accent1>
        <a:srgbClr val="00BEFF"/>
      </a:accent1>
      <a:accent2>
        <a:srgbClr val="004191"/>
      </a:accent2>
      <a:accent3>
        <a:srgbClr val="323232"/>
      </a:accent3>
      <a:accent4>
        <a:srgbClr val="7DC6EA"/>
      </a:accent4>
      <a:accent5>
        <a:srgbClr val="9F9998"/>
      </a:accent5>
      <a:accent6>
        <a:srgbClr val="FFD500"/>
      </a:accent6>
      <a:hlink>
        <a:srgbClr val="00BEFF"/>
      </a:hlink>
      <a:folHlink>
        <a:srgbClr val="524D4D"/>
      </a:folHlink>
    </a:clrScheme>
    <a:fontScheme name="Universität Stuttgar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Universität Stuttgart Version 2">
      <a:dk1>
        <a:srgbClr val="323232"/>
      </a:dk1>
      <a:lt1>
        <a:sysClr val="window" lastClr="FFFFFF"/>
      </a:lt1>
      <a:dk2>
        <a:srgbClr val="000000"/>
      </a:dk2>
      <a:lt2>
        <a:srgbClr val="9F9998"/>
      </a:lt2>
      <a:accent1>
        <a:srgbClr val="00BEFF"/>
      </a:accent1>
      <a:accent2>
        <a:srgbClr val="004191"/>
      </a:accent2>
      <a:accent3>
        <a:srgbClr val="323232"/>
      </a:accent3>
      <a:accent4>
        <a:srgbClr val="7DC6EA"/>
      </a:accent4>
      <a:accent5>
        <a:srgbClr val="9F9998"/>
      </a:accent5>
      <a:accent6>
        <a:srgbClr val="FFD500"/>
      </a:accent6>
      <a:hlink>
        <a:srgbClr val="00BEFF"/>
      </a:hlink>
      <a:folHlink>
        <a:srgbClr val="524D4D"/>
      </a:folHlink>
    </a:clrScheme>
    <a:fontScheme name="Universität Stuttgar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1863</Words>
  <Application>Microsoft Office PowerPoint</Application>
  <PresentationFormat>Custom</PresentationFormat>
  <Paragraphs>242</Paragraphs>
  <Slides>27</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Calibri</vt:lpstr>
      <vt:lpstr>Times New Roman</vt:lpstr>
      <vt:lpstr>Wingdings</vt:lpstr>
      <vt:lpstr>SoCIT</vt:lpstr>
      <vt:lpstr>Requirements Engineering Practices in the Context of Explainable AI:</vt:lpstr>
      <vt:lpstr>Conducted by</vt:lpstr>
      <vt:lpstr>Why Explainable AI (XAI)?</vt:lpstr>
      <vt:lpstr>Who are Key Stakeholder?</vt:lpstr>
      <vt:lpstr>EU-AI Act</vt:lpstr>
      <vt:lpstr>Example</vt:lpstr>
      <vt:lpstr>Interview with Legal Experts (Findings)</vt:lpstr>
      <vt:lpstr>Interview with Legal Experts (Findings)</vt:lpstr>
      <vt:lpstr>PowerPoint Presentation</vt:lpstr>
      <vt:lpstr>Explainability challenges found in litertature</vt:lpstr>
      <vt:lpstr>Explainability challenges as mentioned by practitioners</vt:lpstr>
      <vt:lpstr>Why XAI? --&gt; Why is it important for a company as DTAG?</vt:lpstr>
      <vt:lpstr>Why is it important for a company?</vt:lpstr>
      <vt:lpstr>Why is it important for a company?</vt:lpstr>
      <vt:lpstr>Why is it important for a company?</vt:lpstr>
      <vt:lpstr>Problem Statement</vt:lpstr>
      <vt:lpstr>What do we want to achieve?</vt:lpstr>
      <vt:lpstr>Welcome to the Study Session</vt:lpstr>
      <vt:lpstr>Use Case Overview – ASGA</vt:lpstr>
      <vt:lpstr>How This Study is Structured</vt:lpstr>
      <vt:lpstr>What You’ll Be Doing</vt:lpstr>
      <vt:lpstr>Speak Your Thoughts Aloud</vt:lpstr>
      <vt:lpstr>Phase 1 – Requirements Elicitation</vt:lpstr>
      <vt:lpstr>Phase 2 – Specification (Turning Ideas into Requirements)</vt:lpstr>
      <vt:lpstr>Phase 3 – Validation (Are the Requirements Good Enough?)</vt:lpstr>
      <vt:lpstr>Before We Begin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31</cp:revision>
  <dcterms:created xsi:type="dcterms:W3CDTF">2016-01-19T06:04:30Z</dcterms:created>
  <dcterms:modified xsi:type="dcterms:W3CDTF">2026-06-22T10:03:31Z</dcterms:modified>
</cp:coreProperties>
</file>